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notesSlides/notesSlide1.xml" ContentType="application/vnd.openxmlformats-officedocument.presentationml.notesSlide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67" r:id="rId3"/>
    <p:sldId id="270" r:id="rId4"/>
    <p:sldId id="468" r:id="rId5"/>
    <p:sldId id="419" r:id="rId6"/>
    <p:sldId id="260" r:id="rId7"/>
    <p:sldId id="261" r:id="rId8"/>
    <p:sldId id="281" r:id="rId9"/>
    <p:sldId id="420" r:id="rId10"/>
    <p:sldId id="398" r:id="rId11"/>
    <p:sldId id="421" r:id="rId12"/>
    <p:sldId id="282" r:id="rId13"/>
    <p:sldId id="392" r:id="rId14"/>
    <p:sldId id="371" r:id="rId15"/>
    <p:sldId id="386" r:id="rId16"/>
    <p:sldId id="394" r:id="rId17"/>
    <p:sldId id="395" r:id="rId18"/>
    <p:sldId id="390" r:id="rId19"/>
    <p:sldId id="396" r:id="rId20"/>
    <p:sldId id="444" r:id="rId21"/>
    <p:sldId id="393" r:id="rId22"/>
    <p:sldId id="271" r:id="rId23"/>
    <p:sldId id="430" r:id="rId24"/>
    <p:sldId id="425" r:id="rId25"/>
    <p:sldId id="426" r:id="rId26"/>
    <p:sldId id="275" r:id="rId27"/>
    <p:sldId id="284" r:id="rId28"/>
    <p:sldId id="408" r:id="rId29"/>
    <p:sldId id="427" r:id="rId30"/>
    <p:sldId id="405" r:id="rId31"/>
    <p:sldId id="409" r:id="rId32"/>
    <p:sldId id="469" r:id="rId33"/>
    <p:sldId id="431" r:id="rId34"/>
    <p:sldId id="467" r:id="rId35"/>
    <p:sldId id="428" r:id="rId36"/>
    <p:sldId id="413" r:id="rId37"/>
    <p:sldId id="432" r:id="rId38"/>
    <p:sldId id="433" r:id="rId39"/>
    <p:sldId id="434" r:id="rId40"/>
    <p:sldId id="435" r:id="rId41"/>
    <p:sldId id="436" r:id="rId42"/>
    <p:sldId id="442" r:id="rId43"/>
    <p:sldId id="437" r:id="rId44"/>
    <p:sldId id="439" r:id="rId45"/>
    <p:sldId id="412" r:id="rId46"/>
    <p:sldId id="438" r:id="rId47"/>
    <p:sldId id="417" r:id="rId48"/>
    <p:sldId id="414" r:id="rId49"/>
    <p:sldId id="415" r:id="rId50"/>
    <p:sldId id="470" r:id="rId51"/>
    <p:sldId id="440" r:id="rId52"/>
    <p:sldId id="441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291"/>
    <p:restoredTop sz="94653"/>
  </p:normalViewPr>
  <p:slideViewPr>
    <p:cSldViewPr snapToGrid="0">
      <p:cViewPr varScale="1">
        <p:scale>
          <a:sx n="94" d="100"/>
          <a:sy n="94" d="100"/>
        </p:scale>
        <p:origin x="200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3:49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0 24575,'0'29'0,"0"18"0,0 30 0,0 22-1823,0-33 0,0 4 1823,0 8 0,0 3 0,0 15 0,0 4-874,0-27 0,0 1 0,0 2 874,0 2 0,0 2 0,0 0 0,0 4 0,0 2 0,0 0 0,0 1 0,0 0 0,0-1 0,0 1 0,0-1 0,0-1 0,0-5 0,0-1 0,0-1-98,0-5 1,0-2 0,0-2 97,0 19 0,0-4 0,0-14 0,0-3 0,0-6 0,0-3-227,0-5 1,0 0 226,0 2 0,0 0 0,0 2 0,0-1 0,0-2 0,0-1 0,0-2 0,0 0 0,0-1 0,0 0 0,0 49 0,0-5 0,0-2 0,0-5 0,-4-6 1288,-5-3-1288,-1-12 0,-2-7 0,2-11 2840,2-6-2840,-3 0 2086,4-3-2086,1 5 663,1-4-663,1-3 136,0-5-136,0-7 0,0-6 0,4-4 0,-1-1 0,1 0 0,0-1 0,2 0 0,6-4 0,13-3 0,22-4 0,22-1 0,27 3 0,-35-2 0,3 1-1162,13 0 0,5 0 1162,12 0 0,4-1-970,-23-2 1,2 1-1,1-1 970,6 0 0,2 0 0,1 0 0,5 0 0,2 0 0,0 0 0,3 0 0,0 0 0,0 0-990,0 0 0,-1 0 1,0 0 989,-1 0 0,-1 0 0,0 0-1356,-3 0 0,0 0 1,-2 0 1355,-6 0 0,-1 0 0,-1 0 0,-2 0 0,-1 0 0,-2 0 66,24 0 1,-2 0-67,-8 0 0,0 0 0,0 0 0,-1 0 0,-8 0 0,-1 0 518,-1 0 1,-2 0-519,-9 0 0,-2 0 1055,-8 0 0,-2 0-1055,38 0 0,-10 0 0,-10 0 5692,-8 0-5692,-11 0 1890,-7 0-1890,0 0 1129,-5 0-1129,-1 0 278,-4 0-278,-4 0 0,0 0 0,1 0 0,-1 0 0,-2 0 0,-1 0 0,-1 0 0,-3 0 0,3 0 0,0 0 0,0 0 0,4 0 0,4 0 0,0 0 0,0 0 0,-1 0 0,-3 0 0,3 0 0,-1 0 0,1 0 0,-3 0 0,-5 0 0,-2 0 0,-4 0 0,-11 0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3:51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24575,'-3'0'0,"14"0"0,19 0 0,16 0 0,12 0 0,5 0 0,6 0 0,-1 0 0,-10 0 0,-7 0 0,-16 0 0,-10 8 0,-9 19 0,-13 12 0,-8 11 0,-5 10 0,-13 3 0,-12 14 0,-7 10-490,-4-1 490,8-4 0,4-12 0,7-12 0,4-5 0,6-6 0,7-10 0,5-6 0,5-9 490,0-4-490,7-4 0,11-7 0,15-4 0,14-3 0,8 0 0,8 0 0,-1 0 0,-2 0 0,-8 0 0,-9 0 0,-6 0 0,-9 0 0,-5 0 0,-5 0 0,-11 0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3:51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24575,'5'-6'0,"19"3"0,13 0 0,21 3 0,3 0 0,29 0 0,-18 0 0,-11 0 0,-34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3:52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24575,'0'9'0,"0"0"0,0 6 0,0 4 0,0 4 0,0 9 0,0 2 0,0 6 0,0 1 0,0-1 0,0-4 0,0-6 0,0-4 0,0-4 0,0 3 0,0-11 0,0-2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3:53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24575,'21'0'0,"6"0"0,9 0 0,11 0 0,-5 0 0,-1 0 0,-5 0 0,-10 0 0,-8 9 0,-6 22 0,-8 21 0,-3 29 0,-5-28 0,-2 1-214,-3-2 1,-1-1 213,-2 2 0,-1-1 0,-3-4 0,-1-1 0,-16 38 0,0 6 0,0-5 0,11-10 0,10-12 0,5-15 0,5-11 0,2-6 0,0-7 0,3-3 0,7-4 0,8-3 427,12-4-427,4-4 0,0-4 0,2-3 0,2 0 0,5 0 0,5 0 0,1 0 0,1 0 0,-3 0 0,-6 3 0,-5 1 0,-8 0 0,-5-1 0,-5-3 0,-10 0 0,-2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3:54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24575,'14'0'0,"12"0"0,15 0 0,6 0 0,17 0 0,-3 0 0,-1 0 0,14 0 0,-30 0 0,10 0 0,-24 0 0,-5 0 0,-5 0 0,-4 0 0,-6 0 0,-5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3:55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3 24575,'6'-3'0,"-7"6"0,10 10 0,-9 13 0,0 15 0,0 10 0,0 5 0,-8 9 0,-2 2 0,-4 1 0,-3-3 0,7-11 0,0-8 0,1-11 0,2-9 0,0-6 0,2-2 0,3-3 0,4-2 0,7-5 0,5-4 0,7-3 0,0-1 0,-2 0 0,1 0 0,2 0 0,4 0 0,3 0 0,1 0 0,1 0 0,-1 0 0,1 0 0,-1 0 0,0 0 0,-3 0 0,-4 0 0,-6 0 0,-6 3 0,-5 2 0,-3-2 0,-3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3:58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24575,'0'26'0,"0"10"0,0 13 0,0 12 0,0 4 0,0 10 0,0 4 0,0-2 0,0-14 0,0 0 0,0-13 0,0-12 0,0-15 0,0-21 0,0-13 0,0-14 0,0-6 0,0-7 0,0-4 0,0-3 0,0-9 0,0-1 0,0-1 0,0 5 0,0 6 0,0 0 0,0 5 0,0 1 0,1 10 0,2 7 0,2 4 0,4 2 0,1-4 0,3 1 0,0 1 0,1 2 0,3 5 0,1 2 0,3 4 0,0 1 0,1 4 0,4-1 0,-4 1 0,3 0 0,0 0 0,-2 0 0,2 0 0,-2 2 0,-1 4 0,1 6 0,-4 4 0,0 5 0,-4 0 0,-3-3 0,-4 0 0,-4-1 0,-3 2 0,-4 2 0,-12 5 0,-13 1 0,-12 1 0,-8-4 0,7-6 0,3-4 0,4-1 0,6-2 0,1-3 0,7-3 0,3-3 0,8-2 0,2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00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403 28 21020,'-3'-13'0,"-3"5"1693,-7 2-1693,-5 6 0,0 0 601,-7 0-601,-11 3 0,-8 4 308,0 3-308,1 11 953,12 2-953,1 4 0,5 7 0,6-5 0,0 2 0,5 0 0,3-8 0,8 2 0,3-1 0,0 2 0,0-2 0,0-2 0,0-3 0,0 0 0,0 1 0,2-1 0,7-1 0,4-6 0,7-3 0,4-5 0,3-3 0,2-4 0,2-12 0,0-13 0,-3-12 0,-4-1 0,-4 6 0,-3 5 0,-1 4 0,0 0 0,-2 3 0,1 5 0,-3 11 0,-5 13 0,-3 15 0,-4 17 0,0 21 0,0 5 0,0 6 0,0 0 0,0 3 0,0 10 0,0 3 0,0 4 0,0-11 0,0-11 0,0-14 0,0-18 0,0-9 0,0-8 0,0-4 0,0 0 0,3-3 0,3-6 0,4-20 0,5-18 0,4-19 0,7-12 0,9-4 0,6-4 0,-1 6 0,1 0 0,-2 5 0,2 0 0,4-4 0,-1 5 0,-7 6 0,-3 9 0,-9 10 0,-5 9 0,-2 6 0,-7 5 0,-4 6 0,-3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02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50 24575,'0'-4'0,"0"7"0,0 8 0,0 6 0,0 0 0,3-3 0,5-8 0,5-3 0,3-6 0,-3-7 0,-6-5 0,-4-2 0,-3-4 0,-3 6 0,-2 4 0,-6 5 0,-10 6 0,-6 0 0,-9 0 0,-2 0 0,5 0 0,4 2 0,9 7 0,7 7 0,4 5 0,5 1 0,3-5 0,0-2 0,4-2 0,7-2 0,8-4 0,8-5 0,0-2 0,-3 0 0,-4 0 0,-4 0 0,0 0 0,-4-2 0,-3-7 0,-3-7 0,-4-9 0,-1 0 0,-2 2 0,-5 5 0,0 4 0,-3 3 0,1 4 0,4 4 0,-1 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03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45 240 24575,'-6'5'0,"2"11"0,2 17 0,2 13 0,0 11 0,0 13 0,0-6 0,0 14 0,0-5 0,0-16 0,0-9 0,0-25 0,0-7 0,0-9 0,0-15 0,0-19 0,0-19 0,0-19 0,0 0 0,0-7 0,0-1 0,0 3 0,0-5 0,0 7 0,0 5 0,3 6 0,3 11 0,5 11 0,2 11 0,1 8 0,-1 4 0,1 5 0,3 4 0,0 3 0,0 0 0,0 0 0,-2 0 0,1 0 0,1 0 0,-3 2 0,0 3 0,0 5 0,-3 2 0,-3 4 0,-4 2 0,-4 0 0,1-1 0,-12-2 0,-9-1 0,-12 1 0,-11 1 0,7-2 0,1-1 0,5-3 0,7-3 0,0-2 0,4-3 0,10-2 0,1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04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5835 24575,'0'-26'0,"0"-30"0,9-40-3177,5 29 1,5-4 3176,9-16 0,4-4 0,5-1 0,2-1 0,-9 28 0,0 0 0,1-1 0,0-1 0,0-1 0,0 0 0,3-2 0,0 1 0,1-2 0,2-6 0,2-3 0,-1 1 0,-2 1 0,0 0 0,-1 0 0,-1 4 0,1 0 0,-1 2-399,-2 3 1,0 2-1,-1 0 399,-3 4 0,0 0 0,0 2 361,8-19 1,-1 2-362,-3 4 0,-2 2 0,-5 8 0,0 3 0,1 2 0,1 0 0,-2-1 0,1 1 0,-1 6 0,0 0 0,5-7 0,1-2 0,-2 2 0,0 1 0,-1 3 0,0 2 0,-3 1 0,-1 3-159,13-29 159,4 0 0,-18 33 0,1-1 1112,2 1 0,0-1-1112,1-4 0,0-1 0,1 1 0,-1 0 0,-1 2 0,-1 1 0,0 0 0,0 0 0,0 3 0,-1 0 0,21-43 0,3 0 0,-5 3 0,3 1 0,0 2 0,-5 0 0,-4 10 2713,-7 9-2713,0 5 1150,-3 9-1150,1-4 231,-2 3-231,-1 0 667,4-5-667,1-1 0,4 0 0,-1 0 0,-3 10 0,-1 0 0,-5 6 0,-5 8 0,-1 7 0,-4 8 0,-4 5 0,-4 0 0,-1 0 0,-1 0 0,1-2 0,-1 7 0,-2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05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 24575,'0'11'0,"0"5"0,0 8 0,0 4 0,0 2 0,0-3 0,5-7 0,9-9 0,12-8 0,8-3 0,-3 0 0,-4 0 0,-6-3 0,-1-5 0,-3-8 0,-2-8 0,-5-4 0,-5 2 0,-1 3 0,-3 1 0,0 2 0,-4 4 0,-7 2 0,-8 6 0,-3 4 0,2 1 0,4 3 0,3 0 0,1 0 0,-3 0 0,5 0 0,2 0 0,5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06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454 13 24575,'1'-6'0,"-13"2"0,-14 2 0,-14 2 0,-7 0 0,-11 7 0,-1 10 0,2 8 0,10 7 0,11-1 0,7-1 0,11 0 0,4 0 0,9 0 0,2-2 0,1 2 0,1-2 0,1-3 0,0-2 0,0-8 0,2-3 0,7-4 0,6-4 0,6-4 0,4-3 0,1-7 0,3-9 0,-3-7 0,0-1 0,-2 0 0,-4 3 0,-1 3 0,-3 4 0,-1 8 0,-1 3 0,0 5 0,0 9 0,0 14 0,0 14 0,2 15 0,1 7 0,-4 4 0,-4 4 0,-3 5 0,-1 4 0,0 4 0,-1-1 0,-3-10 0,-1-10 0,0-13 0,3-11 0,1-6 0,3-11 0,3-6 0,0-8 0,11-6 0,6-12 0,5-13 0,8-14 0,7-13 0,8-8 0,5-4 0,0 1 0,-4 5 0,-5 9 0,-8 11 0,-9 11 0,-10 9 0,-6 9 0,-3 1 0,-1 4 0,-1 0 0,-1-1 0,-1-1 0,3-3 0,4-3 0,6-3 0,-9 7 0,-3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07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0 961 24575,'0'-13'0,"0"-8"0,0-14 0,0-16 0,0-6 0,0-12 0,0-5 0,0 4 0,0 0 0,0 8 0,0-2 0,0 2 0,0-4 0,0 6 0,0 9 0,0 8 0,0 12 0,5 8 0,4 6 0,10 6 0,7 5 0,8 3 0,3 2 0,3 1 0,3 0 0,-5-1 0,1 1 0,-3 0 0,-7 0 0,-2 3 0,-16-2 0,-5 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08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24575,'28'0'0,"20"0"0,9 0 0,5 0 0,14 0 0,-11 0 0,3 0 0,-11 0 0,-25 0 0,-14 0 0,-7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09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0 24575,'-12'0'0,"-9"0"0,-9 0 0,-8 0 0,-5 0 0,4 0 0,8 5 0,13 5 0,12 6 0,6 6 0,0 1 0,0 3 0,0 0 0,0-3 0,3-7 0,6-7 0,9-5 0,4-4 0,-1-3 0,-1-4 0,-5-3 0,-2-3 0,-2 1 0,-2 3 0,4 2 0,0 2 0,1 6 0,-1 9 0,1 7 0,3 8 0,2 5 0,4 4 0,3 0 0,-3-3 0,-1-5 0,-3-8 0,-4-2 0,1-1 0,-8-6 0,-2-3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09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14 318 24575,'-3'7'0,"-1"-1"0,1 12 0,0-5 0,3-1 0,0-5 0,0-10 0,0-16 0,0-11 0,0-8 0,0 2 0,0 3 0,0-1 0,5 4 0,10-2 0,6 4 0,11 3 0,5 3 0,4 4 0,3 5 0,0 4 0,-3 4 0,0 1 0,-1 3 0,-5 1 0,-4 0 0,-10 0 0,-6 0 0,-1 0 0,-7 0 0,0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11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92 24575,'0'-17'0,"0"3"0,0-1 0,0 2 0,0 0 0,-5 3 0,-7 4 0,-8 3 0,-7 3 0,-2 10 0,1 13 0,3 13 0,4 17 0,7 6 0,5 2 0,6-2 0,3-14 0,0-10 0,0-8 0,5-7 0,6-3 0,9-8 0,10-4 0,3-4 0,6 0 0,0-4 0,-2-8 0,-6-7 0,-5-5 0,-3 1 0,-5 5 0,-1 3 0,-7 1 0,-1 3 0,0 4 0,0 6 0,4 9 0,0 5 0,-3 7 0,0 4 0,0-3 0,0-2 0,2-5 0,-1-3 0,1 0 0,2 1 0,-3 0 0,-5-5 0,-2-2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12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0 170 24575,'0'24'0,"0"5"0,0 11 0,0-1 0,0 4 0,0-5 0,0-6 0,0-5 0,0-8 0,0-8 0,0-19 0,8-28 0,10-25 0,5-15 0,7 4 0,-8 7 0,-2 5 0,-4 15 0,-2 14 0,1 17 0,1 10 0,4 8 0,-1 20 0,3 20 0,3 19 0,6 6 0,-1-7 0,-1-10 0,-5-13 0,-5-12 0,-1-9 0,-8-4 0,0-1 0,-1-3 0,-2-6 0,-1-7 0,0-11 0,-2-7 0,0-2 0,1-2 0,-1 2 0,2 7 0,0 1 0,-2 3 0,0 1 0,-4-2 0,3-1 0,1-3 0,-1 9 0,0-2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13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93 176 24575,'0'-8'0,"0"-6"0,0-3 0,0-9 0,0 0 0,0 4 0,0-4 0,0 6 0,-3 4 0,-4 20 0,-5 24 0,-3 12 0,1 6 0,-2-3 0,4-5 0,4-2 0,3-6 0,5-7 0,0-1 0,0-2 0,3-5 0,3-7 0,7-4 0,4-7 0,1-4 0,-3-4 0,-2-7 0,-1-4 0,-1-2 0,-3 1 0,-3 5 0,-4 2 0,2 4 0,4 4 0,2 4 0,4 3 0,1 7 0,-1 9 0,0 4 0,0 7 0,0-1 0,-1-1 0,2-2 0,0-3 0,0-4 0,-3 0 0,-4-8 0,-4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13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24575,'0'28'0,"0"-2"0,7 6 0,4-4 0,8 2 0,4 1 0,-3-4 0,-1-5 0,-4-10 0,-7-4 0,-1-4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9:44:14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1080 0 24575,'-33'4'0,"-28"29"0,17-5 0,-4 5 0,-12 16 0,-1 5-1690,-4 7 1,2 2 1689,6-7 0,2-1 0,1 0 0,1-1 0,8-7 0,1-1 134,0 0 1,1 0-135,3-2 0,2-2 0,-22 31 730,14-18-730,16-17 0,9-7 0,10-9 0,8-10 0,3-2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44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 24575,'-15'0'0,"-1"0"0,-9 0 0,-12 0 0,-3 4 0,-14 21 0,0 18 0,8 19 0,3 20 0,19 2 0,11-5 0,8 2 0,5-5 0,0-4 0,0-3 0,4-16 0,12-11 0,15-6 0,27-3 0,18-6 0,7-7 0,8-8 0,-10-6 0,4-4 0,-1-8 0,-8-9 0,-4-7 0,-18-11 0,-9-2 0,-11-3 0,-11-1 0,-7-1 0,-6 1 0,-7-2 0,-1-2 0,-7 1 0,-13-2 0,-13-1 0,-11 3 0,-4 3 0,5 6 0,3 7 0,3 2 0,4 3 0,1 5 0,5 0 0,3 6 0,5 3 0,4 0 0,3 1 0,0-1 0,4 3 0,1 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45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24575,'6'0'0,"14"0"0,29 0 0,36 0 0,-33 0 0,4 0 0,12 0 0,6 0 0,-7 0 0,4 0 0,2 0-2835,7 0 1,2 0 0,0 0 2834,-1 0 0,-1 0 0,-1 0 0,-4 0 0,-2 0 0,-5 0 542,5 0 0,-6 0-542,-9 0 0,0 0 0,0 0 0,0 0 0,-6 0 0,-1 0 0,3 0 0,0 0-81,-3 0 0,0 0 81,38 0 0,-4 0 0,-14 0 0,-11 0 0,-11 0 6389,-14 0-6389,-6 0 938,-7 0-938,-7 2 63,-6 2 1,-7-1-1,-2 1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45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74 24575,'-28'-13'0,"2"3"0,7 10 0,-1 0 0,2 0 0,1 7 0,6 16 0,5 14 0,4 11 0,1 4 0,0 13 0,1 7 0,0 2 0,0-2 0,0-8 0,0-1 0,14-4 0,12-10 0,12-16 0,6-7 0,-1-10 0,1-6 0,4-3 0,6-4 0,-2-2 0,-2-8 0,-8-8 0,-8-14 0,-6-14 0,-5-8 0,-4-9 0,-6-1 0,-5-5 0,-7 0 0,-21-5 0,-16 6 0,-11 14 0,-9 6 0,2 7 0,-6 1 0,-4 0 0,2 8 0,3 6 0,8 6 0,6 5 0,21 7 0,8 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46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1 24575,'-10'0'0,"-5"0"0,-14 3 0,-11 15 0,-13 32 0,1 31 0,29-27 0,5 4-726,2 6 1,5 2 725,5 0 0,3-1 0,-1 2 0,3-1 0,5-5 0,3-2 67,18 36-67,29-13 0,17-23 0,1-22 0,10-11 0,-14-23 0,5-1 0,-10-11 0,-13-12 0,-5-21 0,-16-11 0,-7-9 0,-11-7 1082,-7 1-1082,-3-4 0,0 7 302,-4 6-302,-5 9 0,-10 7 0,-11 3 0,-9 8 0,0 3 0,-1 1 0,5 3 0,3 2 0,3 3 0,6 5 0,9 8 0,5 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47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24575,'0'11'0,"0"20"0,0 23 0,0 26 0,0 19-822,0 0 822,0-13 0,14-5 0,18-18 0,16-18 0,18-13 0,5-25 0,2-5 270,-3-5-270,-10-11 0,-9-16 137,-8-16-137,-12-14 0,-7-17 0,-9 1 0,-6-4 0,-4 2 0,-11 11 0,-10-1 0,-16 11 415,-10 12-415,-1 12 0,-4 16 0,5 9 0,3 7 0,6 1 0,15 0 0,7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48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88 24575,'-8'6'0,"-3"-3"0,-4-1 0,-6 4 0,-2 10 0,6 11 0,4 19 0,10 23 0,3 18 0,-1 3 0,1 4 0,0-8 0,11-15 0,19-9 0,28-29 0,26-16 0,14-10 0,-7-6 0,-2-5 0,-11-7 0,-13-12 0,-1-29 0,-22-11 0,-14-12 0,-12-2 0,-13 12 0,-7-5 0,-11 6 0,-16 3 0,-16 4 0,-10 6 0,-5 8 0,-1 9 0,4 12 0,2 6 0,9 5 0,20 5 0,9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49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110 750 24575,'-14'-11'0,"3"4"0,-2 2 0,-4 5 0,-2 11 0,1 7 0,5 15 0,9 14 0,4 0 0,0 1 0,0-9 0,0-3 0,7-3 0,12-3 0,25-9 0,21-10 0,17-7 0,-32-3 0,1-1 0,43 1 0,-42-7 0,-1-4 0,-1-3 0,-3-6 0,27-38 0,-40 18 0,-5-4 0,2-49 0,-22 39 0,-3-3-2108,-3-2 1,-3 0 2107,-4 3 0,-4 0 0,-6-1 0,-4 2-239,-28-34 239,-15 14 0,-10 8 0,-3 15 0,-8 5 0,4 16 0,8 13 0,11 10 0,12 5 0,11 1 0,17 1 0,7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49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322 236 24575,'-28'0'0,"-1"0"0,-2 0 0,-3 0 0,-1 0 0,4 6 0,-3 13 0,12 12 0,5 19 0,7 18 0,6 0 0,3 7 0,0-6 0,1-6 0,0-3 0,2-15 0,16-13 0,11-15 0,10-7 0,6-5 0,0-15 0,5-20 0,-10-23 0,-12-25 0,-18 0 0,-10-3 0,0-3 0,-2 11 0,-13-6 0,-13 7 0,-16 11 0,-8 3 0,5 15 0,3 15 0,7 11 0,5 11 0,5 4 0,13 2 0,6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0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24575,'0'-4'0,"12"19"0,21 19 0,1 3 0,6 3-913,1 1 0,5 1 913,21 17 0,7 2-955,-17-14 0,2 1 0,2-1 955,5 1 0,2-1 0,3 2-816,-10-7 0,3 2 0,1-1 1,-1-2 815,17 7 0,0-1 0,0-1 0,0 0 0,0-1 0,-1-2-462,-7-6 0,-2-1 0,-3-3 462,14 4 0,-6-3 0,-14-7 0,-5-4 0,30 10 0,-14-2 808,-7-3-808,-17-12 625,-11-6 0,-20-7 1,-6 1-1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1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21881,'0'-5'0,"0"20"1299,0 13-1299,0 29 0,0 1 0,0 0 0,0 7 454,0-10-454,0 0 231,0-14-231,0-16 0,0-14 0,0-4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1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1 232 24575,'13'-6'0,"19"-8"0,12-9 0,22-15 0,4 1 0,-5 1 0,-2 5 0,-21 11 0,-8 5 0,-18 7 0,-6 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2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24575,'-8'0'0,"38"4"0,14 4 0,45 8 0,-35-6 0,1-2-588,2 1 0,1-2 588,6-1 0,1 0 0,-3-4 0,-1 0 0,-3 1 0,-1-1 0,4-1 0,0 0 0,-7-1 0,-1 0 0,1 1 0,-1-1 288,32 0-288,-23 0 0,-21 0 0,-14 0 0,-15 0 0,-5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3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24575,'0'21'0,"0"27"0,0 13 0,0 20 0,0 1 0,0-10 0,0 5 0,0-11 0,0-3 0,0-12 0,0-7 0,0-8 0,0-5 0,0-4 0,0-9 0,0 0 0,0-4 0,0-4 0,0-3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4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0 775 24575,'9'-12'0,"22"-18"0,21-37 0,-16 23 0,3-1-1169,6-4 1,2-1 1168,-1-1 0,2 0 0,12-9 0,0 3 0,-14 14 0,-3 3 0,1-4 0,-5 4 747,4-1-747,-20 18 96,-4 6 1,-10 9-1,-3 6 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4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24575,'-6'3'0,"3"12"0,1 15 0,17 28 0,18 19-693,-6-32 0,6 0 693,9 9 0,5 1 0,4 3 0,5 1 0,10 8 0,3 2-730,-21-23 0,0 0 1,2 0 729,0-1 0,2 0 0,-1 0 0,1-1 0,0 0 0,0-2 0,19 18 0,0-1 0,1-1 0,-3-1 0,-9-9 0,-2-3-613,-8-7 1,-1-1 612,-4 0 0,-1-2 0,30 23 0,-4 1 0,-8-15 846,-17-18-846,-10-5 2470,-8-7-2470,-10-2 0,-7-5 0,-4-4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5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24575,'-5'4'0,"30"13"0,37 25 0,-3-5 0,7 3-4744,9 4 0,3 1 4744,-2-2 0,6 0 0,-1-3 0,8 0 0,1 0-505,1-2 1,1-1-1,2 0 505,-16-7 0,2 1 0,1-1 0,-1 0 0,3 1 0,1-1 0,0-1 0,-4-3-32,8 0 1,-3-4-1,0 1 32,4 2 0,-1 1 0,-3-2-409,-12-3 1,-2-1-1,-2-1 409,25 7 0,-4-1 1111,-14-3 1,-3-3-1112,-10-5 0,-2-1 1533,-5 0 1,-4 0-1534,28 4 3021,-29-5-3021,-17-4 619,-9-4 0,-15-1 0,-3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6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24575,'37'0'0,"34"0"0,-20 0 0,5 0-4916,19 0 1,3 0 4170,-8 0 0,3 0 745,-7 0 0,5 0 0,2 0 136,12 0 0,3 0 0,2 0-136,5 0 0,2 0 0,2 0 0,-18 0 0,3 0 0,0 0 0,-3 0-83,13 0 0,-4 0 1,-2 0 82,-13 0 0,-2 0 0,-2 0 0,22 0 0,-5 0-222,-13 0 1,-4 0 221,-13 0 0,-2 0 0,-1 0 0,-4 0 0,29 0 4396,-23 0-4396,-15 0 609,-9 0 0,-19 0 0,-3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7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0 24575,'0'18'0,"0"24"0,0 28 0,0-17 0,0 5 0,0 12 0,0 4-1633,0 14 1,0 2 1632,0 8 0,0 3 0,0-30 0,0 2 0,0 3 0,0 13 0,0 3 0,0 1-1140,0 1 0,0 0 0,0 2 1140,0-20 0,0 2 0,0-1 0,0 1 0,0-2 0,0 0 0,0 0 0,0-1-861,0 18 1,0-1-1,0 0 861,-1 1 0,-1 0 0,0-2-436,1-13 1,-1-2 0,0-3 435,-2 24 0,1-5 225,1-16 1,-1-5-226,3-13 0,0-2 1570,-2-2 1,0-3-1571,-2 26 0,-1-25 3108,1-17-3108,4-15 547,0-6 1,0-5-1,0-4 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8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24575,'0'-3'0,"0"16"0,0 27 0,0 22 0,0 13 0,0 10 0,0 5-1488,0-16 0,0 4 1,0 1 1487,1 8 0,1 1 0,0-1 0,0-7 0,2 0 0,0 1 0,2 10 0,1 2 0,2 0 0,2-4 0,2-1 0,1 0 0,0-1 0,2-1 0,0 0 0,1-3 0,1 0 0,-1-1 0,0-5 0,0 0 0,0-2-211,-2-3 0,0-2 0,-1-2 211,5 19 0,-1-5 0,-2-10 0,1-5 0,-3-11 0,0-2 0,10 34-252,1 0 252,0-10 0,-3-3 0,1-4 0,-2-6 0,-2-10 0,0-9 0,-4-6 3063,-2-4-3063,-4-8 487,-2-5 0,-4-13 1,-3-4-1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8:58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24575,'0'-8'0,"0"30"0,7 10 0,8 37 0,27 13 0,-7-32 0,4 0 0,4 1 0,3 0-1443,12 5 1,4 0 1442,5 3 0,3-2 0,5 1 0,1-1 0,1 0 0,0-1 0,-5-4 0,-1-2 0,-3-5 0,-2 1 0,-1-1 0,-1 0 0,3 1 0,-1-1 121,-9-6 1,-3-2-122,-5-1 0,-1-1 0,33 20 0,-14-9 0,-10-6 0,-15-13 0,-13-6 0,-14-10 0,-7-5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00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2130 24575,'13'-9'0,"14"-12"0,22-22 0,23-21 0,-27 26 0,4-1-1228,6-6 0,4 0 1228,13-4 0,5 0-1060,6-3 0,3 0 1060,-26 18 0,1 0 0,1 1 0,2-1 0,1 0 0,-1 0 0,-1-1 0,-1-1 0,0 1 0,-3 2 0,1 0 0,-2-1 0,27-16 0,-2-1 0,-2 1 0,-1 0-672,-3 5 1,0-1 671,0-3 0,0 0 0,-3 2 0,-2 1 0,-9 5 0,-3 1 0,-6 2 0,-3 1-257,-4 2 0,-1 1 257,-5 3 0,-2-1 0,37-28 1258,-9 6-1258,-13 11 2603,-11 9-2603,-4 7 0,-7 8 0,-6 4 1652,-6-1-1652,-2 2 717,1 0-717,3-2 203,3 3-203,-3 0 0,0 0 0,0 1 0,1-1 0,-1 0 0,0 1 0,-4 0 0,-2-1 0,-1 4 0,-4 3 0,-5 4 0,-1 2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01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2768 24575,'0'-23'0,"0"-22"0,0-28 0,-1 23 0,2-4-4147,0-13 0,2-2 4147,3-2 0,2-1 0,4-8 0,2-2 72,4-3 0,1-2-72,1-3 0,-1-3 0,-6 24 0,-1-1 0,0 0-69,-1 0 1,0 0 0,1 0 68,-1 0 0,1 0 0,-1 1 0,0 2 0,1 0 0,-1 2-399,5-19 0,-1 3 399,-2 7 0,-1 4 1340,-2 11 0,-1 2-1340,-1 5 0,-1 2 0,5-43 1801,-4 23-1801,-4 13 2443,-1 23-2443,-3 5 1286,0 8-1286,0 5 943,0-1-943,0 0 0,0 7 0,0 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04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 24575,'0'20'0,"0"8"0,0 16 0,0 16 0,0 4 0,0-3 0,0-6 0,7-15 0,12 0 0,14-7 0,16-8 0,15-9 0,12-9 0,-5-6 0,5-4 0,-16-8 0,-9-10 0,-7-12 0,-19-11 0,-4-10 0,-10-4 0,-3-3 0,-5 6 0,-2 1 0,-3 8 0,-3 10 0,-9 5 0,-8 9 0,-4 3 0,-7 2 0,3 7 0,0 3 0,5 3 0,12 4 0,5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04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250 201 24575,'-13'-6'0,"2"3"0,-4 0 0,-1 3 0,1 0 0,-8 0 0,1 0 0,-5 0 0,0 5 0,1 18 0,2 14 0,9 11 0,4 11 0,10-7 0,1 4 0,-3-5 0,3-16 0,12-7 0,12-13 0,23-6 0,15-3 0,4-4 0,0-2 0,-7 1 0,-6-7 0,-9-9 0,-7-11 0,-14-15 0,-10-9 0,-6-2 0,-7-8 0,1-5 0,-1-2 0,-2 8 0,-5 13 0,-7 13 0,-6 7 0,-4 0 0,-1 7 0,-4 4 0,14 9 0,1 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05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1 214 24575,'0'-12'0,"0"6"0,0 8 0,0 25 0,0 16 0,0 9 0,0 9 0,0-7 0,0-3 0,2-8 0,13-10 0,16-9 0,17-8 0,15-8 0,7-7 0,2-4 0,-1-12 0,-5-13 0,-12-5 0,-9-4 0,-13 6 0,-12 1 0,-7-12 0,-6-2 0,-5-7 0,-13 2 0,-16 2 0,-18 2 0,-10 8 0,-2 2 0,5 11 0,4 2 0,3 7 0,7 5 0,2 4 0,18 2 0,3 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06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62 145 24575,'-22'18'0,"7"-1"0,0 9 0,11 0 0,0 1 0,3 13 0,1 3 0,0 9 0,-1 12 0,1-10 0,0 5 0,4-12 0,11-15 0,22-1 0,19-16 0,15 1 0,10-7 0,-6-6 0,3-8 0,-5-8 0,-10-12 0,-2-19 0,-18-14 0,-17-15 0,-14 1 0,-11 6 0,0 1 0,-7 9 0,-10 5 0,-17 8 0,-14 13 0,-10 5 0,-7-2 0,1 6 0,1 3 0,10 3 0,11 6 0,20 4 0,8 2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07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53 578 24575,'-5'10'0,"2"5"0,0 13 0,3 12 0,0 15 0,0 7 0,0 0 0,3-5 0,16 6 0,21-5 0,14-8 0,19-8 0,3-23 0,-6-6 0,-1-5 0,-11-8 0,-8 0 0,-1-5 0,-4-9 0,-7-15 0,-8-14 0,-11-23 0,-12-18 0,-4-2-538,-3-12 538,1 7 0,-1-3 0,0 43 0,0 1 0,-11-37 0,-13 8 0,-8 19 0,-13 10 0,0 12 0,-5 8 0,-11 1 0,-6 8 0,-9 0 0,0 6 0,3 4 0,5 6 0,9 3 0,25 1 0,10 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07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24575,'0'-5'0,"0"20"0,0 26 0,3 38 0,12 17 0,-2-39 0,4 2 0,12 17 0,4 2 0,4 2 0,2 0-897,-1 2 0,1-1 897,-4-4 0,-3-5 0,-11-22 0,-2-3 0,13 34-468,-7-15 468,-3-11 0,-4 1 0,-3-8 0,-4-11 0,-6-17 0,1-9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08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1329 24575,'-5'-2'0,"10"-15"0,24-21 0,27-24 0,-12 17 0,7-4-2835,-2 4 1,3-3 0,0 1 2834,18-17 0,1 0 0,-14 12 0,2-2 0,-1 1 70,-4 4 1,-1 2 0,-2 1-71,13-13 0,-1 1 0,11-9 0,-2 1 0,-23 18 0,-3 2-83,-3 4 0,-3 2 83,16-18 0,-26 23 0,-13 19 0,-11 7 0,-4 6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09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6 24575,'-3'-5'0,"13"7"0,19 15 0,21 16 0,22 17 0,3 3 0,7 3-1154,-39-27 0,0 1 1154,37 24 0,0-3 0,-14-10 0,-12-11 0,-7-8 0,-9-6 0,-2 0 0,-7-2 0,-8-4 2308,-4-4-2308,-7-6 0,-5 0 0,0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10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24575,'0'34'0,"0"14"0,0 20 0,4 27 0,0-45 0,2 0-588,3 6 1,2 0 587,-1-2 0,2-2 0,12 42 0,2-2 0,-2-9 0,1 1 0,-6-14 384,-6-15-384,-5-18 48,-4-12 1,-4-15 0,0-4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10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3 922 24575,'-3'-24'0,"3"-14"0,16-21 0,20-20 0,-11 36 0,3 0 0,1-2 0,1 0 0,20-34 0,-5 7 0,0-2 0,-4 6 0,0-1 0,-8 9 0,-11 15 0,-9 12 0,-6 8 0,-5 13 0,0 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11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11 24575,'-3'-5'0,"14"2"0,19 1 0,30 2 0,26 0 0,4 0 0,4 0-601,-6 0 601,-6 0 0,-2 0 0,-16 0 148,-11 0-148,-12 0 0,-9 0 0,-4 0 0,-6 0 0,-4 0 453,-3 0-453,1 0 0,-1 0 0,-5 0 0,-2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12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 24575,'-9'-6'0,"22"10"0,48 25 0,-6-3 0,9 5-4916,20 10 1,7 4 4418,-21-13 1,3 1-1,0 0 497,-2-3 0,0 0 0,1 0-243,6 0 1,0 1 0,0-2 242,-6-3 0,0-1 0,0 0 245,0-1 1,0-1-1,0 0-245,3 0 0,1-1 0,-3 0 0,22 4 0,-3-1 0,1 0 0,-3-2 0,-13-3 0,-4-2-274,-9-3 0,-2-1 274,-5-2 0,-2 0 4270,24 3-4270,-23-5 970,-24-6 1,-16-3 0,-7-1-1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12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1 432 24575,'15'0'0,"22"0"0,32 0-4916,-19-2 1,3-3 4170,0 1 0,1-3 745,19-6 0,4-3 385,8-6 1,4-3-386,-24 8 0,2-1 0,1 0 0,8-3 0,2 0 0,-2-1 0,-9 4 0,-2-1 0,-2 2 0,21-5 0,-4 2 803,-11 1 0,-3 2-803,-9 4 0,-1 1 0,-6 2 0,0 0-97,43-8 97,-22 7 0,-19 4 5666,-11 3-5666,-7 1 2581,-7 3-2581,-2 0 620,-4 0-620,-4 0 174,1 0-174,-2 0 0,-1 0 0,0 0 0,-4 0 0,0 0 0,-5 0 0,-1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13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21536,'0'-5'0,"0"19"1458,0 35-1458,0 21 0,0 14 0,0-18 0,0 3 0,0 4-1569,0 23 1,0 5-1,0 2 1569,1-26 0,-1 2 0,1-1 0,1-1 0,2 20 0,1-3 0,1 2 0,1 2 0,0 1 0,2-2 0,0-8 0,1-1 0,0 1 0,0 7 0,0 2 0,0 0 0,0-3 0,0 0 0,0-1 0,-1-1 0,0-1 0,-1-3 0,-2-12 0,1-3 0,-2-2 0,2 15 0,-1-4 0,-3-11 0,-1-2 263,0-7 1,1-1-264,-1 2 0,0-1 0,1-2 0,-1-1 182,0-8 1,1-2-183,1 34 0,6-12 0,-2-11 3993,3-9-3993,5-4 1084,-4-4-1084,1-5 318,0-5-318,-6-7 0,-1-9 0,-3-3 0,-1-5 0,0 2 0,1 2 0,1 5 0,0 4 0,2 4 0,3 2 0,-2 4 0,2 1 0,-2-6 0,-3-5 0,1-6 0,-1-5 0,-1-5 0,-1-2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14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2685 1 24575,'0'22'0,"-3"10"0,-10 16 0,-13 14 0,-23 21-1796,13-33 1,-4 1 1795,-8 10 0,-4 2 0,-10 6 0,-5 3-1456,9-10 0,-3 3 0,-3 1 1456,12-12 0,-3 1 0,0-1 0,1 1 0,-16 15 0,0 0 0,1 0-1017,-1 1 0,1 0 0,2-3 1017,10-11 0,3-3 0,0-1 0,2 0 0,-1 0 0,0 0-437,-6 3 1,0 1 0,1-3 436,7-7 0,1-2 0,0-1-28,-23 22 1,2-3 27,7-6 0,3-2 0,7-10 0,1 0 1067,4 0 1,1-1-1068,6-7 0,2-1 5073,-22 28-5073,10-3 2456,11-10-2456,13-3 1929,4-9-1929,8-6 781,0-8-781,5-8 0,5-5 0,4-2 0,1 1 0,-4-2 0,4-2 0,-4-4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15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1332 2947 24575,'0'-13'0,"-11"-18"0,-9-25 0,-19-31 0,12 30 0,-4-4-1166,-4-8 0,-4-3 1166,-4-13 0,-2-2-944,15 26 1,0-1-1,0-1 944,-2-4 0,-1-1 0,1 1 0,3 4 0,1-1 0,0 3 0,-13-26 0,1 4-89,1 4 0,2 3 89,5 11 0,1 1 0,-6-11 0,0 1 0,1 6 0,1 2 0,2 1 0,1 2 0,2 5 0,2 2-14,-14-30 14,3 7 0,8 12 0,3 7 943,9 10-943,7-2 2739,-2 5-2739,2 0 1654,-1 6-1654,0 5 0,2 3 19,3 3-19,2 1 0,1 5 0,-1 3 0,2 5 0,1 3 0,0 0 0,0 1 0,-2 3 0,2 3 0,1 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16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1 399 24575,'18'0'0,"18"0"0,19 0 0,34 0 0,-26 0 0,4 0-2071,7 0 1,5 0 2070,16-3 0,5-3-952,-31 1 0,1-1 0,1-2 952,3-3 0,1-2 0,0 0 0,6-2 0,1 0 0,-1 0 0,-1-2 0,0 0 0,-1 0 39,-8 2 0,-1 0 0,-2 0-39,20-6 0,-4-1 0,-9 0 0,-5 0-313,-12 5 0,-3 0 313,-3 1 0,-3 1 1551,29-2-1551,-28 7 0,-17 3 3226,-13 4-3226,-7 0 0,-8 3 0,0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1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1 960 24575,'5'-12'0,"20"-12"0,20-23 0,-8 14 0,5-4 0,25-19 0,8-4 0,-19 15 0,2-1 0,1 1-1482,4-1 0,1 1 0,-1 1 1482,-6 4 0,-2 1 0,-2 4 0,8-2 0,-5 3 0,-6 3 0,-4 1 0,31-18 1363,-7 6-1363,-19 11 724,-11 12-724,-9 3 0,-8 7 0,-5 3 0,-10 5 0,-1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5:49:18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2756 24575,'0'-24'0,"9"-16"0,16-26 0,-1 21 0,5-3 0,15-18 0,6-4-1334,-8 17 1,4-2 0,1 1 1333,3-2 0,2 1 0,1 0 0,2-1 0,2 0 0,1 2 0,1 2 0,1 1 0,0 1 0,0-1 0,1 0 0,0 0 0,3-2 0,0 0 0,0 1 0,-2 3 0,-2 1 0,-1 2 0,13-11 0,-4 3-41,-11 8 1,-4 2 40,-8 6 0,-3 1 0,28-26 0,-1 5 0,-12 8 0,-8 8 0,-7 1 0,-4 4 2903,-7 4-2903,-1 3 1178,4-3-1178,1-6 0,12-4 0,1-7 0,4-3 0,6-3 0,-1-4-2879,2 1 2879,-9 9 0,-10 7 0,-5 5 0,-6 5 0,-2 1 0,-5 6 0,-8 8 2879,0 3-2879,-2 5 0,-6 6 0,0 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44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24575,'-5'6'0,"3"11"0,0 20 0,2 24 0,0 7 0,0 31 0,-2 0 0,2-47 0,2 0 0,2 3 0,4-1 0,21 32 0,23-12 0,13-25 0,3-19 0,6-17 0,-3-5 0,3-13 0,-7-14 0,-9-18 0,-11-18 0,-14-9 0,-11-10 0,-12 0 0,-4 0 0,-7 9 0,-6 12 0,-13 9 0,-15 8 0,-10 5 0,-8 8 0,-3 5 0,1 6 0,5 3 0,6 4 0,9 5 0,6 0 0,11-1 0,6 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45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1919 24575,'-4'1'0,"11"-8"0,18-19 0,40-40 0,-11 11 0,6-6-1028,-11 10 1,2-2-1,1-1 1028,4-6 0,3 0 0,0-2-839,4-5 1,2-1-1,1 0 839,3-3 0,1-1 0,-1 2 0,-6 3 0,0 2 0,-1 0-515,-2 3 0,0 1 0,-3 2 515,-6 8 0,-3 2 0,-1 1-336,13-16 1,-3 3 335,0 3 0,-3 3 824,-15 13 0,-3 4-824,11-14 3116,-21 28-3116,-12 8 0,-5 9 0,-5 3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46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204 293 24575,'-19'-9'0,"5"4"0,-5 1 0,-8 4 0,-6 3 0,-6 14 0,10 10 0,15 16 0,6 11 0,8 1 0,-1 0 0,0-10 0,3-11 0,6-9 0,19-12 0,18-7 0,20-16 0,11-23 0,3-26 0,-9-12 0,-16-6 0,-16-3 0,-18 6 0,-5 5 0,-13 10 0,-15 19 0,-20 8 0,-11 10 0,-9 9 0,-5 6 0,4 4 0,4 1 0,10 3 0,10 2 0,6 6 0,5 4 0,8-4 0,4-1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47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8 24575,'-1'-4'0,"15"2"0,37 0 0,48 2 0,-23 0 0,7 0-1032,-15 0 1,2 0-1,2 0 1032,5 0 0,2 0 0,1 0 0,6 0 0,2 0 0,0 0 0,2 0 0,0 0 0,-2 0 0,-9 0 0,-3 0 0,-1 0-119,26 0 0,-6 0 119,-19 0 0,-6 0 0,-16 0 0,-4 0 0,41 0 0,-35 0 0,-22 0 0,-23 0 0,-5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47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35 244 24575,'0'14'0,"0"8"0,0 19 0,0 14 0,2 2 0,9 1 0,14-6 0,13-9 0,8-12 0,4-14 0,7-15 0,0-3 0,-7-10 0,-13-14 0,-17-16 0,-8-26 0,-4-3 0,-6-5 0,-7 4 0,-15 7 0,-14 2 0,-12 10 0,-2 11 0,0 16 0,-1 9 0,5 6 0,0 6 0,6 3 0,7 1 0,6 0 0,13 0 0,7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48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1149 21666,'-2'4'0,"13"-1"1399,32-11-1399,1-8 0,7-4 0,19-11 0,6-6-824,-11 4 0,4-4 0,0-1 824,4-4 0,1-1 0,2 0-496,6-3 1,2-1 0,-2 2 495,-7 4 0,0 1 0,-3 1 0,-6 5 0,-2 1 0,-1 1-199,24-11 1,-4 2 198,-17 10 0,-4 1 0,-7 4 0,-4 2 0,15-6 1927,-29 16-1927,-21 9 2647,-8 1-2647,-10 3 1291,-7 1-1291,-2 0 0,1 19 0,2 8 0,3 25 0,7 6 0,11 4 0,22 0 0,26-7 0,13-16 0,11-16 0,2-14 0,6-13 0,-7-14 0,-15-17 0,-19-18 0,-26-24 0,-7 4 0,-15-3 0,-14 9 0,-15 15 0,-20-1 0,-14 13 0,-13 11 0,-2 12 0,5 8 0,8 5 0,13 3 0,11 1 0,10 0 0,12 0 0,5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49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24575,'0'5'0,"16"23"0,33 38 0,-5-12 0,8 3-1652,-7-11 1,4 0 0,2 2 1651,12 8 0,4 2 0,1-1 0,3 2 0,3-1 0,1 0-570,-14-11 1,0 0 0,1 0 0,0 0 569,17 13 0,-1 1 0,-1-2 0,-5-3 0,-1 0 0,-1-1-22,-1 1 0,-1-1 0,-3-1 22,-10-8 0,-2 0 0,-2-2-285,22 19 1,-5-3 284,-16-14 0,-5-3 1873,21 20-1873,-17-15 2999,-16-16-2999,-11-10 2110,-10-9-2110,-9-9 884,-3-5-884,-2-4 0,1-7 0,-1-8 0,0-9 0,0-7 0,0-5 0,0 0 0,0 1 0,0 8 0,0 7 0,-2 9 0,-1 8 0,-6 6 0,-6 18 0,-3 26 0,3 26 0,6 18 0,5 12 0,7-1 0,16-4 0,20-10 0,19-18 0,20-16 0,2-18 0,-2-14 0,-6-11 0,-17-15 0,-10-25 0,-14-18 0,-14-23 0,-21-10 0,-20 6 0,-15 6 0,-17 15 0,-7 12 0,-5 9 0,7 12 0,8 11 0,11 10 0,8 4 0,14-1 0,6 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51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24575,'-9'7'0,"14"38"0,11 7 0,8 8 0,3 1 0,6 6 0,3 3-2301,0-3 0,3 2 1,2 3-1,4 3 2301,0-3 0,4 3 0,2 2 0,1 0 0,1 0-519,3 3 0,1 0 0,1 1 0,1-1 0,0-1 519,0 0 0,1 0 0,0-1 0,0 0 0,2-1 0,-1 0 0,1-1 0,0 0 0,1-1 0,-2-2 0,-3-4 0,0-1 0,0-2 0,-1 0 0,-1 0-12,-1-4 1,-1 0 0,0-1-1,-1 0 1,-1-2 11,9 9 0,0-1 0,-2-2 0,-2-2-325,8 8 0,-2-2 0,-4-4 325,-9-11 0,-3-2 0,-1-2 1165,16 19 1,-5-4-1166,-13-15 0,-5-4 4118,13 9-4118,-22-23 3489,-13-18-3489,-7-5 2241,-8-9-2241,-7-9 651,-8-5-651,-4-5 0,-4 1 0,-4 0 0,-4-1 0,-3 2 0,-6-1 0,-3 5 0,-4 6 0,-2 4 0,-3 3 0,5 10 0,10 10 0,12 14 0,12 14 0,5-4 0,12-1 0,20-4 0,16-7 0,23-2 0,11-8 0,2-7 0,1-6 0,-12-2 0,-16-3 0,-16-6 0,-11-9 0,-9-15 0,-6-8 0,-5-5 0,-3 0 0,-1 6 0,-3 3 0,-6 6 0,-11 6 0,-10 3 0,-7 2 0,-4 3 0,18 5 0,5 4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52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103 436 24575,'-14'-1'0,"2"1"0,-3 12 0,1 15 0,1 19 0,-2 19 0,5 12 0,4 14 0,4-41 0,1 1 0,0 44 0,7-9 0,14-13 0,26-18 0,27-15 0,-21-26 0,4-5-425,9-4 0,1-3 425,6-6 0,0-3 0,4-6 0,-3-5 0,-9-3 0,-4-5-96,-7-3 0,-5-3 96,-8-5 0,-5-4 0,-7-4 0,-5-3 0,-2-7 0,-5-2 0,-5 1 0,-7-1 0,-8 1 0,-7 0 0,-9 0 0,-8 1-354,-11 0 1,-5 3 353,0 1 0,-3 5 0,-2 5 0,-2 5 0,1 5 0,-1 3-105,1 4 0,-1 3 105,0 1 0,1 1 801,-31-5-801,18 12 48,21 9 0,19 3 0,6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53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24575,'-11'1'0,"27"20"0,47 36 0,3-2 0,11 8-2415,-8-8 1,6 3 0,2 2 2414,-7-6 0,3 1 0,1 1 0,1 0-629,2 2 1,0 0 0,2 0 0,-1 0 628,2 0 0,0 0 0,0-1 0,-3-2 0,-9-7 0,-1-1 0,-1-1 0,-3-2 199,11 6 0,-3-1 0,-1-4-199,-7-4 0,-1-3 0,-3-2-224,11 5 0,-3-2 224,-4-3 0,-3-2 1326,-13-8 0,-5-2-1326,21 14 4139,-18-12-4139,-11-2 0,-16-14 0,-10-3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53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 24575,'-3'-4'0,"13"3"0,38 19 0,39 15 0,-20-10 0,7 3-845,14 5 1,3-2 844,-2-6 0,1-2 0,1-2 0,-1-1 0,-7-5 0,-1-2 0,-5-2 0,-3-2 204,-9 1 1,-4-1-205,33 2 0,-36-4 0,-25-5 0,-13 1 0,-9-1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54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66 24575,'-6'0'0,"7"0"0,11 0 0,25 0 0,26 0 0,26 0 0,-31 0 0,4 0-740,11 0 0,4 0 740,12-2 0,3 0 0,2-2 0,1-1 0,3-1 0,-2-2 0,-12 0 0,-2 0 0,-1 1 0,-2 1-221,-9 2 1,-3 1 220,-11 2 0,-1 0 0,-3 1 0,-3-1 0,20 1 0,-15 0 0,-22 0 361,-13 0 0,-13 0 1,0 0-1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55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1279 24575,'48'-37'0,"17"-8"0,-8 3 0,7-4-1457,-9 6 1,5-2 0,0 0 1456,3-1 0,1 1 0,2-2-575,9-6 0,2-2 1,-1 2 574,-3 5 0,0 2 0,-1 0 0,-1 2 0,-1 1 0,0 0-54,-4 1 1,-1 2 0,-1 0 53,22-12 0,-3 3-222,-14 6 1,-5 1 221,-14 10 0,-3 2 1757,32-16-1757,-29 15 2422,-14 7-2422,-15 10 0,-15 5 0,-3 6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55:56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2649 24575,'13'-20'0,"22"-28"0,-2 3 0,6-5-2143,17-19 1,6-6 2142,-14 18 0,3-2 0,2-1-1032,10-11 1,4-2-1,0-1 1032,-11 14 0,1-1 0,1 0 0,-1 0 0,0 1 0,0 0 0,0 1 0,0-1 0,2-1 0,1 0 0,0 0 0,-1 1-142,-5 6 1,0 0 0,-1 2 0,0-1 141,15-15 0,1 1 0,-2 2 0,-5 5 0,-1 1 0,-2 3-316,-5 5 0,-1 2 0,-2 2 316,16-14 0,-3 3 579,-14 13 1,-3 3-580,-2 3 0,-3 1 3101,19-15-3101,-13 9 2672,-14 13-2672,-11 10 1515,-6 4-1515,-2 1 111,-5 4 1,-5 5-1,-3 3 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0:57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1 24575,'-15'6'0,"-2"14"0,-9 19 0,-3 18 0,0 20 0,-1 11 0,7-2 0,7-2 0,8-9 0,6-3 0,2 2 0,0-9 0,8-3 0,15-11 0,11-11 0,14-12 0,6-15 0,7-5 0,16-3 0,-13-8 0,2-5 0,25-16 0,-28 5 0,-5-6 0,0-27 0,-6-4 0,-10 0 0,-8 2 0,-10 1 0,-6 1 0,-7 5 0,-6 5 0,-3 6 0,-2 2 0,-3 1 0,-10-3 0,-11 3 0,-12 1 0,-10 1 0,-5 5 0,-6 2 0,-2 2 0,-2 3 0,4-2 0,4 4 0,8 0 0,11 2 0,7 2 0,8 4 0,7 3 0,3 2 0,1 2 0,5 1 0,-1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0:58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2547 24575,'6'-20'0,"24"-30"0,20-23-2270,-8 19 1,7-5 2269,-6 8 0,4-3 0,2-1-1613,11-11 0,4-2 0,2-3 1613,-7 9 0,1-2 0,2-2 0,0-1 0,5-4 0,1-3 0,1 0 0,-2 2 0,-4 3 0,0 2 0,-1 0 0,-1 1-352,-4 4 1,-1 0-1,-2 1 1,1 2 351,12-16 0,-1 2 0,-3 4-419,-13 14 0,-3 4 0,0 0 419,21-21 0,-5 3 333,-12 13 0,-5 4-333,-11 13 0,-3 1 0,25-30 0,-24 25 3610,-15 21-3610,-6 8 0,-6 6 0,-1 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0:59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24575,'30'7'0,"13"7"0,45 23 0,-35-16 0,3 3-2399,18 9 1,4 1 2398,7 1 0,1 0 0,1-1 0,1 1 0,-24-10 0,1 1 0,0 0 0,28 7 0,1 0 0,-27-10 0,1 1 0,0-2 0,-3-2 0,0-1 0,0 0 0,30 7 0,-4 0 136,-16-7 1,-5 0-137,-13-4 0,-4 0 0,28 7 0,-29-10 745,-2 0-745,-16-5 0,-15-4 0,-7-1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0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0 489 24575,'24'0'0,"19"-4"0,33-10 0,-17 1 0,6-2-1980,14-5 1,5-2 1979,-18 5 0,3 0 0,2 0-711,10-1 0,2 1 1,2 0 710,4-1 0,2 1 0,-1 1-733,-2 2 1,-1 1 0,0 1 732,-1 0 0,1 1 0,-2 0 0,-3 3 0,-1 0 0,-1 2-492,-5 0 0,-1 2 0,-1 0 492,25-1 0,-2 0 108,-5 1 0,-5-1-108,-19 0 0,-3 0 637,3-4 1,-2 0-638,-3 0 0,-4 0 0,18-4 3528,-3-1-3528,-30 3 2168,3-2-2168,-4 2 409,-8 4 0,-15 4 0,-9 2 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1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24575,'3'28'0,"19"22"0,25 26 0,-7-26 0,6 1-2941,19 12 0,7 1 2941,-11-13 0,4 0 0,2 1-954,10 5 0,3 2 1,3 0 953,-17-12 0,2 1 0,0-1 0,-1 0 0,-2-3 0,-1-1 0,0-1 0,0 0 0,18 12 0,0-2 0,-1-1-204,-4-3 0,0 0 0,-1-2 204,-6-4 0,0 0 0,0-1-440,1 0 0,-1 1 0,-3-2 440,15 7 0,-4-4 569,-11-5 1,-3-3-570,-10-3 0,-3-3 0,28 16 0,-9-5 3084,-23-11-3084,-13-13 0,-19-7 0,-3-2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1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122 645 24575,'-34'0'0,"4"0"0,1 0 0,13 4 0,7 6 0,7 8 0,0 10 0,3 4 0,6 0 0,10 2 0,11-3 0,10-1 0,12 2 0,1-8 0,12-6 0,-4-8 0,-6-8 0,3-2 0,-1-11 0,1-11 0,-6-15 0,-9-13 0,-18-1 0,-6-11 0,-7-8 0,-6-6 0,-2-9 0,-8-1 0,-14 7 0,-22 3 0,-15 15 0,-10 12 0,1 9 0,4 10 0,1 5 0,7 6 0,2 7 0,8 6 0,8 4 0,17 2 0,5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2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0 16015,'-18'0'0,"4"0"3704,-7 0-3704,4 5 1475,-4 12-1475,1 14 789,6 22-789,3 13 0,4 12 0,5 6 0,1-1 0,1-4 2592,5-8-2592,13-12 0,21-15 0,28-12 0,24-14-403,-39-12 1,1-2 402,3-2 0,-2-1 0,38-1 0,-12-4 0,-13-10 0,-10-12 0,-8-14 0,-14-10 0,-13-8 0,-11-9 0,-3-5 0,-8 4 0,-13 5 805,-19 8-805,-14 13 0,-9 0 0,0 8 0,-1 7 0,26 9 0,0 10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3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208 223 24575,'-27'0'0,"3"0"0,14 0 0,-5 0 0,-5 3 0,-4 12 0,0 12 0,1 17 0,4 12 0,7 7 0,5 12 0,5-8 0,2 5 0,2-14 0,14-10 0,17-3 0,15-20 0,7-8 0,3-12 0,3-9 0,8-14 0,6-16 0,0-21 0,-13-7 0,-16-4 0,-12-11 0,-15-4 0,-6 0 0,-13 7 0,-22 14 0,-23 6 0,-15 5 0,-13 7 0,0 8 0,11 9 0,5 8 0,33 9 0,6 6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4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61 24575,'0'29'0,"0"24"0,0 22 0,0 12 0,0 5 0,2-12 0,10-2 0,15-10 0,17-13 0,14-15 0,8-16 0,5-11 0,-1-8 0,4-7 0,-7-12 0,-7-16 0,-8-19 0,-17-9 0,-12 4 0,-11-2 0,-6-6 0,0-7 0,-3-4 0,-13 11 0,-17 12 0,-24 9 0,-19 6 0,-13 3 0,1 9 0,4 3 0,0 6 0,6 6 0,7 2 0,9 5 0,12 1 0,21 0 0,7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5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0 191 24575,'0'3'0,"0"13"0,0 8 0,0 13 0,0 9 0,0 10 0,0 14 0,5 8 0,5-5 0,6-6 0,5-10 0,3-10 0,0-6 0,-2-13 0,-3-11 0,-3-9 0,-1-6 0,0-1 0,-1-20 0,-1 0 0,0-23 0,2 3 0,-1-1 0,-2-1 0,1 0 0,-2 2 0,2 1 0,2 3 0,-2 5 0,0 4 0,-4 7 0,0 6 0,2 6 0,0 5 0,2 2 0,0 3 0,1 5 0,3 11 0,0 8 0,6 5 0,2 2 0,4-3 0,2-3 0,0-4 0,-2-4 0,-1-4 0,-3-3 0,-3-5 0,0-3 0,-4-3 0,-2-2 0,0-6 0,-3-6 0,-2-8 0,0-8 0,-2-7 0,0-10 0,0-8 0,-3-6 0,-2-4 0,-1-2 0,-2 0 0,-1 4 0,0 10 0,0 12 0,0 7 0,0 10 0,-2 7 0,2 6 0,-2 7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6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 24575,'-8'-1'0,"3"9"0,1 8 0,4 17 0,0 12 0,0 11 0,0 6 0,0-1 0,0-1 0,0-8 0,0-4 0,0-11 0,0-12 0,0-7 0,0-10 0,0-4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7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24575,'1'-3'0,"9"0"0,13 2 0,16 1 0,7 0 0,8 0 0,0 0 0,0 0 0,-1 0 0,-6 0 0,-10 0 0,-9 9 0,-11 12 0,-8 15 0,-6 14 0,-8 5 0,-4-3 0,-6-7 0,-7-3 0,0-5 0,-1 0 0,5-3 0,4-6 0,5-4 0,5-6 0,8-3 0,11-5 0,13-6 0,11 1 0,7-2 0,2 1 0,-3 0 0,-7-1 0,-6-1 0,-4 2 0,0-2 0,-2 3 0,-3 1 0,-1 0 0,0 3 0,1 1 0,-2-1 0,-10-4 0,-2-1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8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8 24575,'1'-4'0,"4"2"0,6 0 0,8 2 0,0 0 0,4 0 0,-2 0 0,-3 0 0,-3 0 0,-5 2 0,-5 3 0,-2 6 0,-3 7 0,0 6 0,0 1 0,-6-3 0,-5-1 0,-2-5 0,-3-2 0,5-2 0,-1-4 0,2 0 0,3 1 0,2 0 0,5-1 0,8 1 0,10 0 0,13 1 0,6 1 0,0-1 0,-4 0 0,-5 0 0,-8-2 0,-5 2 0,-5 1 0,-4 4 0,-1 7 0,-2 2 0,-6 2 0,-5-1 0,-7-2 0,-8-3 0,-2-4 0,-2-1 0,3-2 0,-1 0 0,-2-1 0,-1-2 0,1-2 0,3-2 0,2 0 0,1 0 0,8-2 0,2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8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24575,'0'-15'0,"0"3"0,0 5 0,0 15 0,0 12 0,0 20 0,0 7 0,0 6 0,0 2 0,0-1 0,0-1 0,0-8 0,0-7 0,0-11 0,1-7 0,6-6 0,7-8 0,7-5 0,9 0 0,3-1 0,1 0 0,-5 0 0,-5-3 0,-4-2 0,-5 0 0,-1-1 0,-7 5 0,-3-1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9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24575,'0'14'0,"0"5"0,0 7 0,0 8 0,0 0 0,0 4 0,0 5 0,0-1 0,0 3 0,0-1 0,0-5 0,0-2 0,0-6 0,0-4 0,0-5 0,0-3 0,0-1 0,0-4 0,0 0 0,0-2 0,0-3 0,0-4 0,0-1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12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24575,'0'8'0,"0"11"0,0 12 0,0 9 0,0 6 0,0-4 0,0 3 0,0-3 0,0-6 0,0-6 0,0-6 0,0-7 0,0 0 0,0-2 0,0-1 0,0-2 0,0-6 0,0-4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22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69 24575,'-10'0'0,"7"9"0,5 5 0,12 12 0,10 4 0,3 5 0,3 4 0,-1 3 0,3 5 0,-2-3 0,-1 1 0,-4-9 0,-8-4 0,-2-7 0,-5-8 0,-2-2 0,0-7 0,-2-3 0,1-1 0,1-3 0,-1-6 0,0-9 0,0-7 0,1-18 0,5-6 0,1-5 0,3-2 0,2 5 0,1-4 0,0 3 0,-3 5 0,-3 10 0,-3 8 0,0 3 0,-2 3 0,-4 3 0,-2 8 0,-2 3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 24575,'-15'0'0,"-1"0"0,-9 0 0,-12 0 0,-3 4 0,-14 21 0,0 18 0,8 19 0,3 20 0,19 2 0,11-5 0,8 2 0,5-5 0,0-4 0,0-3 0,4-16 0,12-11 0,15-6 0,27-3 0,18-6 0,7-7 0,8-8 0,-10-6 0,4-4 0,-1-8 0,-8-9 0,-4-7 0,-18-11 0,-9-2 0,-11-3 0,-11-1 0,-7-1 0,-6 1 0,-7-2 0,-1-2 0,-7 1 0,-13-2 0,-13-1 0,-11 3 0,-4 3 0,5 6 0,3 7 0,3 2 0,4 3 0,1 5 0,5 0 0,3 6 0,5 3 0,4 0 0,3 1 0,0-1 0,4 3 0,1 1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24575,'6'0'0,"14"0"0,29 0 0,36 0 0,-33 0 0,4 0 0,12 0 0,6 0 0,-7 0 0,4 0 0,2 0-2835,7 0 1,2 0 0,0 0 2834,-1 0 0,-1 0 0,-1 0 0,-4 0 0,-2 0 0,-5 0 542,5 0 0,-6 0-542,-9 0 0,0 0 0,0 0 0,0 0 0,-6 0 0,-1 0 0,3 0 0,0 0-81,-3 0 0,0 0 81,38 0 0,-4 0 0,-14 0 0,-11 0 0,-11 0 6389,-14 0-6389,-6 0 938,-7 0-938,-7 2 63,-6 2 1,-7-1-1,-2 1 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74 24575,'-28'-13'0,"2"3"0,7 10 0,-1 0 0,2 0 0,1 7 0,6 16 0,5 14 0,4 11 0,1 4 0,0 13 0,1 7 0,0 2 0,0-2 0,0-8 0,0-1 0,14-4 0,12-10 0,12-16 0,6-7 0,-1-10 0,1-6 0,4-3 0,6-4 0,-2-2 0,-2-8 0,-8-8 0,-8-14 0,-6-14 0,-5-8 0,-4-9 0,-6-1 0,-5-5 0,-7 0 0,-21-5 0,-16 6 0,-11 14 0,-9 6 0,2 7 0,-6 1 0,-4 0 0,2 8 0,3 6 0,8 6 0,6 5 0,21 7 0,8 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1 24575,'-10'0'0,"-5"0"0,-14 3 0,-11 15 0,-13 32 0,1 31 0,29-27 0,5 4-726,2 6 1,5 2 725,5 0 0,3-1 0,-1 2 0,3-1 0,5-5 0,3-2 67,18 36-67,29-13 0,17-23 0,1-22 0,10-11 0,-14-23 0,5-1 0,-10-11 0,-13-12 0,-5-21 0,-16-11 0,-7-9 0,-11-7 1082,-7 1-1082,-3-4 0,0 7 302,-4 6-302,-5 9 0,-10 7 0,-11 3 0,-9 8 0,0 3 0,-1 1 0,5 3 0,3 2 0,3 3 0,6 5 0,9 8 0,5 2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24575,'0'11'0,"0"20"0,0 23 0,0 26 0,0 19-822,0 0 822,0-13 0,14-5 0,18-18 0,16-18 0,18-13 0,5-25 0,2-5 270,-3-5-270,-10-11 0,-9-16 137,-8-16-137,-12-14 0,-7-17 0,-9 1 0,-6-4 0,-4 2 0,-11 11 0,-10-1 0,-16 11 415,-10 12-415,-1 12 0,-4 16 0,5 9 0,3 7 0,6 1 0,15 0 0,7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88 24575,'-8'6'0,"-3"-3"0,-4-1 0,-6 4 0,-2 10 0,6 11 0,4 19 0,10 23 0,3 18 0,-1 3 0,1 4 0,0-8 0,11-15 0,19-9 0,28-29 0,26-16 0,14-10 0,-7-6 0,-2-5 0,-11-7 0,-13-12 0,-1-29 0,-22-11 0,-14-12 0,-12-2 0,-13 12 0,-7-5 0,-11 6 0,-16 3 0,-16 4 0,-10 6 0,-5 8 0,-1 9 0,4 12 0,2 6 0,9 5 0,20 5 0,9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110 750 24575,'-14'-11'0,"3"4"0,-2 2 0,-4 5 0,-2 11 0,1 7 0,5 15 0,9 14 0,4 0 0,0 1 0,0-9 0,0-3 0,7-3 0,12-3 0,25-9 0,21-10 0,17-7 0,-32-3 0,1-1 0,43 1 0,-42-7 0,-1-4 0,-1-3 0,-3-6 0,27-38 0,-40 18 0,-5-4 0,2-49 0,-22 39 0,-3-3-2108,-3-2 1,-3 0 2107,-4 3 0,-4 0 0,-6-1 0,-4 2-239,-28-34 239,-15 14 0,-10 8 0,-3 15 0,-8 5 0,4 16 0,8 13 0,11 10 0,12 5 0,11 1 0,17 1 0,7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322 236 24575,'-28'0'0,"-1"0"0,-2 0 0,-3 0 0,-1 0 0,4 6 0,-3 13 0,12 12 0,5 19 0,7 18 0,6 0 0,3 7 0,0-6 0,1-6 0,0-3 0,2-15 0,16-13 0,11-15 0,10-7 0,6-5 0,0-15 0,5-20 0,-10-23 0,-12-25 0,-18 0 0,-10-3 0,0-3 0,-2 11 0,-13-6 0,-13 7 0,-16 11 0,-8 3 0,5 15 0,3 15 0,7 11 0,5 11 0,5 4 0,13 2 0,6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24575,'0'-4'0,"12"19"0,21 19 0,1 3 0,6 3-913,1 1 0,5 1 913,21 17 0,7 2-955,-17-14 0,2 1 0,2-1 955,5 1 0,2-1 0,3 2-816,-10-7 0,3 2 0,1-1 1,-1-2 815,17 7 0,0-1 0,0-1 0,0 0 0,0-1 0,-1-2-462,-7-6 0,-2-1 0,-3-3 462,14 4 0,-6-3 0,-14-7 0,-5-4 0,30 10 0,-14-2 808,-7-3-808,-17-12 625,-11-6 0,-20-7 1,-6 1-1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21881,'0'-5'0,"0"20"1299,0 13-1299,0 29 0,0 1 0,0 0 0,0 7 454,0-10-454,0 0 231,0-14-231,0-16 0,0-14 0,0-4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1 232 24575,'13'-6'0,"19"-8"0,12-9 0,22-15 0,4 1 0,-5 1 0,-2 5 0,-21 11 0,-8 5 0,-18 7 0,-6 4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24575,'-8'0'0,"38"4"0,14 4 0,45 8 0,-35-6 0,1-2-588,2 1 0,1-2 588,6-1 0,1 0 0,-3-4 0,-1 0 0,-3 1 0,-1-1 0,4-1 0,0 0 0,-7-1 0,-1 0 0,1 1 0,-1-1 288,32 0-288,-23 0 0,-21 0 0,-14 0 0,-15 0 0,-5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24575,'0'21'0,"0"27"0,0 13 0,0 20 0,0 1 0,0-10 0,0 5 0,0-11 0,0-3 0,0-12 0,0-7 0,0-8 0,0-5 0,0-4 0,0-9 0,0 0 0,0-4 0,0-4 0,0-3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0 775 24575,'9'-12'0,"22"-18"0,21-37 0,-16 23 0,3-1-1169,6-4 1,2-1 1168,-1-1 0,2 0 0,12-9 0,0 3 0,-14 14 0,-3 3 0,1-4 0,-5 4 747,4-1-747,-20 18 96,-4 6 1,-10 9-1,-3 6 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24575,'-6'3'0,"3"12"0,1 15 0,17 28 0,18 19-693,-6-32 0,6 0 693,9 9 0,5 1 0,4 3 0,5 1 0,10 8 0,3 2-730,-21-23 0,0 0 1,2 0 729,0-1 0,2 0 0,-1 0 0,1-1 0,0 0 0,0-2 0,19 18 0,0-1 0,1-1 0,-3-1 0,-9-9 0,-2-3-613,-8-7 1,-1-1 612,-4 0 0,-1-2 0,30 23 0,-4 1 0,-8-15 846,-17-18-846,-10-5 2470,-8-7-2470,-10-2 0,-7-5 0,-4-4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24575,'-5'4'0,"30"13"0,37 25 0,-3-5 0,7 3-4744,9 4 0,3 1 4744,-2-2 0,6 0 0,-1-3 0,8 0 0,1 0-505,1-2 1,1-1-1,2 0 505,-16-7 0,2 1 0,1-1 0,-1 0 0,3 1 0,1-1 0,0-1 0,-4-3-32,8 0 1,-3-4-1,0 1 32,4 2 0,-1 1 0,-3-2-409,-12-3 1,-2-1-1,-2-1 409,25 7 0,-4-1 1111,-14-3 1,-3-3-1112,-10-5 0,-2-1 1533,-5 0 1,-4 0-1534,28 4 3021,-29-5-3021,-17-4 619,-9-4 0,-15-1 0,-3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24575,'37'0'0,"34"0"0,-20 0 0,5 0-4916,19 0 1,3 0 4170,-8 0 0,3 0 745,-7 0 0,5 0 0,2 0 136,12 0 0,3 0 0,2 0-136,5 0 0,2 0 0,2 0 0,-18 0 0,3 0 0,0 0 0,-3 0-83,13 0 0,-4 0 1,-2 0 82,-13 0 0,-2 0 0,-2 0 0,22 0 0,-5 0-222,-13 0 1,-4 0 221,-13 0 0,-2 0 0,-1 0 0,-4 0 0,29 0 4396,-23 0-4396,-15 0 609,-9 0 0,-19 0 0,-3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0 24575,'0'18'0,"0"24"0,0 28 0,0-17 0,0 5 0,0 12 0,0 4-1633,0 14 1,0 2 1632,0 8 0,0 3 0,0-30 0,0 2 0,0 3 0,0 13 0,0 3 0,0 1-1140,0 1 0,0 0 0,0 2 1140,0-20 0,0 2 0,0-1 0,0 1 0,0-2 0,0 0 0,0 0 0,0-1-861,0 18 1,0-1-1,0 0 861,-1 1 0,-1 0 0,0-2-436,1-13 1,-1-2 0,0-3 435,-2 24 0,1-5 225,1-16 1,-1-5-226,3-13 0,0-2 1570,-2-2 1,0-3-1571,-2 26 0,-1-25 3108,1-17-3108,4-15 547,0-6 1,0-5-1,0-4 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24575,'0'-3'0,"0"16"0,0 27 0,0 22 0,0 13 0,0 10 0,0 5-1488,0-16 0,0 4 1,0 1 1487,1 8 0,1 1 0,0-1 0,0-7 0,2 0 0,0 1 0,2 10 0,1 2 0,2 0 0,2-4 0,2-1 0,1 0 0,0-1 0,2-1 0,0 0 0,1-3 0,1 0 0,-1-1 0,0-5 0,0 0 0,0-2-211,-2-3 0,0-2 0,-1-2 211,5 19 0,-1-5 0,-2-10 0,1-5 0,-3-11 0,0-2 0,10 34-252,1 0 252,0-10 0,-3-3 0,1-4 0,-2-6 0,-2-10 0,0-9 0,-4-6 3063,-2-4-3063,-4-8 487,-2-5 0,-4-13 1,-3-4-1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24575,'0'-8'0,"0"30"0,7 10 0,8 37 0,27 13 0,-7-32 0,4 0 0,4 1 0,3 0-1443,12 5 1,4 0 1442,5 3 0,3-2 0,5 1 0,1-1 0,1 0 0,0-1 0,-5-4 0,-1-2 0,-3-5 0,-2 1 0,-1-1 0,-1 0 0,3 1 0,-1-1 121,-9-6 1,-3-2-122,-5-1 0,-1-1 0,33 20 0,-14-9 0,-10-6 0,-15-13 0,-13-6 0,-14-10 0,-7-5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2130 24575,'13'-9'0,"14"-12"0,22-22 0,23-21 0,-27 26 0,4-1-1228,6-6 0,4 0 1228,13-4 0,5 0-1060,6-3 0,3 0 1060,-26 18 0,1 0 0,1 1 0,2-1 0,1 0 0,-1 0 0,-1-1 0,-1-1 0,0 1 0,-3 2 0,1 0 0,-2-1 0,27-16 0,-2-1 0,-2 1 0,-1 0-672,-3 5 1,0-1 671,0-3 0,0 0 0,-3 2 0,-2 1 0,-9 5 0,-3 1 0,-6 2 0,-3 1-257,-4 2 0,-1 1 257,-5 3 0,-2-1 0,37-28 1258,-9 6-1258,-13 11 2603,-11 9-2603,-4 7 0,-7 8 0,-6 4 1652,-6-1-1652,-2 2 717,1 0-717,3-2 203,3 3-203,-3 0 0,0 0 0,0 1 0,1-1 0,-1 0 0,0 1 0,-4 0 0,-2-1 0,-1 4 0,-4 3 0,-5 4 0,-1 2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2768 24575,'0'-23'0,"0"-22"0,0-28 0,-1 23 0,2-4-4147,0-13 0,2-2 4147,3-2 0,2-1 0,4-8 0,2-2 72,4-3 0,1-2-72,1-3 0,-1-3 0,-6 24 0,-1-1 0,0 0-69,-1 0 1,0 0 0,1 0 68,-1 0 0,1 0 0,-1 1 0,0 2 0,1 0 0,-1 2-399,5-19 0,-1 3 399,-2 7 0,-1 4 1340,-2 11 0,-1 2-1340,-1 5 0,-1 2 0,5-43 1801,-4 23-1801,-4 13 2443,-1 23-2443,-3 5 1286,0 8-1286,0 5 943,0-1-943,0 0 0,0 7 0,0 2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 24575,'0'20'0,"0"8"0,0 16 0,0 16 0,0 4 0,0-3 0,0-6 0,7-15 0,12 0 0,14-7 0,16-8 0,15-9 0,12-9 0,-5-6 0,5-4 0,-16-8 0,-9-10 0,-7-12 0,-19-11 0,-4-10 0,-10-4 0,-3-3 0,-5 6 0,-2 1 0,-3 8 0,-3 10 0,-9 5 0,-8 9 0,-4 3 0,-7 2 0,3 7 0,0 3 0,5 3 0,12 4 0,5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250 201 24575,'-13'-6'0,"2"3"0,-4 0 0,-1 3 0,1 0 0,-8 0 0,1 0 0,-5 0 0,0 5 0,1 18 0,2 14 0,9 11 0,4 11 0,10-7 0,1 4 0,-3-5 0,3-16 0,12-7 0,12-13 0,23-6 0,15-3 0,4-4 0,0-2 0,-7 1 0,-6-7 0,-9-9 0,-7-11 0,-14-15 0,-10-9 0,-6-2 0,-7-8 0,1-5 0,-1-2 0,-2 8 0,-5 13 0,-7 13 0,-6 7 0,-4 0 0,-1 7 0,-4 4 0,14 9 0,1 2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1 214 24575,'0'-12'0,"0"6"0,0 8 0,0 25 0,0 16 0,0 9 0,0 9 0,0-7 0,0-3 0,2-8 0,13-10 0,16-9 0,17-8 0,15-8 0,7-7 0,2-4 0,-1-12 0,-5-13 0,-12-5 0,-9-4 0,-13 6 0,-12 1 0,-7-12 0,-6-2 0,-5-7 0,-13 2 0,-16 2 0,-18 2 0,-10 8 0,-2 2 0,5 11 0,4 2 0,3 7 0,7 5 0,2 4 0,18 2 0,3 2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62 145 24575,'-22'18'0,"7"-1"0,0 9 0,11 0 0,0 1 0,3 13 0,1 3 0,0 9 0,-1 12 0,1-10 0,0 5 0,4-12 0,11-15 0,22-1 0,19-16 0,15 1 0,10-7 0,-6-6 0,3-8 0,-5-8 0,-10-12 0,-2-19 0,-18-14 0,-17-15 0,-14 1 0,-11 6 0,0 1 0,-7 9 0,-10 5 0,-17 8 0,-14 13 0,-10 5 0,-7-2 0,1 6 0,1 3 0,10 3 0,11 6 0,20 4 0,8 2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53 578 24575,'-5'10'0,"2"5"0,0 13 0,3 12 0,0 15 0,0 7 0,0 0 0,3-5 0,16 6 0,21-5 0,14-8 0,19-8 0,3-23 0,-6-6 0,-1-5 0,-11-8 0,-8 0 0,-1-5 0,-4-9 0,-7-15 0,-8-14 0,-11-23 0,-12-18 0,-4-2-538,-3-12 538,1 7 0,-1-3 0,0 43 0,0 1 0,-11-37 0,-13 8 0,-8 19 0,-13 10 0,0 12 0,-5 8 0,-11 1 0,-6 8 0,-9 0 0,0 6 0,3 4 0,5 6 0,9 3 0,25 1 0,10 1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24575,'0'-5'0,"0"20"0,0 26 0,3 38 0,12 17 0,-2-39 0,4 2 0,12 17 0,4 2 0,4 2 0,2 0-897,-1 2 0,1-1 897,-4-4 0,-3-5 0,-11-22 0,-2-3 0,13 34-468,-7-15 468,-3-11 0,-4 1 0,-3-8 0,-4-11 0,-6-17 0,1-9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1329 24575,'-5'-2'0,"10"-15"0,24-21 0,27-24 0,-12 17 0,7-4-2835,-2 4 1,3-3 0,0 1 2834,18-17 0,1 0 0,-14 12 0,2-2 0,-1 1 70,-4 4 1,-1 2 0,-2 1-71,13-13 0,-1 1 0,11-9 0,-2 1 0,-23 18 0,-3 2-83,-3 4 0,-3 2 83,16-18 0,-26 23 0,-13 19 0,-11 7 0,-4 6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6 24575,'-3'-5'0,"13"7"0,19 15 0,21 16 0,22 17 0,3 3 0,7 3-1154,-39-27 0,0 1 1154,37 24 0,0-3 0,-14-10 0,-12-11 0,-7-8 0,-9-6 0,-2 0 0,-7-2 0,-8-4 2308,-4-4-2308,-7-6 0,-5 0 0,0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24575,'0'34'0,"0"14"0,0 20 0,4 27 0,0-45 0,2 0-588,3 6 1,2 0 587,-1-2 0,2-2 0,12 42 0,2-2 0,-2-9 0,1 1 0,-6-14 384,-6-15-384,-5-18 48,-4-12 1,-4-15 0,0-4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3 922 24575,'-3'-24'0,"3"-14"0,16-21 0,20-20 0,-11 36 0,3 0 0,1-2 0,1 0 0,20-34 0,-5 7 0,0-2 0,-4 6 0,0-1 0,-8 9 0,-11 15 0,-9 12 0,-6 8 0,-5 13 0,0 3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11 24575,'-3'-5'0,"14"2"0,19 1 0,30 2 0,26 0 0,4 0 0,4 0-601,-6 0 601,-6 0 0,-2 0 0,-16 0 148,-11 0-148,-12 0 0,-9 0 0,-4 0 0,-6 0 0,-4 0 453,-3 0-453,1 0 0,-1 0 0,-5 0 0,-2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 24575,'-9'-6'0,"22"10"0,48 25 0,-6-3 0,9 5-4916,20 10 1,7 4 4418,-21-13 1,3 1-1,0 0 497,-2-3 0,0 0 0,1 0-243,6 0 1,0 1 0,0-2 242,-6-3 0,0-1 0,0 0 245,0-1 1,0-1-1,0 0-245,3 0 0,1-1 0,-3 0 0,22 4 0,-3-1 0,1 0 0,-3-2 0,-13-3 0,-4-2-274,-9-3 0,-2-1 274,-5-2 0,-2 0 4270,24 3-4270,-23-5 970,-24-6 1,-16-3 0,-7-1-1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1 432 24575,'15'0'0,"22"0"0,32 0-4916,-19-2 1,3-3 4170,0 1 0,1-3 745,19-6 0,4-3 385,8-6 1,4-3-386,-24 8 0,2-1 0,1 0 0,8-3 0,2 0 0,-2-1 0,-9 4 0,-2-1 0,-2 2 0,21-5 0,-4 2 803,-11 1 0,-3 2-803,-9 4 0,-1 1 0,-6 2 0,0 0-97,43-8 97,-22 7 0,-19 4 5666,-11 3-5666,-7 1 2581,-7 3-2581,-2 0 620,-4 0-620,-4 0 174,1 0-174,-2 0 0,-1 0 0,0 0 0,-4 0 0,0 0 0,-5 0 0,-1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21536,'0'-5'0,"0"19"1458,0 35-1458,0 21 0,0 14 0,0-18 0,0 3 0,0 4-1569,0 23 1,0 5-1,0 2 1569,1-26 0,-1 2 0,1-1 0,1-1 0,2 20 0,1-3 0,1 2 0,1 2 0,0 1 0,2-2 0,0-8 0,1-1 0,0 1 0,0 7 0,0 2 0,0 0 0,0-3 0,0 0 0,0-1 0,-1-1 0,0-1 0,-1-3 0,-2-12 0,1-3 0,-2-2 0,2 15 0,-1-4 0,-3-11 0,-1-2 263,0-7 1,1-1-264,-1 2 0,0-1 0,1-2 0,-1-1 182,0-8 1,1-2-183,1 34 0,6-12 0,-2-11 3993,3-9-3993,5-4 1084,-4-4-1084,1-5 318,0-5-318,-6-7 0,-1-9 0,-3-3 0,-1-5 0,0 2 0,1 2 0,1 5 0,0 4 0,2 4 0,3 2 0,-2 4 0,2 1 0,-2-6 0,-3-5 0,1-6 0,-1-5 0,-1-5 0,-1-2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2685 1 24575,'0'22'0,"-3"10"0,-10 16 0,-13 14 0,-23 21-1796,13-33 1,-4 1 1795,-8 10 0,-4 2 0,-10 6 0,-5 3-1456,9-10 0,-3 3 0,-3 1 1456,12-12 0,-3 1 0,0-1 0,1 1 0,-16 15 0,0 0 0,1 0-1017,-1 1 0,1 0 0,2-3 1017,10-11 0,3-3 0,0-1 0,2 0 0,-1 0 0,0 0-437,-6 3 1,0 1 0,1-3 436,7-7 0,1-2 0,0-1-28,-23 22 1,2-3 27,7-6 0,3-2 0,7-10 0,1 0 1067,4 0 1,1-1-1068,6-7 0,2-1 5073,-22 28-5073,10-3 2456,11-10-2456,13-3 1929,4-9-1929,8-6 781,0-8-781,5-8 0,5-5 0,4-2 0,1 1 0,-4-2 0,4-2 0,-4-4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1332 2947 24575,'0'-13'0,"-11"-18"0,-9-25 0,-19-31 0,12 30 0,-4-4-1166,-4-8 0,-4-3 1166,-4-13 0,-2-2-944,15 26 1,0-1-1,0-1 944,-2-4 0,-1-1 0,1 1 0,3 4 0,1-1 0,0 3 0,-13-26 0,1 4-89,1 4 0,2 3 89,5 11 0,1 1 0,-6-11 0,0 1 0,1 6 0,1 2 0,2 1 0,1 2 0,2 5 0,2 2-14,-14-30 14,3 7 0,8 12 0,3 7 943,9 10-943,7-2 2739,-2 5-2739,2 0 1654,-1 6-1654,0 5 0,2 3 19,3 3-19,2 1 0,1 5 0,-1 3 0,2 5 0,1 3 0,0 0 0,0 1 0,-2 3 0,2 3 0,1 3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1 399 24575,'18'0'0,"18"0"0,19 0 0,34 0 0,-26 0 0,4 0-2071,7 0 1,5 0 2070,16-3 0,5-3-952,-31 1 0,1-1 0,1-2 952,3-3 0,1-2 0,0 0 0,6-2 0,1 0 0,-1 0 0,-1-2 0,0 0 0,-1 0 39,-8 2 0,-1 0 0,-2 0-39,20-6 0,-4-1 0,-9 0 0,-5 0-313,-12 5 0,-3 0 313,-3 1 0,-3 1 1551,29-2-1551,-28 7 0,-17 3 3226,-13 4-3226,-7 0 0,-8 3 0,0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1 960 24575,'5'-12'0,"20"-12"0,20-23 0,-8 14 0,5-4 0,25-19 0,8-4 0,-19 15 0,2-1 0,1 1-1482,4-1 0,1 1 0,-1 1 1482,-6 4 0,-2 1 0,-2 4 0,8-2 0,-5 3 0,-6 3 0,-4 1 0,31-18 1363,-7 6-1363,-19 11 724,-11 12-724,-9 3 0,-8 7 0,-5 3 0,-10 5 0,-1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3:03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2756 24575,'0'-24'0,"9"-16"0,16-26 0,-1 21 0,5-3 0,15-18 0,6-4-1334,-8 17 1,4-2 0,1 1 1333,3-2 0,2 1 0,1 0 0,2-1 0,2 0 0,1 2 0,1 2 0,1 1 0,0 1 0,0-1 0,1 0 0,0 0 0,3-2 0,0 0 0,0 1 0,-2 3 0,-2 1 0,-1 2 0,13-11 0,-4 3-41,-11 8 1,-4 2 40,-8 6 0,-3 1 0,28-26 0,-1 5 0,-12 8 0,-8 8 0,-7 1 0,-4 4 2903,-7 4-2903,-1 3 1178,4-3-1178,1-6 0,12-4 0,1-7 0,4-3 0,6-3 0,-1-4-2879,2 1 2879,-9 9 0,-10 7 0,-5 5 0,-6 5 0,-2 1 0,-5 6 0,-8 8 2879,0 3-2879,-2 5 0,-6 6 0,0 1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5:00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24575,'-5'6'0,"3"11"0,0 20 0,2 24 0,0 7 0,0 31 0,-2 0 0,2-47 0,2 0 0,2 3 0,4-1 0,21 32 0,23-12 0,13-25 0,3-19 0,6-17 0,-3-5 0,3-13 0,-7-14 0,-9-18 0,-11-18 0,-14-9 0,-11-10 0,-12 0 0,-4 0 0,-7 9 0,-6 12 0,-13 9 0,-15 8 0,-10 5 0,-8 8 0,-3 5 0,1 6 0,5 3 0,6 4 0,9 5 0,6 0 0,11-1 0,6 1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5:00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1919 24575,'-4'1'0,"11"-8"0,18-19 0,40-40 0,-11 11 0,6-6-1028,-11 10 1,2-2-1,1-1 1028,4-6 0,3 0 0,0-2-839,4-5 1,2-1-1,1 0 839,3-3 0,1-1 0,-1 2 0,-6 3 0,0 2 0,-1 0-515,-2 3 0,0 1 0,-3 2 515,-6 8 0,-3 2 0,-1 1-336,13-16 1,-3 3 335,0 3 0,-3 3 824,-15 13 0,-3 4-824,11-14 3116,-21 28-3116,-12 8 0,-5 9 0,-5 3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5:00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204 293 24575,'-19'-9'0,"5"4"0,-5 1 0,-8 4 0,-6 3 0,-6 14 0,10 10 0,15 16 0,6 11 0,8 1 0,-1 0 0,0-10 0,3-11 0,6-9 0,19-12 0,18-7 0,20-16 0,11-23 0,3-26 0,-9-12 0,-16-6 0,-16-3 0,-18 6 0,-5 5 0,-13 10 0,-15 19 0,-20 8 0,-11 10 0,-9 9 0,-5 6 0,4 4 0,4 1 0,10 3 0,10 2 0,6 6 0,5 4 0,8-4 0,4-1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5:00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8 24575,'-1'-4'0,"15"2"0,37 0 0,48 2 0,-23 0 0,7 0-1032,-15 0 1,2 0-1,2 0 1032,5 0 0,2 0 0,1 0 0,6 0 0,2 0 0,0 0 0,2 0 0,0 0 0,-2 0 0,-9 0 0,-3 0 0,-1 0-119,26 0 0,-6 0 119,-19 0 0,-6 0 0,-16 0 0,-4 0 0,41 0 0,-35 0 0,-22 0 0,-23 0 0,-5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5:00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35 244 24575,'0'14'0,"0"8"0,0 19 0,0 14 0,2 2 0,9 1 0,14-6 0,13-9 0,8-12 0,4-14 0,7-15 0,0-3 0,-7-10 0,-13-14 0,-17-16 0,-8-26 0,-4-3 0,-6-5 0,-7 4 0,-15 7 0,-14 2 0,-12 10 0,-2 11 0,0 16 0,-1 9 0,5 6 0,0 6 0,6 3 0,7 1 0,6 0 0,13 0 0,7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5:00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1149 21666,'-2'4'0,"13"-1"1399,32-11-1399,1-8 0,7-4 0,19-11 0,6-6-824,-11 4 0,4-4 0,0-1 824,4-4 0,1-1 0,2 0-496,6-3 1,2-1 0,-2 2 495,-7 4 0,0 1 0,-3 1 0,-6 5 0,-2 1 0,-1 1-199,24-11 1,-4 2 198,-17 10 0,-4 1 0,-7 4 0,-4 2 0,15-6 1927,-29 16-1927,-21 9 2647,-8 1-2647,-10 3 1291,-7 1-1291,-2 0 0,1 19 0,2 8 0,3 25 0,7 6 0,11 4 0,22 0 0,26-7 0,13-16 0,11-16 0,2-14 0,6-13 0,-7-14 0,-15-17 0,-19-18 0,-26-24 0,-7 4 0,-15-3 0,-14 9 0,-15 15 0,-20-1 0,-14 13 0,-13 11 0,-2 12 0,5 8 0,8 5 0,13 3 0,11 1 0,10 0 0,12 0 0,5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5:00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24575,'0'5'0,"16"23"0,33 38 0,-5-12 0,8 3-1652,-7-11 1,4 0 0,2 2 1651,12 8 0,4 2 0,1-1 0,3 2 0,3-1 0,1 0-570,-14-11 1,0 0 0,1 0 0,0 0 569,17 13 0,-1 1 0,-1-2 0,-5-3 0,-1 0 0,-1-1-22,-1 1 0,-1-1 0,-3-1 22,-10-8 0,-2 0 0,-2-2-285,22 19 1,-5-3 284,-16-14 0,-5-3 1873,21 20-1873,-17-15 2999,-16-16-2999,-11-10 2110,-10-9-2110,-9-9 884,-3-5-884,-2-4 0,1-7 0,-1-8 0,0-9 0,0-7 0,0-5 0,0 0 0,0 1 0,0 8 0,0 7 0,-2 9 0,-1 8 0,-6 6 0,-6 18 0,-3 26 0,3 26 0,6 18 0,5 12 0,7-1 0,16-4 0,20-10 0,19-18 0,20-16 0,2-18 0,-2-14 0,-6-11 0,-17-15 0,-10-25 0,-14-18 0,-14-23 0,-21-10 0,-20 6 0,-15 6 0,-17 15 0,-7 12 0,-5 9 0,7 12 0,8 11 0,11 10 0,8 4 0,14-1 0,6 1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5:00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24575,'-9'7'0,"14"38"0,11 7 0,8 8 0,3 1 0,6 6 0,3 3-2301,0-3 0,3 2 1,2 3-1,4 3 2301,0-3 0,4 3 0,2 2 0,1 0 0,1 0-519,3 3 0,1 0 0,1 1 0,1-1 0,0-1 519,0 0 0,1 0 0,0-1 0,0 0 0,2-1 0,-1 0 0,1-1 0,0 0 0,1-1 0,-2-2 0,-3-4 0,0-1 0,0-2 0,-1 0 0,-1 0-12,-1-4 1,-1 0 0,0-1-1,-1 0 1,-1-2 11,9 9 0,0-1 0,-2-2 0,-2-2-325,8 8 0,-2-2 0,-4-4 325,-9-11 0,-3-2 0,-1-2 1165,16 19 1,-5-4-1166,-13-15 0,-5-4 4118,13 9-4118,-22-23 3489,-13-18-3489,-7-5 2241,-8-9-2241,-7-9 651,-8-5-651,-4-5 0,-4 1 0,-4 0 0,-4-1 0,-3 2 0,-6-1 0,-3 5 0,-4 6 0,-2 4 0,-3 3 0,5 10 0,10 10 0,12 14 0,12 14 0,5-4 0,12-1 0,20-4 0,16-7 0,23-2 0,11-8 0,2-7 0,1-6 0,-12-2 0,-16-3 0,-16-6 0,-11-9 0,-9-15 0,-6-8 0,-5-5 0,-3 0 0,-1 6 0,-3 3 0,-6 6 0,-11 6 0,-10 3 0,-7 2 0,-4 3 0,18 5 0,5 4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5:00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103 436 24575,'-14'-1'0,"2"1"0,-3 12 0,1 15 0,1 19 0,-2 19 0,5 12 0,4 14 0,4-41 0,1 1 0,0 44 0,7-9 0,14-13 0,26-18 0,27-15 0,-21-26 0,4-5-425,9-4 0,1-3 425,6-6 0,0-3 0,4-6 0,-3-5 0,-9-3 0,-4-5-96,-7-3 0,-5-3 96,-8-5 0,-5-4 0,-7-4 0,-5-3 0,-2-7 0,-5-2 0,-5 1 0,-7-1 0,-8 1 0,-7 0 0,-9 0 0,-8 1-354,-11 0 1,-5 3 353,0 1 0,-3 5 0,-2 5 0,-2 5 0,1 5 0,-1 3-105,1 4 0,-1 3 105,0 1 0,1 1 801,-31-5-801,18 12 48,21 9 0,19 3 0,6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5:00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24575,'-11'1'0,"27"20"0,47 36 0,3-2 0,11 8-2415,-8-8 1,6 3 0,2 2 2414,-7-6 0,3 1 0,1 1 0,1 0-629,2 2 1,0 0 0,2 0 0,-1 0 628,2 0 0,0 0 0,0-1 0,-3-2 0,-9-7 0,-1-1 0,-1-1 0,-3-2 199,11 6 0,-3-1 0,-1-4-199,-7-4 0,-1-3 0,-3-2-224,11 5 0,-3-2 224,-4-3 0,-3-2 1326,-13-8 0,-5-2-1326,21 14 4139,-18-12-4139,-11-2 0,-16-14 0,-10-3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5:00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 24575,'-3'-4'0,"13"3"0,38 19 0,39 15 0,-20-10 0,7 3-845,14 5 1,3-2 844,-2-6 0,1-2 0,1-2 0,-1-1 0,-7-5 0,-1-2 0,-5-2 0,-3-2 204,-9 1 1,-4-1-205,33 2 0,-36-4 0,-25-5 0,-13 1 0,-9-1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5:00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66 24575,'-6'0'0,"7"0"0,11 0 0,25 0 0,26 0 0,26 0 0,-31 0 0,4 0-740,11 0 0,4 0 740,12-2 0,3 0 0,2-2 0,1-1 0,3-1 0,-2-2 0,-12 0 0,-2 0 0,-1 1 0,-2 1-221,-9 2 1,-3 1 220,-11 2 0,-1 0 0,-3 1 0,-3-1 0,20 1 0,-15 0 0,-22 0 361,-13 0 0,-13 0 1,0 0-1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5:00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1279 24575,'48'-37'0,"17"-8"0,-8 3 0,7-4-1457,-9 6 1,5-2 0,0 0 1456,3-1 0,1 1 0,2-2-575,9-6 0,2-2 1,-1 2 574,-3 5 0,0 2 0,-1 0 0,-1 2 0,-1 1 0,0 0-54,-4 1 1,-1 2 0,-1 0 53,22-12 0,-3 3-222,-14 6 1,-5 1 221,-14 10 0,-3 2 1757,32-16-1757,-29 15 2422,-14 7-2422,-15 10 0,-15 5 0,-3 6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5:00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2649 24575,'13'-20'0,"22"-28"0,-2 3 0,6-5-2143,17-19 1,6-6 2142,-14 18 0,3-2 0,2-1-1032,10-11 1,4-2-1,0-1 1032,-11 14 0,1-1 0,1 0 0,-1 0 0,0 1 0,0 0 0,0 1 0,0-1 0,2-1 0,1 0 0,0 0 0,-1 1-142,-5 6 1,0 0 0,-1 2 0,0-1 141,15-15 0,1 1 0,-2 2 0,-5 5 0,-1 1 0,-2 3-316,-5 5 0,-1 2 0,-2 2 316,16-14 0,-3 3 579,-14 13 1,-3 3-580,-2 3 0,-3 1 3101,19-15-3101,-13 9 2672,-14 13-2672,-11 10 1515,-6 4-1515,-2 1 111,-5 4 1,-5 5-1,-3 3 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30:04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1169 1549 24575,'-9'24'0,"-3"3"0,-9 5 0,0-1 0,-5 5 0,-1-6 0,-2 0 0,-4 2 0,5-6 0,0-1 0,5-8 0,5-4 0,1-6 0,-1-3 0,-1-2 0,-4-2 0,0 0 0,0 0 0,0 0 0,-1 0 0,-5 0 0,-2 0 0,-5-4 0,-2-5 0,2-5 0,-2-5 0,1-1 0,-13-14 0,11 6 0,-12-17 0,15 8 0,0-9 0,4-5 0,5 1 0,2 0 0,4 4 0,2 2 0,-1-8 0,-1-7 0,-4-11 0,3 1 0,4 7 0,4-3 0,5 0 0,3 1 0,2 0 0,2 5 0,1 5 0,1-1 0,6 6 0,4 3 0,5 7 0,6 2 0,1 1 0,3 1 0,4-3 0,3 3 0,1 1 0,6-3 0,2 3 0,9 0 0,-1 2 0,-1 4 0,0 0 0,-2 3 0,4 0 0,-6 3 0,-3 5 0,-8 6 0,-4 6 0,-3 3 0,-2 2 0,-3 0 0,0 0 0,-1 0 0,-1 2 0,2 5 0,-3 3 0,1 3 0,-1 1 0,-1 2 0,0 1 0,0 1 0,-2 2 0,-2-2 0,-3 1 0,1 0 0,1 0 0,1 1 0,-2 1 0,-1-3 0,0-1 0,-1-1 0,0-1 0,-1-3 0,-1 0 0,-1-2 0,-2-1 0,0 0 0,-3-1 0,1 2 0,-2-1 0,0-1 0,1 0 0,0 1 0,0 0 0,1 0 0,-2-1 0,0-1 0,0-1 0,2-1 0,-2-1 0,-3-4 0,-3-4 0,-8-5 0,-1-3 0,-3-2 0,0 0 0,1 0 0,-1 2 0,2 2 0,-1 2 0,0 2 0,-3-1 0,0 1 0,1 0 0,2 1 0,4 0 0,2 2 0,3 1 0,1 2 0,2 1 0,4 1 0,7 4 0,7 4 0,6 5 0,1 1 0,1 0 0,-3-1 0,0-2 0,1-2 0,-3-2 0,0-2 0,-3 0 0,-1-1 0,-2-1 0,-2-1 0,0-1 0,1-2 0,-1 1 0,1-2 0,-3 0 0,1-1 0,1-5 0,1-5 0,0-7 0,1-4 0,0 0 0,0-1 0,-1 3 0,-2 0 0,-1 4 0,0 1 0,0-2 0,1-1 0,0-3 0,0 1 0,0 1 0,0 3 0,0 1 0,0 2 0,-2 3 0,0 1 0,0 2 0,-1 1 0,1 0 0,-2 2 0,0 0 0,-2 2 0,0 1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30:07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539 1666 24575,'-17'0'0,"-5"0"0,-7 0 0,-6 0 0,-8-6 0,0-7 0,-1-8 0,-1-7 0,3-6 0,2-5 0,6-2 0,5-2 0,5-3 0,6 3 0,1-5 0,3 0 0,4-2 0,2-8 0,1-4 0,1 3 0,0 4 0,2 6 0,3 1 0,1-5 0,6-1 0,7 3 0,6 8 0,8 4 0,5 1 0,6-6 0,9-5 0,-1 3 0,3 4 0,-1 4 0,2 0 0,3 1 0,-3 3 0,-2 4 0,-3 3 0,-1 2 0,1 0 0,-2 3 0,0 2 0,1 1 0,0 3 0,1 1 0,2 0 0,0 2 0,1 1 0,2 2 0,-1 2 0,-1 3 0,-2 2 0,-7 0 0,0 3 0,-2 0 0,-1-1 0,-1 5 0,-5 5 0,0 8 0,-2 3 0,-2 4 0,0 0 0,0 2 0,2 6 0,0 2 0,1 5 0,-4 0 0,0-1 0,-2 1 0,-3-2 0,-1 2 0,-3 0 0,-1-3 0,-3-1 0,-2-4 0,-2 1 0,-4-2 0,-2-1 0,-2-2 0,0 0 0,0 0 0,0-2 0,0-1 0,0-3 0,-1 0 0,-4-2 0,-2-1 0,-3 0 0,-1 1 0,1-1 0,-2-2 0,0-1 0,0-3 0,1-2 0,0 0 0,-1 1 0,-2 1 0,-1 2 0,1 2 0,0 0 0,2-1 0,1-2 0,2-1 0,2-1 0,2-3 0,0-1 0,0-4 0,0-1 0,-1-2 0,1-1 0,0-2 0,-1-1 0,0-3 0,-1-3 0,1-1 0,-1-4 0,-1-3 0,1-2 0,-1-2 0,2-1 0,3 1 0,1 0 0,2 3 0,0 4 0,0 2 0,0 3 0,0 0 0,0 1 0,0 0 0,0 5 0,0 2 0,0 8 0,-2 3 0,-1 4 0,-2-1 0,-1 3 0,1 2 0,0 3 0,1 2 0,2 1 0,0 0 0,1-1 0,1-1 0,0-3 0,0-3 0,0-4 0,0-2 0,0-2 0,1-3 0,2 0 0,3-3 0,5 0 0,2-1 0,4 0 0,1 0 0,2-1 0,5-3 0,0-1 0,2-3 0,0 0 0,-2 1 0,1-1 0,-4 2 0,-2 2 0,-1 3 0,-3 1 0,3 0 0,-3 0 0,-1 0 0,-2 0 0,-4 0 0,0 0 0,-2 0 0,-1 0 0,-3 0 0,0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30:10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1245 24575,'-3'1'0,"-3"-8"0,-2-11 0,0-11 0,0-13 0,5-10 0,0-11 0,3-14 0,-1-9 0,1-2 0,5 1 0,7 7 0,7 13 0,10 5 0,0 10 0,7 0 0,4 4 0,3 1 0,8 1 0,2 5 0,11 4 0,3 4 0,5 2 0,6 5 0,-8 5 0,-3 5 0,-3 5 0,9 1 0,-1 2 0,-3 2 0,-6 4 0,-19 2 0,5 0 0,-3 4 0,4 9 0,0 6 0,5 14 0,-3 3 0,-7 4 0,2 7 0,-6-1 0,-1 7 0,-3 3 0,-5 2 0,-3 2 0,-2 3 0,-6-4 0,-3-3 0,-1 3 0,0 4 0,0 6 0,-3 6 0,0 0 0,-1-4 0,0 7 0,-2 0 0,-5 2 0,-2 2 0,-4-9 0,1 0 0,-1 2 0,0-9 0,-5 4 0,-5-5 0,-4-11 0,-3-2 0,-1-10 0,-4 6 0,-4 0 0,-2-1 0,-2-3 0,0-3 0,1-2 0,0-3 0,2-4 0,3-6 0,2-4 0,2-4 0,-1-5 0,-1-2 0,3-3 0,0-2 0,0 0 0,-1 0 0,-2-1 0,0-1 0,-1 0 0,0 0 0,1-2 0,-1 2 0,0-2 0,-1 2 0,-2 0 0,0-2 0,2 1 0,1-1 0,2 0 0,2 0 0,3-2 0,3 0 0,-1 0 0,-1 0 0,-2 0 0,-1 0 0,0 0 0,-1 0 0,3 0 0,1 0 0,4 0 0,3 0 0,1 0 0,3-1 0,1-2 0,1-1 0,2-1 0,0-3 0,0-1 0,0-5 0,0-3 0,0-4 0,2-3 0,2-5 0,2-4 0,2 1 0,-1 2 0,1 2 0,1-1 0,1-1 0,-1 2 0,-1 3 0,0 5 0,-1 5 0,-1 4 0,-2 2 0,-2 6 0,-10 17 0,-1 5 0,-10 15 0,3-3 0,-2 4 0,-2 3 0,0 4 0,1-1 0,4-1 0,1-2 0,2-8 0,3-3 0,2-6 0,4-3 0,0-1 0,3-2 0,-1-4 0,1-2 0,0-1 0,0-1 0,3 0 0,5-1 0,6 1 0,6 1 0,2-1 0,0 0 0,-1 0 0,-1 2 0,0 2 0,-1 3 0,2 2 0,0 3 0,-1 1 0,-3 0 0,-1-3 0,-2-2 0,-1-2 0,-3-4 0,-2-1 0,-1-1 0,-1-2 0,0-2 0,0-2 0,-2-1 0,-2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30:12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776 6 24575,'8'-3'0,"2"0"0,7 3 0,8 0 0,6 0 0,3 0 0,1 0 0,0 0 0,2 0 0,4 0 0,1 0 0,1 0 0,-2 0 0,-2 4 0,-2 10 0,-4 10 0,-2 11 0,-3 3 0,-4-2 0,-1 0 0,0 4 0,1 5 0,2 10 0,-3 4 0,-1-1 0,-5-3 0,1 2 0,-3 5 0,-2-1 0,-1 3 0,-4-6 0,-3 5 0,-3 6 0,-2-7 0,0-8 0,0-9 0,-4-4 0,-7 3 0,-6 4 0,-9-3 0,-2-1 0,-3-4 0,-2-3 0,-2-5 0,-7-1 0,-6-2 0,-8-4 0,-8-5 0,-3-6 0,-6-3 0,6-2 0,9-1 0,4-4 0,5-2 0,-4-2 0,-4 0 0,4 0 0,1 0 0,2 0 0,-4-6 0,6-6 0,3-8 0,4-8 0,8-2 0,2-1 0,6 2 0,5 4 0,5 5 0,4 1 0,1 0 0,1-1 0,1-4 0,0-2 0,1-4 0,3-2 0,1 0 0,2-1 0,1 0 0,0 0 0,0 2 0,0-1 0,0-1 0,0 0 0,0 0 0,1 2 0,2-4 0,3-1 0,1-2 0,1 2 0,0 2 0,0 2 0,0 3 0,0 5 0,-2 3 0,-1 1 0,-1 4 0,-1 0 0,2 2 0,-1 0 0,1-1 0,-2-1 0,0 1 0,0 2 0,0 3 0,0 0 0,-1 2 0,-1 1 0,1 1 0,0-1 0,-2 2 0,-2 4 0,-7 6 0,-6 9 0,-5 5 0,-5 7 0,-4 2 0,-3 5 0,-1-1 0,3-1 0,4-4 0,4-3 0,4-1 0,3-2 0,3-5 0,5-2 0,2-4 0,1-1 0,2-1 0,1-1 0,0-4 0,4-5 0,5-6 0,7-7 0,6-4 0,4-3 0,3-3 0,-1 0 0,2-2 0,0-1 0,0 1 0,3 0 0,-4 5 0,-5 5 0,-4 5 0,-4 2 0,-3 4 0,-1 2 0,-3 2 0,-2 2 0,0 0 0,-1 0 0,1 1 0,-1 4 0,1 6 0,3 10 0,1 6 0,2 5 0,2 5 0,2 3 0,1 3 0,1 1 0,-1 0 0,-2-4 0,-2-7 0,-3-7 0,-2-4 0,0-4 0,0-1 0,-3-4 0,-1-4 0,-1-1 0,-3-4 0,0-1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30:15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0 24575,'-14'0'0,"0"0"0,-3 0 0,-3 0 0,-2 0 0,-2 5 0,3 5 0,3 5 0,6 4 0,1 1 0,4 0 0,1-2 0,3 0 0,3 1 0,0 6 0,1 5 0,8 3 0,6 1 0,12 5 0,6-5 0,8 3 0,0-2 0,5 3 0,-1 2 0,-5-4 0,1 0 0,-12-8 0,-3-2 0,-2-1 0,-5-3 0,-2-1 0,-2 2 0,-5-4 0,-1 2 0,-2-3 0,-1 1 0,-2 1 0,-2-2 0,-2 3 0,-3-1 0,-6 1 0,-7 2 0,-3-2 0,-2-4 0,4-5 0,1-5 0,0-2 0,2-1 0,0-2 0,1-1 0,2-4 0,2-4 0,3-7 0,0-5 0,2-5 0,2-1 0,0 0 0,2-2 0,0 2 0,0 0 0,0 4 0,3 4 0,3 1 0,1 4 0,1-1 0,0 4 0,-1 2 0,-1 0 0,0 2 0,1 0 0,-1 0 0,0 0 0,0-2 0,1-3 0,3-2 0,2-1 0,4 1 0,0 3 0,-6 4 0,-4 2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30:17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249 6 24575,'-8'-3'0,"-2"0"0,-2 3 0,-4 0 0,-1 0 0,-1 2 0,0 4 0,0 6 0,0 6 0,-2 2 0,-2 5 0,3 1 0,2 5 0,1 4 0,6 0 0,4 1 0,3-1 0,2-2 0,1 2 0,0 1 0,3-4 0,6 0 0,8-2 0,7 0 0,5 4 0,3 0 0,1 2 0,-2-3 0,-2 0 0,-2-2 0,-3-3 0,-1 0 0,-3-6 0,-2-1 0,-3 0 0,-2-3 0,-3 2 0,-1-1 0,-1-1 0,-2 0 0,0-1 0,0 0 0,-2 1 0,-2 2 0,-1-2 0,-2 1 0,-5-1 0,-5-1 0,-4-1 0,-5 0 0,0-3 0,-5-1 0,0-3 0,0-1 0,3-3 0,3-1 0,0-2 0,1-2 0,0-2 0,3-2 0,2-2 0,1-3 0,3-2 0,1 0 0,3-2 0,1-1 0,1-1 0,1-2 0,2 1 0,0 0 0,0 1 0,0 2 0,0-1 0,2 0 0,4 0 0,4-2 0,5-2 0,3-1 0,0-1 0,0 1 0,-3 2 0,-4 2 0,-2 4 0,-3 3 0,1 3 0,-4 1 0,0 3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30:19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0 24575,'-7'0'0,"0"0"0,-2 0 0,1 0 0,-1 0 0,0 0 0,-1 0 0,0 0 0,0 0 0,-1 0 0,-3 1 0,-1 5 0,-3 5 0,0 7 0,1 3 0,-1 3 0,2 6 0,1 5 0,1 4 0,3 1 0,4 1 0,3 0 0,2 2 0,2-6 0,0-2 0,3-2 0,5-3 0,6 3 0,8-2 0,7-2 0,4 0 0,4-2 0,3 2 0,-2 0 0,-2 1 0,0-2 0,-5 0 0,1 1 0,-1 1 0,-7-3 0,-3-4 0,-4-1 0,-3-2 0,0 1 0,-4-1 0,-3 0 0,-2 1 0,-3 1 0,-1 1 0,-1-1 0,-2-1 0,-5 0 0,-6 0 0,-8 1 0,-9 5 0,-2-2 0,-2 1 0,2-4 0,3-4 0,-5-1 0,-1-3 0,0-1 0,4-3 0,5-3 0,3-3 0,2-2 0,4-1 0,2-1 0,2-5 0,5-4 0,1-5 0,3-8 0,2 0 0,1-5 0,1 1 0,0 0 0,0-2 0,2 1 0,6-3 0,5 1 0,6 2 0,2 0 0,3 2 0,3-1 0,2 1 0,1 1 0,-3 3 0,-4 4 0,-5 4 0,-3 3 0,-4 2 0,-2 4 0,-2 0 0,-2 1 0,-2 1 0,0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30:21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561 7 24575,'-8'-3'0,"0"1"0,-3 1 0,1 1 0,0 0 0,-1 0 0,1 0 0,0 0 0,-3 0 0,-3 0 0,-3 0 0,-1 0 0,0 0 0,-2 0 0,0 0 0,-1 3 0,-4 4 0,0 7 0,-5 8 0,5 1 0,1 6 0,4-1 0,4 3 0,2 3 0,6 0 0,2 5 0,4 0 0,1 0 0,2 0 0,1-3 0,1 1 0,9 5 0,5-6 0,11 4 0,3-5 0,-1-2 0,4 1 0,-2-4 0,1 1 0,-2 0 0,-2 1 0,-2 0 0,2 4 0,-3-2 0,-4 0 0,-2-1 0,-4-1 0,-3-2 0,-2-1 0,-3-3 0,-2-1 0,-2-2 0,-2-1 0,-3 0 0,-8 3 0,-6-2 0,-8 3 0,-5 1 0,1-1 0,-6 1 0,0-1 0,-3-1 0,-1 0 0,3-5 0,1-4 0,2-5 0,2-3 0,4-4 0,4-2 0,5-1 0,4-1 0,2-3 0,3-5 0,2-7 0,0-4 0,3-5 0,0 0 0,2-3 0,2-2 0,-1-2 0,1-3 0,0-2 0,2-3 0,3 1 0,8 1 0,6 0 0,4 3 0,3 2 0,-5 5 0,-3 6 0,-2 6 0,-1 4 0,0 1 0,-1 3 0,0 1 0,-1 2 0,-1 0 0,0-1 0,0 0 0,1-2 0,1 0 0,0 0 0,-1 0 0,1 2 0,-3 2 0,-2 1 0,-4 2 0,-3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11:30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1650 1758 24575,'-14'16'0,"-6"3"0,-4 8 0,-1-4 0,-3 1 0,-1 0 0,-5 3 0,-2 1 0,2-1 0,1 0 0,-2 2 0,-2-1 0,0-1 0,-3-2 0,3-3 0,-3-3 0,2-1 0,1-6 0,-1-2 0,3-3 0,-3-1 0,3-1 0,-7 0 0,-3-2 0,-9-2 0,-1 0 0,-2-5 0,-4-11 0,4-13 0,-3-9 0,7-5 0,0-2 0,2-2 0,2-3 0,0-3 0,2-13 0,2-6 0,7-2 0,7 0 0,10 9 0,4-2 0,3-6 0,4-1 0,2 0 0,4 7 0,1 4 0,2 7 0,1 2 0,-1-3 0,1-1 0,0 0 0,0 3 0,3 3 0,4 0 0,5 4 0,4 4 0,2 5 0,0 4 0,2-4 0,2 2 0,0 2 0,3 1 0,2 2 0,1 0 0,9-4 0,-1 0 0,3-1 0,1 1 0,1 3 0,1 3 0,-2 3 0,-1 2 0,-3 4 0,4 0 0,1 3 0,-3 3 0,1 5 0,-4 3 0,-2 2 0,-1 3 0,-2 1 0,-1 0 0,-1 0 0,1 0 0,0 2 0,-1 4 0,-3 4 0,-5 1 0,-3 2 0,0-2 0,-1 2 0,1 2 0,1-1 0,-2 1 0,-1-1 0,0 2 0,-1-1 0,-1 0 0,0 0 0,0 0 0,-1 2 0,1 0 0,0 0 0,0-2 0,-2-2 0,-1-1 0,0 1 0,0 2 0,2 1 0,0 3 0,0 1 0,-1 0 0,-2 0 0,0-2 0,0-2 0,-1-3 0,-1-2 0,-1-3 0,-2 0 0,-2-1 0,-2-1 0,-5-2 0,-5-4 0,-3-3 0,-3-1 0,-7-6 0,-2-1 0,0-2 0,1 0 0,7 4 0,1 1 0,-2-1 0,1 1 0,0-1 0,0 1 0,2 0 0,2 2 0,2 2 0,2 1 0,1 0 0,-1 1 0,1 0 0,0 1 0,1-1 0,7 0 0,5 0 0,7 0 0,7 2 0,0 0 0,0 0 0,-1 2 0,-1 0 0,0 1 0,2 1 0,0 1 0,-1-1 0,-3 0 0,1 1 0,-3-3 0,-2 0 0,-1-2 0,-2 2 0,0 0 0,-1 0 0,0 0 0,0-2 0,1 0 0,-1 0 0,1 0 0,-1 0 0,0 0 0,-1-7 0,-3-3 0,0-4 0,2-11 0,1-2 0,4-5 0,0-2 0,-2 4 0,-1 3 0,-3 5 0,0 3 0,0 4 0,-2 3 0,0 2 0,-2 6 0,0 1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12:31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1650 1758 24575,'-14'16'0,"-6"3"0,-4 8 0,-1-4 0,-3 1 0,-1 0 0,-5 3 0,-2 1 0,2-1 0,1 0 0,-2 2 0,-2-1 0,0-1 0,-3-2 0,3-3 0,-3-3 0,2-1 0,1-6 0,-1-2 0,3-3 0,-3-1 0,3-1 0,-7 0 0,-3-2 0,-9-2 0,-1 0 0,-2-5 0,-4-11 0,4-13 0,-3-9 0,7-5 0,0-2 0,2-2 0,2-3 0,0-3 0,2-13 0,2-6 0,7-2 0,7 0 0,10 9 0,4-2 0,3-6 0,4-1 0,2 0 0,4 7 0,1 4 0,2 7 0,1 2 0,-1-3 0,1-1 0,0 0 0,0 3 0,3 3 0,4 0 0,5 4 0,4 4 0,2 5 0,0 4 0,2-4 0,2 2 0,0 2 0,3 1 0,2 2 0,1 0 0,9-4 0,-1 0 0,3-1 0,1 1 0,1 3 0,1 3 0,-2 3 0,-1 2 0,-3 4 0,4 0 0,1 3 0,-3 3 0,1 5 0,-4 3 0,-2 2 0,-1 3 0,-2 1 0,-1 0 0,-1 0 0,1 0 0,0 2 0,-1 4 0,-3 4 0,-5 1 0,-3 2 0,0-2 0,-1 2 0,1 2 0,1-1 0,-2 1 0,-1-1 0,0 2 0,-1-1 0,-1 0 0,0 0 0,0 0 0,-1 2 0,1 0 0,0 0 0,0-2 0,-2-2 0,-1-1 0,0 1 0,0 2 0,2 1 0,0 3 0,0 1 0,-1 0 0,-2 0 0,0-2 0,0-2 0,-1-3 0,-1-2 0,-1-3 0,-2 0 0,-2-1 0,-2-1 0,-5-2 0,-5-4 0,-3-3 0,-3-1 0,-7-6 0,-2-1 0,0-2 0,1 0 0,7 4 0,1 1 0,-2-1 0,1 1 0,0-1 0,0 1 0,2 0 0,2 2 0,2 2 0,2 1 0,1 0 0,-1 1 0,1 0 0,0 1 0,1-1 0,7 0 0,5 0 0,7 0 0,7 2 0,0 0 0,0 0 0,-1 2 0,-1 0 0,0 1 0,2 1 0,0 1 0,-1-1 0,-3 0 0,1 1 0,-3-3 0,-2 0 0,-1-2 0,-2 2 0,0 0 0,-1 0 0,0 0 0,0-2 0,1 0 0,-1 0 0,1 0 0,-1 0 0,0 0 0,-1-7 0,-3-3 0,0-4 0,2-11 0,1-2 0,4-5 0,0-2 0,-2 4 0,-1 3 0,-3 5 0,0 3 0,0 4 0,-2 3 0,0 2 0,-2 6 0,0 1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 24575,'-15'0'0,"-1"0"0,-9 0 0,-12 0 0,-3 4 0,-14 21 0,0 18 0,8 19 0,3 20 0,19 2 0,11-5 0,8 2 0,5-5 0,0-4 0,0-3 0,4-16 0,12-11 0,15-6 0,27-3 0,18-6 0,7-7 0,8-8 0,-10-6 0,4-4 0,-1-8 0,-8-9 0,-4-7 0,-18-11 0,-9-2 0,-11-3 0,-11-1 0,-7-1 0,-6 1 0,-7-2 0,-1-2 0,-7 1 0,-13-2 0,-13-1 0,-11 3 0,-4 3 0,5 6 0,3 7 0,3 2 0,4 3 0,1 5 0,5 0 0,3 6 0,5 3 0,4 0 0,3 1 0,0-1 0,4 3 0,1 1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24575,'6'0'0,"14"0"0,29 0 0,36 0 0,-33 0 0,4 0 0,12 0 0,6 0 0,-7 0 0,4 0 0,2 0-2835,7 0 1,2 0 0,0 0 2834,-1 0 0,-1 0 0,-1 0 0,-4 0 0,-2 0 0,-5 0 542,5 0 0,-6 0-542,-9 0 0,0 0 0,0 0 0,0 0 0,-6 0 0,-1 0 0,3 0 0,0 0-81,-3 0 0,0 0 81,38 0 0,-4 0 0,-14 0 0,-11 0 0,-11 0 6389,-14 0-6389,-6 0 938,-7 0-938,-7 2 63,-6 2 1,-7-1-1,-2 1 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74 24575,'-28'-13'0,"2"3"0,7 10 0,-1 0 0,2 0 0,1 7 0,6 16 0,5 14 0,4 11 0,1 4 0,0 13 0,1 7 0,0 2 0,0-2 0,0-8 0,0-1 0,14-4 0,12-10 0,12-16 0,6-7 0,-1-10 0,1-6 0,4-3 0,6-4 0,-2-2 0,-2-8 0,-8-8 0,-8-14 0,-6-14 0,-5-8 0,-4-9 0,-6-1 0,-5-5 0,-7 0 0,-21-5 0,-16 6 0,-11 14 0,-9 6 0,2 7 0,-6 1 0,-4 0 0,2 8 0,3 6 0,8 6 0,6 5 0,21 7 0,8 1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1 24575,'-10'0'0,"-5"0"0,-14 3 0,-11 15 0,-13 32 0,1 31 0,29-27 0,5 4-726,2 6 1,5 2 725,5 0 0,3-1 0,-1 2 0,3-1 0,5-5 0,3-2 67,18 36-67,29-13 0,17-23 0,1-22 0,10-11 0,-14-23 0,5-1 0,-10-11 0,-13-12 0,-5-21 0,-16-11 0,-7-9 0,-11-7 1082,-7 1-1082,-3-4 0,0 7 302,-4 6-302,-5 9 0,-10 7 0,-11 3 0,-9 8 0,0 3 0,-1 1 0,5 3 0,3 2 0,3 3 0,6 5 0,9 8 0,5 2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24575,'0'11'0,"0"20"0,0 23 0,0 26 0,0 19-822,0 0 822,0-13 0,14-5 0,18-18 0,16-18 0,18-13 0,5-25 0,2-5 270,-3-5-270,-10-11 0,-9-16 137,-8-16-137,-12-14 0,-7-17 0,-9 1 0,-6-4 0,-4 2 0,-11 11 0,-10-1 0,-16 11 415,-10 12-415,-1 12 0,-4 16 0,5 9 0,3 7 0,6 1 0,15 0 0,7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88 24575,'-8'6'0,"-3"-3"0,-4-1 0,-6 4 0,-2 10 0,6 11 0,4 19 0,10 23 0,3 18 0,-1 3 0,1 4 0,0-8 0,11-15 0,19-9 0,28-29 0,26-16 0,14-10 0,-7-6 0,-2-5 0,-11-7 0,-13-12 0,-1-29 0,-22-11 0,-14-12 0,-12-2 0,-13 12 0,-7-5 0,-11 6 0,-16 3 0,-16 4 0,-10 6 0,-5 8 0,-1 9 0,4 12 0,2 6 0,9 5 0,20 5 0,9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110 750 24575,'-14'-11'0,"3"4"0,-2 2 0,-4 5 0,-2 11 0,1 7 0,5 15 0,9 14 0,4 0 0,0 1 0,0-9 0,0-3 0,7-3 0,12-3 0,25-9 0,21-10 0,17-7 0,-32-3 0,1-1 0,43 1 0,-42-7 0,-1-4 0,-1-3 0,-3-6 0,27-38 0,-40 18 0,-5-4 0,2-49 0,-22 39 0,-3-3-2108,-3-2 1,-3 0 2107,-4 3 0,-4 0 0,-6-1 0,-4 2-239,-28-34 239,-15 14 0,-10 8 0,-3 15 0,-8 5 0,4 16 0,8 13 0,11 10 0,12 5 0,11 1 0,17 1 0,7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322 236 24575,'-28'0'0,"-1"0"0,-2 0 0,-3 0 0,-1 0 0,4 6 0,-3 13 0,12 12 0,5 19 0,7 18 0,6 0 0,3 7 0,0-6 0,1-6 0,0-3 0,2-15 0,16-13 0,11-15 0,10-7 0,6-5 0,0-15 0,5-20 0,-10-23 0,-12-25 0,-18 0 0,-10-3 0,0-3 0,-2 11 0,-13-6 0,-13 7 0,-16 11 0,-8 3 0,5 15 0,3 15 0,7 11 0,5 11 0,5 4 0,13 2 0,6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24575,'0'-4'0,"12"19"0,21 19 0,1 3 0,6 3-913,1 1 0,5 1 913,21 17 0,7 2-955,-17-14 0,2 1 0,2-1 955,5 1 0,2-1 0,3 2-816,-10-7 0,3 2 0,1-1 1,-1-2 815,17 7 0,0-1 0,0-1 0,0 0 0,0-1 0,-1-2-462,-7-6 0,-2-1 0,-3-3 462,14 4 0,-6-3 0,-14-7 0,-5-4 0,30 10 0,-14-2 808,-7-3-808,-17-12 625,-11-6 0,-20-7 1,-6 1-1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21881,'0'-5'0,"0"20"1299,0 13-1299,0 29 0,0 1 0,0 0 0,0 7 454,0-10-454,0 0 231,0-14-231,0-16 0,0-14 0,0-4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1 232 24575,'13'-6'0,"19"-8"0,12-9 0,22-15 0,4 1 0,-5 1 0,-2 5 0,-21 11 0,-8 5 0,-18 7 0,-6 4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24575,'-8'0'0,"38"4"0,14 4 0,45 8 0,-35-6 0,1-2-588,2 1 0,1-2 588,6-1 0,1 0 0,-3-4 0,-1 0 0,-3 1 0,-1-1 0,4-1 0,0 0 0,-7-1 0,-1 0 0,1 1 0,-1-1 288,32 0-288,-23 0 0,-21 0 0,-14 0 0,-15 0 0,-5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24575,'0'21'0,"0"27"0,0 13 0,0 20 0,0 1 0,0-10 0,0 5 0,0-11 0,0-3 0,0-12 0,0-7 0,0-8 0,0-5 0,0-4 0,0-9 0,0 0 0,0-4 0,0-4 0,0-3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0 775 24575,'9'-12'0,"22"-18"0,21-37 0,-16 23 0,3-1-1169,6-4 1,2-1 1168,-1-1 0,2 0 0,12-9 0,0 3 0,-14 14 0,-3 3 0,1-4 0,-5 4 747,4-1-747,-20 18 96,-4 6 1,-10 9-1,-3 6 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24575,'-6'3'0,"3"12"0,1 15 0,17 28 0,18 19-693,-6-32 0,6 0 693,9 9 0,5 1 0,4 3 0,5 1 0,10 8 0,3 2-730,-21-23 0,0 0 1,2 0 729,0-1 0,2 0 0,-1 0 0,1-1 0,0 0 0,0-2 0,19 18 0,0-1 0,1-1 0,-3-1 0,-9-9 0,-2-3-613,-8-7 1,-1-1 612,-4 0 0,-1-2 0,30 23 0,-4 1 0,-8-15 846,-17-18-846,-10-5 2470,-8-7-2470,-10-2 0,-7-5 0,-4-4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24575,'-5'4'0,"30"13"0,37 25 0,-3-5 0,7 3-4744,9 4 0,3 1 4744,-2-2 0,6 0 0,-1-3 0,8 0 0,1 0-505,1-2 1,1-1-1,2 0 505,-16-7 0,2 1 0,1-1 0,-1 0 0,3 1 0,1-1 0,0-1 0,-4-3-32,8 0 1,-3-4-1,0 1 32,4 2 0,-1 1 0,-3-2-409,-12-3 1,-2-1-1,-2-1 409,25 7 0,-4-1 1111,-14-3 1,-3-3-1112,-10-5 0,-2-1 1533,-5 0 1,-4 0-1534,28 4 3021,-29-5-3021,-17-4 619,-9-4 0,-15-1 0,-3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24575,'37'0'0,"34"0"0,-20 0 0,5 0-4916,19 0 1,3 0 4170,-8 0 0,3 0 745,-7 0 0,5 0 0,2 0 136,12 0 0,3 0 0,2 0-136,5 0 0,2 0 0,2 0 0,-18 0 0,3 0 0,0 0 0,-3 0-83,13 0 0,-4 0 1,-2 0 82,-13 0 0,-2 0 0,-2 0 0,22 0 0,-5 0-222,-13 0 1,-4 0 221,-13 0 0,-2 0 0,-1 0 0,-4 0 0,29 0 4396,-23 0-4396,-15 0 609,-9 0 0,-19 0 0,-3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0 24575,'0'18'0,"0"24"0,0 28 0,0-17 0,0 5 0,0 12 0,0 4-1633,0 14 1,0 2 1632,0 8 0,0 3 0,0-30 0,0 2 0,0 3 0,0 13 0,0 3 0,0 1-1140,0 1 0,0 0 0,0 2 1140,0-20 0,0 2 0,0-1 0,0 1 0,0-2 0,0 0 0,0 0 0,0-1-861,0 18 1,0-1-1,0 0 861,-1 1 0,-1 0 0,0-2-436,1-13 1,-1-2 0,0-3 435,-2 24 0,1-5 225,1-16 1,-1-5-226,3-13 0,0-2 1570,-2-2 1,0-3-1571,-2 26 0,-1-25 3108,1-17-3108,4-15 547,0-6 1,0-5-1,0-4 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24575,'0'-3'0,"0"16"0,0 27 0,0 22 0,0 13 0,0 10 0,0 5-1488,0-16 0,0 4 1,0 1 1487,1 8 0,1 1 0,0-1 0,0-7 0,2 0 0,0 1 0,2 10 0,1 2 0,2 0 0,2-4 0,2-1 0,1 0 0,0-1 0,2-1 0,0 0 0,1-3 0,1 0 0,-1-1 0,0-5 0,0 0 0,0-2-211,-2-3 0,0-2 0,-1-2 211,5 19 0,-1-5 0,-2-10 0,1-5 0,-3-11 0,0-2 0,10 34-252,1 0 252,0-10 0,-3-3 0,1-4 0,-2-6 0,-2-10 0,0-9 0,-4-6 3063,-2-4-3063,-4-8 487,-2-5 0,-4-13 1,-3-4-1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24575,'0'-8'0,"0"30"0,7 10 0,8 37 0,27 13 0,-7-32 0,4 0 0,4 1 0,3 0-1443,12 5 1,4 0 1442,5 3 0,3-2 0,5 1 0,1-1 0,1 0 0,0-1 0,-5-4 0,-1-2 0,-3-5 0,-2 1 0,-1-1 0,-1 0 0,3 1 0,-1-1 121,-9-6 1,-3-2-122,-5-1 0,-1-1 0,33 20 0,-14-9 0,-10-6 0,-15-13 0,-13-6 0,-14-10 0,-7-5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2130 24575,'13'-9'0,"14"-12"0,22-22 0,23-21 0,-27 26 0,4-1-1228,6-6 0,4 0 1228,13-4 0,5 0-1060,6-3 0,3 0 1060,-26 18 0,1 0 0,1 1 0,2-1 0,1 0 0,-1 0 0,-1-1 0,-1-1 0,0 1 0,-3 2 0,1 0 0,-2-1 0,27-16 0,-2-1 0,-2 1 0,-1 0-672,-3 5 1,0-1 671,0-3 0,0 0 0,-3 2 0,-2 1 0,-9 5 0,-3 1 0,-6 2 0,-3 1-257,-4 2 0,-1 1 257,-5 3 0,-2-1 0,37-28 1258,-9 6-1258,-13 11 2603,-11 9-2603,-4 7 0,-7 8 0,-6 4 1652,-6-1-1652,-2 2 717,1 0-717,3-2 203,3 3-203,-3 0 0,0 0 0,0 1 0,1-1 0,-1 0 0,0 1 0,-4 0 0,-2-1 0,-1 4 0,-4 3 0,-5 4 0,-1 2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2768 24575,'0'-23'0,"0"-22"0,0-28 0,-1 23 0,2-4-4147,0-13 0,2-2 4147,3-2 0,2-1 0,4-8 0,2-2 72,4-3 0,1-2-72,1-3 0,-1-3 0,-6 24 0,-1-1 0,0 0-69,-1 0 1,0 0 0,1 0 68,-1 0 0,1 0 0,-1 1 0,0 2 0,1 0 0,-1 2-399,5-19 0,-1 3 399,-2 7 0,-1 4 1340,-2 11 0,-1 2-1340,-1 5 0,-1 2 0,5-43 1801,-4 23-1801,-4 13 2443,-1 23-2443,-3 5 1286,0 8-1286,0 5 943,0-1-943,0 0 0,0 7 0,0 2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 24575,'0'20'0,"0"8"0,0 16 0,0 16 0,0 4 0,0-3 0,0-6 0,7-15 0,12 0 0,14-7 0,16-8 0,15-9 0,12-9 0,-5-6 0,5-4 0,-16-8 0,-9-10 0,-7-12 0,-19-11 0,-4-10 0,-10-4 0,-3-3 0,-5 6 0,-2 1 0,-3 8 0,-3 10 0,-9 5 0,-8 9 0,-4 3 0,-7 2 0,3 7 0,0 3 0,5 3 0,12 4 0,5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250 201 24575,'-13'-6'0,"2"3"0,-4 0 0,-1 3 0,1 0 0,-8 0 0,1 0 0,-5 0 0,0 5 0,1 18 0,2 14 0,9 11 0,4 11 0,10-7 0,1 4 0,-3-5 0,3-16 0,12-7 0,12-13 0,23-6 0,15-3 0,4-4 0,0-2 0,-7 1 0,-6-7 0,-9-9 0,-7-11 0,-14-15 0,-10-9 0,-6-2 0,-7-8 0,1-5 0,-1-2 0,-2 8 0,-5 13 0,-7 13 0,-6 7 0,-4 0 0,-1 7 0,-4 4 0,14 9 0,1 2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1 214 24575,'0'-12'0,"0"6"0,0 8 0,0 25 0,0 16 0,0 9 0,0 9 0,0-7 0,0-3 0,2-8 0,13-10 0,16-9 0,17-8 0,15-8 0,7-7 0,2-4 0,-1-12 0,-5-13 0,-12-5 0,-9-4 0,-13 6 0,-12 1 0,-7-12 0,-6-2 0,-5-7 0,-13 2 0,-16 2 0,-18 2 0,-10 8 0,-2 2 0,5 11 0,4 2 0,3 7 0,7 5 0,2 4 0,18 2 0,3 2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62 145 24575,'-22'18'0,"7"-1"0,0 9 0,11 0 0,0 1 0,3 13 0,1 3 0,0 9 0,-1 12 0,1-10 0,0 5 0,4-12 0,11-15 0,22-1 0,19-16 0,15 1 0,10-7 0,-6-6 0,3-8 0,-5-8 0,-10-12 0,-2-19 0,-18-14 0,-17-15 0,-14 1 0,-11 6 0,0 1 0,-7 9 0,-10 5 0,-17 8 0,-14 13 0,-10 5 0,-7-2 0,1 6 0,1 3 0,10 3 0,11 6 0,20 4 0,8 2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53 578 24575,'-5'10'0,"2"5"0,0 13 0,3 12 0,0 15 0,0 7 0,0 0 0,3-5 0,16 6 0,21-5 0,14-8 0,19-8 0,3-23 0,-6-6 0,-1-5 0,-11-8 0,-8 0 0,-1-5 0,-4-9 0,-7-15 0,-8-14 0,-11-23 0,-12-18 0,-4-2-538,-3-12 538,1 7 0,-1-3 0,0 43 0,0 1 0,-11-37 0,-13 8 0,-8 19 0,-13 10 0,0 12 0,-5 8 0,-11 1 0,-6 8 0,-9 0 0,0 6 0,3 4 0,5 6 0,9 3 0,25 1 0,10 1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24575,'0'-5'0,"0"20"0,0 26 0,3 38 0,12 17 0,-2-39 0,4 2 0,12 17 0,4 2 0,4 2 0,2 0-897,-1 2 0,1-1 897,-4-4 0,-3-5 0,-11-22 0,-2-3 0,13 34-468,-7-15 468,-3-11 0,-4 1 0,-3-8 0,-4-11 0,-6-17 0,1-9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1329 24575,'-5'-2'0,"10"-15"0,24-21 0,27-24 0,-12 17 0,7-4-2835,-2 4 1,3-3 0,0 1 2834,18-17 0,1 0 0,-14 12 0,2-2 0,-1 1 70,-4 4 1,-1 2 0,-2 1-71,13-13 0,-1 1 0,11-9 0,-2 1 0,-23 18 0,-3 2-83,-3 4 0,-3 2 83,16-18 0,-26 23 0,-13 19 0,-11 7 0,-4 6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6 24575,'-3'-5'0,"13"7"0,19 15 0,21 16 0,22 17 0,3 3 0,7 3-1154,-39-27 0,0 1 1154,37 24 0,0-3 0,-14-10 0,-12-11 0,-7-8 0,-9-6 0,-2 0 0,-7-2 0,-8-4 2308,-4-4-2308,-7-6 0,-5 0 0,0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24575,'0'34'0,"0"14"0,0 20 0,4 27 0,0-45 0,2 0-588,3 6 1,2 0 587,-1-2 0,2-2 0,12 42 0,2-2 0,-2-9 0,1 1 0,-6-14 384,-6-15-384,-5-18 48,-4-12 1,-4-15 0,0-4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3 922 24575,'-3'-24'0,"3"-14"0,16-21 0,20-20 0,-11 36 0,3 0 0,1-2 0,1 0 0,20-34 0,-5 7 0,0-2 0,-4 6 0,0-1 0,-8 9 0,-11 15 0,-9 12 0,-6 8 0,-5 13 0,0 3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11 24575,'-3'-5'0,"14"2"0,19 1 0,30 2 0,26 0 0,4 0 0,4 0-601,-6 0 601,-6 0 0,-2 0 0,-16 0 148,-11 0-148,-12 0 0,-9 0 0,-4 0 0,-6 0 0,-4 0 453,-3 0-453,1 0 0,-1 0 0,-5 0 0,-2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 24575,'-9'-6'0,"22"10"0,48 25 0,-6-3 0,9 5-4916,20 10 1,7 4 4418,-21-13 1,3 1-1,0 0 497,-2-3 0,0 0 0,1 0-243,6 0 1,0 1 0,0-2 242,-6-3 0,0-1 0,0 0 245,0-1 1,0-1-1,0 0-245,3 0 0,1-1 0,-3 0 0,22 4 0,-3-1 0,1 0 0,-3-2 0,-13-3 0,-4-2-274,-9-3 0,-2-1 274,-5-2 0,-2 0 4270,24 3-4270,-23-5 970,-24-6 1,-16-3 0,-7-1-1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1 432 24575,'15'0'0,"22"0"0,32 0-4916,-19-2 1,3-3 4170,0 1 0,1-3 745,19-6 0,4-3 385,8-6 1,4-3-386,-24 8 0,2-1 0,1 0 0,8-3 0,2 0 0,-2-1 0,-9 4 0,-2-1 0,-2 2 0,21-5 0,-4 2 803,-11 1 0,-3 2-803,-9 4 0,-1 1 0,-6 2 0,0 0-97,43-8 97,-22 7 0,-19 4 5666,-11 3-5666,-7 1 2581,-7 3-2581,-2 0 620,-4 0-620,-4 0 174,1 0-174,-2 0 0,-1 0 0,0 0 0,-4 0 0,0 0 0,-5 0 0,-1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21536,'0'-5'0,"0"19"1458,0 35-1458,0 21 0,0 14 0,0-18 0,0 3 0,0 4-1569,0 23 1,0 5-1,0 2 1569,1-26 0,-1 2 0,1-1 0,1-1 0,2 20 0,1-3 0,1 2 0,1 2 0,0 1 0,2-2 0,0-8 0,1-1 0,0 1 0,0 7 0,0 2 0,0 0 0,0-3 0,0 0 0,0-1 0,-1-1 0,0-1 0,-1-3 0,-2-12 0,1-3 0,-2-2 0,2 15 0,-1-4 0,-3-11 0,-1-2 263,0-7 1,1-1-264,-1 2 0,0-1 0,1-2 0,-1-1 182,0-8 1,1-2-183,1 34 0,6-12 0,-2-11 3993,3-9-3993,5-4 1084,-4-4-1084,1-5 318,0-5-318,-6-7 0,-1-9 0,-3-3 0,-1-5 0,0 2 0,1 2 0,1 5 0,0 4 0,2 4 0,3 2 0,-2 4 0,2 1 0,-2-6 0,-3-5 0,1-6 0,-1-5 0,-1-5 0,-1-2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2685 1 24575,'0'22'0,"-3"10"0,-10 16 0,-13 14 0,-23 21-1796,13-33 1,-4 1 1795,-8 10 0,-4 2 0,-10 6 0,-5 3-1456,9-10 0,-3 3 0,-3 1 1456,12-12 0,-3 1 0,0-1 0,1 1 0,-16 15 0,0 0 0,1 0-1017,-1 1 0,1 0 0,2-3 1017,10-11 0,3-3 0,0-1 0,2 0 0,-1 0 0,0 0-437,-6 3 1,0 1 0,1-3 436,7-7 0,1-2 0,0-1-28,-23 22 1,2-3 27,7-6 0,3-2 0,7-10 0,1 0 1067,4 0 1,1-1-1068,6-7 0,2-1 5073,-22 28-5073,10-3 2456,11-10-2456,13-3 1929,4-9-1929,8-6 781,0-8-781,5-8 0,5-5 0,4-2 0,1 1 0,-4-2 0,4-2 0,-4-4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1332 2947 24575,'0'-13'0,"-11"-18"0,-9-25 0,-19-31 0,12 30 0,-4-4-1166,-4-8 0,-4-3 1166,-4-13 0,-2-2-944,15 26 1,0-1-1,0-1 944,-2-4 0,-1-1 0,1 1 0,3 4 0,1-1 0,0 3 0,-13-26 0,1 4-89,1 4 0,2 3 89,5 11 0,1 1 0,-6-11 0,0 1 0,1 6 0,1 2 0,2 1 0,1 2 0,2 5 0,2 2-14,-14-30 14,3 7 0,8 12 0,3 7 943,9 10-943,7-2 2739,-2 5-2739,2 0 1654,-1 6-1654,0 5 0,2 3 19,3 3-19,2 1 0,1 5 0,-1 3 0,2 5 0,1 3 0,0 0 0,0 1 0,-2 3 0,2 3 0,1 3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1 399 24575,'18'0'0,"18"0"0,19 0 0,34 0 0,-26 0 0,4 0-2071,7 0 1,5 0 2070,16-3 0,5-3-952,-31 1 0,1-1 0,1-2 952,3-3 0,1-2 0,0 0 0,6-2 0,1 0 0,-1 0 0,-1-2 0,0 0 0,-1 0 39,-8 2 0,-1 0 0,-2 0-39,20-6 0,-4-1 0,-9 0 0,-5 0-313,-12 5 0,-3 0 313,-3 1 0,-3 1 1551,29-2-1551,-28 7 0,-17 3 3226,-13 4-3226,-7 0 0,-8 3 0,0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1 960 24575,'5'-12'0,"20"-12"0,20-23 0,-8 14 0,5-4 0,25-19 0,8-4 0,-19 15 0,2-1 0,1 1-1482,4-1 0,1 1 0,-1 1 1482,-6 4 0,-2 1 0,-2 4 0,8-2 0,-5 3 0,-6 3 0,-4 1 0,31-18 1363,-7 6-1363,-19 11 724,-11 12-724,-9 3 0,-8 7 0,-5 3 0,-10 5 0,-1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2756 24575,'0'-24'0,"9"-16"0,16-26 0,-1 21 0,5-3 0,15-18 0,6-4-1334,-8 17 1,4-2 0,1 1 1333,3-2 0,2 1 0,1 0 0,2-1 0,2 0 0,1 2 0,1 2 0,1 1 0,0 1 0,0-1 0,1 0 0,0 0 0,3-2 0,0 0 0,0 1 0,-2 3 0,-2 1 0,-1 2 0,13-11 0,-4 3-41,-11 8 1,-4 2 40,-8 6 0,-3 1 0,28-26 0,-1 5 0,-12 8 0,-8 8 0,-7 1 0,-4 4 2903,-7 4-2903,-1 3 1178,4-3-1178,1-6 0,12-4 0,1-7 0,4-3 0,6-3 0,-1-4-2879,2 1 2879,-9 9 0,-10 7 0,-5 5 0,-6 5 0,-2 1 0,-5 6 0,-8 8 2879,0 3-2879,-2 5 0,-6 6 0,0 1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4:09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60 337 24575,'0'-14'0,"0"20"0,0 27 0,0 52-4252,0-4 1,0 10 4251,0-19 0,0 3 0,0 3 0,0 18 0,0 4 0,0-1-287,0-2 1,0-2 0,0 0 286,0-4 0,0-1 0,0 2 0,0-16 0,0 1 0,0 2 0,0-2-737,0 2 0,0-2 0,0 2 1,0 2 736,0 10 0,0 3 0,0 1 0,0-1 0,0-1 0,0 0 0,0-1 0,0 0-453,0-6 1,0 0 0,0-2 0,0 0 452,0-4 0,0-1 0,0-1 0,0-2 556,0 16 0,0-3 0,0-1-556,0-5 0,0-1 0,0-2 0,0-9 0,0-2 0,0-2 0,0 15 0,0-3 467,0-6 1,0-2-468,0-10 0,0-1 1329,0 2 0,0 0-1329,0 2 0,0 0 0,0-5 0,0-3 0,0-2 0,0-2 3304,0 41-3304,0-12 0,0-8 2759,-6-9-2759,-2-3 1828,0-5-1828,1-6 0,4-1 0,-1-10 966,-3-1-966,0-3 0,4-3 0,-1 0 0,3-6 0,0-4 0,1-5 0,0-3 0,0-1 0,0 0 0,14-3 0,11-4 0,24-3 0,24-3 0,25 0-993,-33 0 1,5 0 992,9 0 0,5 0 0,-19 0 0,3 0 0,1 0-1066,7 0 0,2 0 0,2 0 1066,7 0 0,2 0 0,2 0 0,7 0 0,2 0 0,1 0 0,-23 0 0,0 0 0,1 0 0,1 0-853,1 0 1,0 0 0,0 0 0,1 0 852,-1 0 0,0 0 0,1 0 0,-1 0 0,1 0 0,-1 0 0,0 0 0,0 0 0,-3-1 0,1 0 0,-2-1 0,0 0-737,21 0 1,-1 0 0,-2-1 736,-5 1 0,-1 0 0,-4 0 0,-15-1 0,-4 0 0,0 1 0,29 0 0,-2 0 83,-11 0 0,-3 0-83,-8 0 0,0-1 0,6 1 0,0-1 676,-14 0 0,-2 1-676,0-1 0,-1 0 1455,-4 0 1,-2 1-1456,40 1 3220,-16 1-3220,-14-1 1535,-10 1-1535,-7 0 1190,-6 0-1190,-5 0 427,-6 0-427,-7 0 0,-4 0 0,-2 0 0,-3 0 0,1 0 0,-1 0 0,-2-2 0,1-4 0,0-5 0,0-7 0,1-9 0,0-16 0,-1-18 0,-5-22 0,-5 29 0,-2-4-837,0-10 0,-1-5 837,0-15 0,0-4-2077,0 21 1,0-2 0,0-1 2076,0-1 0,0-1 0,0 0 0,0-3 0,0-2 0,0-1-932,0-3 1,0-2 0,0 0 931,-1-2 0,1-1 0,1 0-656,0-7 0,0-1 0,1 1 656,0 2 0,0 0 0,0 1 0,0 3 0,0 0 0,1 3-107,-1 8 1,0 2-1,-1 1 107,0 9 0,-1 0 0,0 1 0,1-1 0,-1 0 0,0 1 0,0-19 0,0 1 1415,0 1 0,0 1-1415,0 4 0,0 3 0,0 15 0,0 1 1189,0-3 0,0 0-1189,0 4 0,0 1 0,0-42 0,0 3 0,0 5 0,0-2 0,0 41 0,0 1 0,0 0 0,0 1 0,0 0 0,0 0 0,0-46 0,-3 10 0,-5 7 3052,-3 12-3052,-1 9 2134,0 8-2134,1 6 1531,3 4-1531,-3 2 0,2 4 871,2 1-871,0-4 189,1-2-189,1-7 0,1-2 0,0-2 0,0 1 0,0 4 0,0 3 0,-2 3 0,1 6 0,1 4 0,0 6 0,1 9 0,0 3 0,-4 5 0,0 4 0,-4 0 0,-5 3 0,-11 0 0,-13 0 0,-20 0 0,-27 0-661,34 0 0,-3 0 661,-14 0 0,-3 0 0,-9 0 0,-4 0-1365,-11 0 0,-3 0 1365,27 0 0,-2 0 0,0 0-912,-5 0 1,-2 0 0,1 0 911,-3 1 0,-1 1 0,1 0 0,0 1 0,0 1 0,1 1 0,0 1 0,1 0 0,1 0 0,1 0 0,1 1 0,1-2 0,7 0 0,2 0 0,1 0 0,-23 1 0,2 1-546,10-1 0,2 1 546,7 1 0,0-1 0,-3 1 0,-1 0 0,2-1 0,0 1 0,2-2 0,1 0 140,5 0 0,1 1-140,4-2 0,0 0 0,3-2 0,2-1 1964,-40 3-1964,4-5 0,11 1 0,1-1 0,2 0 2964,6 0-2964,2 0 0,11 0 1543,-3 0-1543,-1 0 884,-1 0-884,-4 0 243,5 3-243,0 0 0,-2 5 0,2-1 0,5 1 0,0 3 0,3-2 0,2-1 0,2-4 0,4-1 0,6 1 0,6 0 0,6-1 0,4-3 0,1 0 0,2 0 0,3 0 0,2 0 0,8 0 0,1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4:12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24575,'0'2'0,"0"15"0,0 18 0,0 23 0,0 13 0,0 9 0,0 10 0,0-4 0,0-1 0,0-6 0,0-3 0,0-3 0,0-16 0,0-13 0,0-19 0,0-12 0,0-12 0,0-16 0,0-13 0,0-6 0,0-9 0,0-6 0,0-12 0,0-15 0,0-2 0,0 2 0,0 2 0,0 9 0,0 6 0,2 7 0,2 9 0,2-1 0,1-2 0,0 1 0,0 2 0,1 5 0,1 5 0,2 4 0,2 4 0,0 4 0,-1 5 0,4 5 0,0 2 0,3 0 0,1 2 0,0 1 0,6 0 0,2 3 0,3-1 0,3 0 0,-1 4 0,-1-1 0,0 1 0,-7 0 0,-1 2 0,-3 7 0,-4 5 0,-1 2 0,-6-1 0,-3-3 0,-5 3 0,-2 2 0,0 3 0,0 6 0,-8 5 0,-11 6 0,-13 3 0,-10 0 0,0-3 0,4-6 0,4-5 0,6-4 0,0-4 0,3-4 0,5-7 0,1-1 0,3-2 0,-1-1 0,1 0 0,3-3 0,-2 0 0,0 0 0,1 0 0,6 0 0,2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4:13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24575,'0'-3'0,"0"8"0,0 6 0,0 12 0,0 10 0,0 7 0,0 7 0,0 1 0,0 2 0,0 0 0,0 1 0,0-1 0,0-7 0,0-2 0,0-7 0,0-6 0,0-4 0,0-7 0,3-2 0,4-4 0,4-3 0,5-2 0,5-3 0,2-1 0,3-2 0,4 0 0,-1 0 0,-1 0 0,-3 0 0,-4 0 0,-1 0 0,-3-2 0,-1-2 0,-4-2 0,0 0 0,-1 2 0,-1 2 0,-1-1 0,-1 1 0,-4-1 0,-1 1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4:14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24575,'14'0'0,"6"0"0,10 0 0,8 0 0,-1 0 0,2 0 0,-3 0 0,-4 0 0,-2 0 0,-8 0 0,-4 0 0,-4 0 0,-9 0 0,1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4:18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24575,'0'10'0,"0"2"0,0 19 0,0 0 0,0 9 0,0 1 0,0 6 0,0 2 0,0 2 0,0 7 0,0-8 0,0 1 0,0-1 0,0 2 0,0 9 0,0 2 0,0 7 0,0 5 0,0 3 0,0 4 0,0 0 0,0 3 0,0-2 0,0-1 0,0 0 0,0-1 0,0 0 0,0-10 0,0-2 0,0-3 0,3 6 0,1 13 0,0 4-510,0 5 510,-3 0 0,-1-5 0,0-4 0,0-2 0,0-5 0,4 1 0,1-3 0,0 0 0,-2 4 0,-3-8-73,0 2 73,0 0 0,0 3 0,0 12 0,0 5 0,0 1 0,0-1 0,0-7 0,0-2 0,0-2 0,0 1 0,0 4 0,0 1 0,0-6 0,0-2 0,0-7 0,0-8 0,0-1 0,0 0 0,0 3 0,0 7 0,0 4 0,0 0 0,0 3 0,0-4 0,0-4 0,0-6 0,0-6 507,0-6-507,0-5 76,0 2-76,0-4 0,0-4 0,-2-3 0,-1-4 0,-1 1 0,0 4 0,3-2 0,1-3 0,-1-4 0,1-5 0,0 0 0,0-2 0,0 1 0,0 3 0,0 1 0,0 0 0,0-1 0,0-4 0,0-3 0,0-1 0,0-3 0,0-2 0,0-1 0,0-4 0,0 1 0,0-2 0,0 0 0,0 1 0,0-1 0,0 1 0,0-1 0,0 0 0,0 1 0,0-2 0,2-1 0,3-7 0,4-4 0,2-2 0,1-3 0,0 3 0,0-4 0,0 1 0,0 0 0,-1-1 0,-1 1 0,1-2 0,-1 2 0,2 2 0,0-2 0,1 2 0,-1 1 0,1 0 0,-1 2 0,-2-2 0,-1 0 0,0-1 0,0 2 0,3 1 0,0 1 0,-2 0 0,1 0 0,0 0 0,0 0 0,1 0 0,1 0 0,-2 0 0,1 0 0,-1 0 0,0 0 0,-2-5 0,-3-7 0,-4-7 0,-2-4 0,0-3 0,0-5 0,0-8 0,0-8 0,0-10 0,0-6 0,0-8 0,0-9 0,4-14-684,2-5 684,-4 48 0,1-1 0,0 1 0,-2 1 0,0-40 0,-1-2 0,0 11 0,0 10 0,0 5 0,0 6 0,0-6 0,0-6 0,2 1 0,2 0 0,0 3 0,0 5 0,-3 6 0,-1 5 0,0 9 684,0 2-684,0 0 0,0 1 0,0-4 0,0 1 0,0 3 0,0-2 0,0-1 0,0-2 0,0-4 0,0 0 0,0-1 0,0-1 0,0-3 0,0-2 0,0-1 0,3-2 0,1 3 0,4 5 0,-1 6 0,-3 5 0,0 6 0,-4 2 0,2-2 0,1-1 0,1-5 0,2-3 0,-2-5 0,1-2 0,-2-1 0,-2 1 0,-1 3 0,0-3 0,0-2 0,0 2 0,0-4 0,0 5 0,0-1 0,0 4 0,0 3 0,0 0 0,0-5 0,0-6 0,0-2 0,0-2 0,0-2 0,0-2 0,0 2 0,0-1 0,0 1 0,0 3 0,0-3 0,0 6 0,0 4 0,0 2 0,0 8 0,0-1 0,0-2 0,0-2 0,0-3 0,0 2 0,0 0 0,0 4 0,0 0 0,0 4 0,0 5 0,0-3 0,0 3 0,0 1 0,0 1 0,0 4 0,0 1 0,0 1 0,0 2 0,0-1 0,0-3 0,0-4 0,0-1 0,0-3 0,0 2 0,0 0 0,0-2 0,0 2 0,0-3 0,0 0 0,0 0 0,0 1 0,0 3 0,0 4 0,0 5 0,-2 2 0,-1 1 0,0-1 0,0 4 0,2 0 0,1 3 0,-1 1 0,1 0 0,0 1 0,0-1 0,0-2 0,0-2 0,0 1 0,0-2 0,0 3 0,0 0 0,0 1 0,0 3 0,0-1 0,-3 1 0,0 2 0,-2 2 0,-3 0 0,-1 1 0,-3 0 0,1 0 0,1 3 0,-1 0 0,0 3 0,-1 0 0,-3 0 0,-1 0 0,0 0 0,-3 0 0,2 0 0,-3 0 0,-1 0 0,5 0 0,-3 0 0,2 0 0,1 0 0,2 0 0,4 0 0,-1 0 0,0 0 0,-1 0 0,0 0 0,-1 0 0,1 0 0,-1 0 0,0 0 0,1 0 0,-1 0 0,2 0 0,4 0 0,3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13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24575,'34'0'0,"-3"0"0,29 0 0,-11 0 0,1 0 0,-5 0 0,0 0 0,4 0 0,4 0 0,6 0 0,0 0 0,-1 0 0,-2 0 0,-8 0 0,-8 0 0,-10 0 0,-8 0 0,-2 0 0,-2 0 0,-2 0 0,2 0 0,-2 0 0,-1 0 0,1 0 0,-2 0 0,1 0 0,-5 0 0,-4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14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24575,'0'-3'0,"0"10"0,0 12 0,0 13 0,0 13 0,0 7 0,0 11 0,0 8 0,0 1 0,0-1 0,0 0 0,0-7 0,0-12 0,0-9 0,0-13 0,0-4 0,5-7 0,10-10 0,7-6 0,11-2 0,2-1 0,-2 0 0,-2 3 0,-7 0 0,-2 1 0,-2-1 0,-6-3 0,0 2 0,-4 0 0,1 1 0,2 0 0,-6-2 0,-2-1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16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12 24575,'-8'-6'0,"-3"3"0,-6 1 0,-6 2 0,3-1 0,-4 1 0,4 0 0,2 0 0,3 0 0,3 0 0,0 0 0,2 2 0,4 2 0,1 4 0,2 2 0,0 2 0,0 1 0,3-1 0,-1 0 0,1 1 0,0-1 0,-1 1 0,7-1 0,7-2 0,7 0 0,7 0 0,-4-3 0,0 3 0,-4-4 0,-1-2 0,-1 1 0,-2-3 0,-2 2 0,0-2 0,-1-1 0,1 1 0,-6-1 0,-1 2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17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14 623 24575,'0'-22'0,"0"-4"0,0-7 0,0 0 0,0-6 0,0-2 0,0-5 0,-2 1 0,-2 3 0,1 1 0,0 3 0,2-3 0,1 5 0,0 3 0,0 6 0,0 7 0,0 4 0,0 2 0,2 1 0,9 4 0,5 4 0,10 4 0,8 0 0,0 1 0,-2 0 0,-4 0 0,-7 0 0,-5 0 0,0 0 0,-4 0 0,-2 0 0,1 0 0,-3 2 0,-2 3 0,-2 6 0,-3 3 0,0-4 0,-1-2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17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24575,'-4'0'0,"10"0"0,11 0 0,14 0 0,9 0 0,4 0 0,1 0 0,-3 0 0,-8 0 0,-5 0 0,-7 0 0,-4 0 0,-8 0 0,-4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18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24575,'0'10'0,"0"12"0,0 16 0,0 11 0,0 9 0,0 1 0,0 2 0,0 0 0,0-2 0,0-6 0,0-8 0,0-2 0,0-8 0,0-6 0,0 0 0,0-6 0,0-10 0,0-3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19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24575,'-3'0'0,"9"0"0,11 0 0,9 0 0,4 0 0,0 0 0,-3 0 0,1 0 0,4 0 0,-3 0 0,-3 0 0,-5 0 0,-6 0 0,-8 0 0,-1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0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24575,'0'13'0,"0"10"0,0 16 0,0 13 0,0 12 0,0 10 0,0-7 0,0 1 0,0 9 0,0-10 0,0 3 0,0-9 0,0-19 0,0-6 0,0-14 0,0-21 0,0-17 0,0-8 0,0-6 0,0 0 0,0-13 0,0-6 0,0-9 0,0-6 0,0 3 0,3 0 0,4 5 0,7 4 0,5 4 0,2 3 0,1 8 0,-1 4 0,2 6 0,1 7 0,-2 5 0,-2 3 0,-1 3 0,2 3 0,4 2 0,2 2 0,0 2 0,0-1 0,-3 1 0,0 3 0,-3 6 0,-3 7 0,-4 8 0,-7 2 0,-4 5 0,-3 4 0,0 3 0,0 4 0,-8 5 0,-10 6 0,-12 8 0,-11 5 0,-1-2 0,-4-3 0,6-11 0,6-9 0,4-6 0,11-9 0,4-5 0,5-5 0,6-4 0,1 0 0,3 0 0,0-1 0,0 0 0,5-1 0,3 1 0,7 2 0,5 3 0,3 0 0,3 1 0,1 0 0,0 0 0,1 0 0,0 1 0,-4-2 0,-4-2 0,-4-2 0,-4 0 0,-1-1 0,-5-5 0,-2-2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1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24575,'0'7'0,"0"4"0,0 6 0,0 4 0,0 1 0,0-4 0,0-2 0,0-3 0,0-6 0,0-1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1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2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437 26 24575,'0'-8'0,"-5"2"0,-5 1 0,-6 2 0,-7 3 0,-2 0 0,-4 0 0,-6-3 0,-2 2 0,1 3 0,4 7 0,3 7 0,7 1 0,4-2 0,8-2 0,6 0 0,1-1 0,5-3 0,8-3 0,11-4 0,8-2 0,7 0 0,-4 0 0,-2 0 0,-5 0 0,-6 0 0,-2 0 0,-4 0 0,-1 0 0,0 7 0,-4 13 0,-2 19 0,-3 26 0,-3 20 0,1 8 0,-1 5 0,0-47 0,0 0-276,0 1 1,0 0 275,-2 0 0,-3 0 0,-10 40 0,-13-18 0,-11-19 0,0-15 0,-1-14 0,2-12 0,4-7 0,2-4 0,5-3 551,6 0-551,0 0 0,1 0 0,11 0 0,0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3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24575,'0'-17'0,"0"19"0,0 18 0,0 34 0,0 13 0,0 12 0,0 7 0,0 1-465,0 6 465,0-3 0,0 5 0,0-4 0,0-12 0,0-14 0,0-21 0,0-12 0,0-6 0,0-13 0,0-15 465,0-12-465,0-13 0,0-3 0,0 5 0,3 5 0,3 7 0,2 7 0,2 3 0,1 3 0,-1 0 0,2 0 0,3 3 0,1 5 0,1 7 0,-1 7 0,-1 4 0,-2-2 0,1-1 0,-1-2 0,0-4 0,-3-2 0,-4-3 0,-4-5 0,-2-2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4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24575,'0'2'0,"0"9"0,0 19 0,0 36 0,0 11 0,0 6 0,0 0 0,0-8 0,0 10 0,0 6 0,0-6 0,0-6 0,0-7 0,0-5 0,0-5 0,0-15 0,0-11 0,0-14 0,0-8 0,0-5 0,0-5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4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24575,'18'0'0,"7"0"0,15 0 0,3 0 0,6 0 0,-8 0 0,-8 0 0,-14 0 0,-7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6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1 24575,'-8'0'0,"-2"9"0,-2 6 0,1 6 0,-4 6 0,2 3 0,0 2 0,-2-2 0,1-3 0,-2-5 0,0 1 0,2-3 0,1-3 0,-3-1 0,2 1 0,1-1 0,1 0 0,-2-4 0,-2 3 0,6-7 0,1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7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 24575,'0'16'0,"-3"7"0,-7 11 0,-6 10 0,-10 6 0,-2-4 0,0-3 0,-1-7 0,6-3 0,-2-1 0,1-3 0,2-1 0,1-3 0,1-6 0,5-5 0,1-7 0,4 0 0,6-4 0,1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7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1 24575,'0'8'0,"0"2"0,0 13 0,-3 10 0,-3 13 0,-12 14 0,-6 9 0,-6 12-537,-4 12 537,8-7 0,0-6 0,4-4 0,5-14 0,1-2 0,6-14 0,4-17 0,3-8 0,0-12 0,2-3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8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0 24575,'-8'0'0,"-8"11"0,-12 5 0,-3 11 0,-6 5 0,5-2 0,6-2 0,3-9 0,9-5 0,3-3 0,6-6 0,1-1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9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 24575,'-14'18'0,"-3"1"0,-6 6 0,1 0 0,-3 4 0,4-6 0,3-5 0,3-3 0,8-10 0,3 1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 24575,'-15'0'0,"-1"0"0,-9 0 0,-12 0 0,-3 4 0,-14 21 0,0 18 0,8 19 0,3 20 0,19 2 0,11-5 0,8 2 0,5-5 0,0-4 0,0-3 0,4-16 0,12-11 0,15-6 0,27-3 0,18-6 0,7-7 0,8-8 0,-10-6 0,4-4 0,-1-8 0,-8-9 0,-4-7 0,-18-11 0,-9-2 0,-11-3 0,-11-1 0,-7-1 0,-6 1 0,-7-2 0,-1-2 0,-7 1 0,-13-2 0,-13-1 0,-11 3 0,-4 3 0,5 6 0,3 7 0,3 2 0,4 3 0,1 5 0,5 0 0,3 6 0,5 3 0,4 0 0,3 1 0,0-1 0,4 3 0,1 1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24575,'6'0'0,"14"0"0,29 0 0,36 0 0,-33 0 0,4 0 0,12 0 0,6 0 0,-7 0 0,4 0 0,2 0-2835,7 0 1,2 0 0,0 0 2834,-1 0 0,-1 0 0,-1 0 0,-4 0 0,-2 0 0,-5 0 542,5 0 0,-6 0-542,-9 0 0,0 0 0,0 0 0,0 0 0,-6 0 0,-1 0 0,3 0 0,0 0-81,-3 0 0,0 0 81,38 0 0,-4 0 0,-14 0 0,-11 0 0,-11 0 6389,-14 0-6389,-6 0 938,-7 0-938,-7 2 63,-6 2 1,-7-1-1,-2 1 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74 24575,'-28'-13'0,"2"3"0,7 10 0,-1 0 0,2 0 0,1 7 0,6 16 0,5 14 0,4 11 0,1 4 0,0 13 0,1 7 0,0 2 0,0-2 0,0-8 0,0-1 0,14-4 0,12-10 0,12-16 0,6-7 0,-1-10 0,1-6 0,4-3 0,6-4 0,-2-2 0,-2-8 0,-8-8 0,-8-14 0,-6-14 0,-5-8 0,-4-9 0,-6-1 0,-5-5 0,-7 0 0,-21-5 0,-16 6 0,-11 14 0,-9 6 0,2 7 0,-6 1 0,-4 0 0,2 8 0,3 6 0,8 6 0,6 5 0,21 7 0,8 1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1 24575,'-10'0'0,"-5"0"0,-14 3 0,-11 15 0,-13 32 0,1 31 0,29-27 0,5 4-726,2 6 1,5 2 725,5 0 0,3-1 0,-1 2 0,3-1 0,5-5 0,3-2 67,18 36-67,29-13 0,17-23 0,1-22 0,10-11 0,-14-23 0,5-1 0,-10-11 0,-13-12 0,-5-21 0,-16-11 0,-7-9 0,-11-7 1082,-7 1-1082,-3-4 0,0 7 302,-4 6-302,-5 9 0,-10 7 0,-11 3 0,-9 8 0,0 3 0,-1 1 0,5 3 0,3 2 0,3 3 0,6 5 0,9 8 0,5 2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24575,'0'11'0,"0"20"0,0 23 0,0 26 0,0 19-822,0 0 822,0-13 0,14-5 0,18-18 0,16-18 0,18-13 0,5-25 0,2-5 270,-3-5-270,-10-11 0,-9-16 137,-8-16-137,-12-14 0,-7-17 0,-9 1 0,-6-4 0,-4 2 0,-11 11 0,-10-1 0,-16 11 415,-10 12-415,-1 12 0,-4 16 0,5 9 0,3 7 0,6 1 0,15 0 0,7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88 24575,'-8'6'0,"-3"-3"0,-4-1 0,-6 4 0,-2 10 0,6 11 0,4 19 0,10 23 0,3 18 0,-1 3 0,1 4 0,0-8 0,11-15 0,19-9 0,28-29 0,26-16 0,14-10 0,-7-6 0,-2-5 0,-11-7 0,-13-12 0,-1-29 0,-22-11 0,-14-12 0,-12-2 0,-13 12 0,-7-5 0,-11 6 0,-16 3 0,-16 4 0,-10 6 0,-5 8 0,-1 9 0,4 12 0,2 6 0,9 5 0,20 5 0,9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110 750 24575,'-14'-11'0,"3"4"0,-2 2 0,-4 5 0,-2 11 0,1 7 0,5 15 0,9 14 0,4 0 0,0 1 0,0-9 0,0-3 0,7-3 0,12-3 0,25-9 0,21-10 0,17-7 0,-32-3 0,1-1 0,43 1 0,-42-7 0,-1-4 0,-1-3 0,-3-6 0,27-38 0,-40 18 0,-5-4 0,2-49 0,-22 39 0,-3-3-2108,-3-2 1,-3 0 2107,-4 3 0,-4 0 0,-6-1 0,-4 2-239,-28-34 239,-15 14 0,-10 8 0,-3 15 0,-8 5 0,4 16 0,8 13 0,11 10 0,12 5 0,11 1 0,17 1 0,7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322 236 24575,'-28'0'0,"-1"0"0,-2 0 0,-3 0 0,-1 0 0,4 6 0,-3 13 0,12 12 0,5 19 0,7 18 0,6 0 0,3 7 0,0-6 0,1-6 0,0-3 0,2-15 0,16-13 0,11-15 0,10-7 0,6-5 0,0-15 0,5-20 0,-10-23 0,-12-25 0,-18 0 0,-10-3 0,0-3 0,-2 11 0,-13-6 0,-13 7 0,-16 11 0,-8 3 0,5 15 0,3 15 0,7 11 0,5 11 0,5 4 0,13 2 0,6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24575,'0'-4'0,"12"19"0,21 19 0,1 3 0,6 3-913,1 1 0,5 1 913,21 17 0,7 2-955,-17-14 0,2 1 0,2-1 955,5 1 0,2-1 0,3 2-816,-10-7 0,3 2 0,1-1 1,-1-2 815,17 7 0,0-1 0,0-1 0,0 0 0,0-1 0,-1-2-462,-7-6 0,-2-1 0,-3-3 462,14 4 0,-6-3 0,-14-7 0,-5-4 0,30 10 0,-14-2 808,-7-3-808,-17-12 625,-11-6 0,-20-7 1,-6 1-1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21881,'0'-5'0,"0"20"1299,0 13-1299,0 29 0,0 1 0,0 0 0,0 7 454,0-10-454,0 0 231,0-14-231,0-16 0,0-14 0,0-4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1 232 24575,'13'-6'0,"19"-8"0,12-9 0,22-15 0,4 1 0,-5 1 0,-2 5 0,-21 11 0,-8 5 0,-18 7 0,-6 4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24575,'-8'0'0,"38"4"0,14 4 0,45 8 0,-35-6 0,1-2-588,2 1 0,1-2 588,6-1 0,1 0 0,-3-4 0,-1 0 0,-3 1 0,-1-1 0,4-1 0,0 0 0,-7-1 0,-1 0 0,1 1 0,-1-1 288,32 0-288,-23 0 0,-21 0 0,-14 0 0,-15 0 0,-5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24575,'0'21'0,"0"27"0,0 13 0,0 20 0,0 1 0,0-10 0,0 5 0,0-11 0,0-3 0,0-12 0,0-7 0,0-8 0,0-5 0,0-4 0,0-9 0,0 0 0,0-4 0,0-4 0,0-3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0 775 24575,'9'-12'0,"22"-18"0,21-37 0,-16 23 0,3-1-1169,6-4 1,2-1 1168,-1-1 0,2 0 0,12-9 0,0 3 0,-14 14 0,-3 3 0,1-4 0,-5 4 747,4-1-747,-20 18 96,-4 6 1,-10 9-1,-3 6 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24575,'-6'3'0,"3"12"0,1 15 0,17 28 0,18 19-693,-6-32 0,6 0 693,9 9 0,5 1 0,4 3 0,5 1 0,10 8 0,3 2-730,-21-23 0,0 0 1,2 0 729,0-1 0,2 0 0,-1 0 0,1-1 0,0 0 0,0-2 0,19 18 0,0-1 0,1-1 0,-3-1 0,-9-9 0,-2-3-613,-8-7 1,-1-1 612,-4 0 0,-1-2 0,30 23 0,-4 1 0,-8-15 846,-17-18-846,-10-5 2470,-8-7-2470,-10-2 0,-7-5 0,-4-4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24575,'-5'4'0,"30"13"0,37 25 0,-3-5 0,7 3-4744,9 4 0,3 1 4744,-2-2 0,6 0 0,-1-3 0,8 0 0,1 0-505,1-2 1,1-1-1,2 0 505,-16-7 0,2 1 0,1-1 0,-1 0 0,3 1 0,1-1 0,0-1 0,-4-3-32,8 0 1,-3-4-1,0 1 32,4 2 0,-1 1 0,-3-2-409,-12-3 1,-2-1-1,-2-1 409,25 7 0,-4-1 1111,-14-3 1,-3-3-1112,-10-5 0,-2-1 1533,-5 0 1,-4 0-1534,28 4 3021,-29-5-3021,-17-4 619,-9-4 0,-15-1 0,-3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24575,'37'0'0,"34"0"0,-20 0 0,5 0-4916,19 0 1,3 0 4170,-8 0 0,3 0 745,-7 0 0,5 0 0,2 0 136,12 0 0,3 0 0,2 0-136,5 0 0,2 0 0,2 0 0,-18 0 0,3 0 0,0 0 0,-3 0-83,13 0 0,-4 0 1,-2 0 82,-13 0 0,-2 0 0,-2 0 0,22 0 0,-5 0-222,-13 0 1,-4 0 221,-13 0 0,-2 0 0,-1 0 0,-4 0 0,29 0 4396,-23 0-4396,-15 0 609,-9 0 0,-19 0 0,-3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0 24575,'0'18'0,"0"24"0,0 28 0,0-17 0,0 5 0,0 12 0,0 4-1633,0 14 1,0 2 1632,0 8 0,0 3 0,0-30 0,0 2 0,0 3 0,0 13 0,0 3 0,0 1-1140,0 1 0,0 0 0,0 2 1140,0-20 0,0 2 0,0-1 0,0 1 0,0-2 0,0 0 0,0 0 0,0-1-861,0 18 1,0-1-1,0 0 861,-1 1 0,-1 0 0,0-2-436,1-13 1,-1-2 0,0-3 435,-2 24 0,1-5 225,1-16 1,-1-5-226,3-13 0,0-2 1570,-2-2 1,0-3-1571,-2 26 0,-1-25 3108,1-17-3108,4-15 547,0-6 1,0-5-1,0-4 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24575,'0'-3'0,"0"16"0,0 27 0,0 22 0,0 13 0,0 10 0,0 5-1488,0-16 0,0 4 1,0 1 1487,1 8 0,1 1 0,0-1 0,0-7 0,2 0 0,0 1 0,2 10 0,1 2 0,2 0 0,2-4 0,2-1 0,1 0 0,0-1 0,2-1 0,0 0 0,1-3 0,1 0 0,-1-1 0,0-5 0,0 0 0,0-2-211,-2-3 0,0-2 0,-1-2 211,5 19 0,-1-5 0,-2-10 0,1-5 0,-3-11 0,0-2 0,10 34-252,1 0 252,0-10 0,-3-3 0,1-4 0,-2-6 0,-2-10 0,0-9 0,-4-6 3063,-2-4-3063,-4-8 487,-2-5 0,-4-13 1,-3-4-1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24575,'0'-8'0,"0"30"0,7 10 0,8 37 0,27 13 0,-7-32 0,4 0 0,4 1 0,3 0-1443,12 5 1,4 0 1442,5 3 0,3-2 0,5 1 0,1-1 0,1 0 0,0-1 0,-5-4 0,-1-2 0,-3-5 0,-2 1 0,-1-1 0,-1 0 0,3 1 0,-1-1 121,-9-6 1,-3-2-122,-5-1 0,-1-1 0,33 20 0,-14-9 0,-10-6 0,-15-13 0,-13-6 0,-14-10 0,-7-5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2130 24575,'13'-9'0,"14"-12"0,22-22 0,23-21 0,-27 26 0,4-1-1228,6-6 0,4 0 1228,13-4 0,5 0-1060,6-3 0,3 0 1060,-26 18 0,1 0 0,1 1 0,2-1 0,1 0 0,-1 0 0,-1-1 0,-1-1 0,0 1 0,-3 2 0,1 0 0,-2-1 0,27-16 0,-2-1 0,-2 1 0,-1 0-672,-3 5 1,0-1 671,0-3 0,0 0 0,-3 2 0,-2 1 0,-9 5 0,-3 1 0,-6 2 0,-3 1-257,-4 2 0,-1 1 257,-5 3 0,-2-1 0,37-28 1258,-9 6-1258,-13 11 2603,-11 9-2603,-4 7 0,-7 8 0,-6 4 1652,-6-1-1652,-2 2 717,1 0-717,3-2 203,3 3-203,-3 0 0,0 0 0,0 1 0,1-1 0,-1 0 0,0 1 0,-4 0 0,-2-1 0,-1 4 0,-4 3 0,-5 4 0,-1 2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2768 24575,'0'-23'0,"0"-22"0,0-28 0,-1 23 0,2-4-4147,0-13 0,2-2 4147,3-2 0,2-1 0,4-8 0,2-2 72,4-3 0,1-2-72,1-3 0,-1-3 0,-6 24 0,-1-1 0,0 0-69,-1 0 1,0 0 0,1 0 68,-1 0 0,1 0 0,-1 1 0,0 2 0,1 0 0,-1 2-399,5-19 0,-1 3 399,-2 7 0,-1 4 1340,-2 11 0,-1 2-1340,-1 5 0,-1 2 0,5-43 1801,-4 23-1801,-4 13 2443,-1 23-2443,-3 5 1286,0 8-1286,0 5 943,0-1-943,0 0 0,0 7 0,0 2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 24575,'0'20'0,"0"8"0,0 16 0,0 16 0,0 4 0,0-3 0,0-6 0,7-15 0,12 0 0,14-7 0,16-8 0,15-9 0,12-9 0,-5-6 0,5-4 0,-16-8 0,-9-10 0,-7-12 0,-19-11 0,-4-10 0,-10-4 0,-3-3 0,-5 6 0,-2 1 0,-3 8 0,-3 10 0,-9 5 0,-8 9 0,-4 3 0,-7 2 0,3 7 0,0 3 0,5 3 0,12 4 0,5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250 201 24575,'-13'-6'0,"2"3"0,-4 0 0,-1 3 0,1 0 0,-8 0 0,1 0 0,-5 0 0,0 5 0,1 18 0,2 14 0,9 11 0,4 11 0,10-7 0,1 4 0,-3-5 0,3-16 0,12-7 0,12-13 0,23-6 0,15-3 0,4-4 0,0-2 0,-7 1 0,-6-7 0,-9-9 0,-7-11 0,-14-15 0,-10-9 0,-6-2 0,-7-8 0,1-5 0,-1-2 0,-2 8 0,-5 13 0,-7 13 0,-6 7 0,-4 0 0,-1 7 0,-4 4 0,14 9 0,1 2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1 214 24575,'0'-12'0,"0"6"0,0 8 0,0 25 0,0 16 0,0 9 0,0 9 0,0-7 0,0-3 0,2-8 0,13-10 0,16-9 0,17-8 0,15-8 0,7-7 0,2-4 0,-1-12 0,-5-13 0,-12-5 0,-9-4 0,-13 6 0,-12 1 0,-7-12 0,-6-2 0,-5-7 0,-13 2 0,-16 2 0,-18 2 0,-10 8 0,-2 2 0,5 11 0,4 2 0,3 7 0,7 5 0,2 4 0,18 2 0,3 2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62 145 24575,'-22'18'0,"7"-1"0,0 9 0,11 0 0,0 1 0,3 13 0,1 3 0,0 9 0,-1 12 0,1-10 0,0 5 0,4-12 0,11-15 0,22-1 0,19-16 0,15 1 0,10-7 0,-6-6 0,3-8 0,-5-8 0,-10-12 0,-2-19 0,-18-14 0,-17-15 0,-14 1 0,-11 6 0,0 1 0,-7 9 0,-10 5 0,-17 8 0,-14 13 0,-10 5 0,-7-2 0,1 6 0,1 3 0,10 3 0,11 6 0,20 4 0,8 2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53 578 24575,'-5'10'0,"2"5"0,0 13 0,3 12 0,0 15 0,0 7 0,0 0 0,3-5 0,16 6 0,21-5 0,14-8 0,19-8 0,3-23 0,-6-6 0,-1-5 0,-11-8 0,-8 0 0,-1-5 0,-4-9 0,-7-15 0,-8-14 0,-11-23 0,-12-18 0,-4-2-538,-3-12 538,1 7 0,-1-3 0,0 43 0,0 1 0,-11-37 0,-13 8 0,-8 19 0,-13 10 0,0 12 0,-5 8 0,-11 1 0,-6 8 0,-9 0 0,0 6 0,3 4 0,5 6 0,9 3 0,25 1 0,10 1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24575,'0'-5'0,"0"20"0,0 26 0,3 38 0,12 17 0,-2-39 0,4 2 0,12 17 0,4 2 0,4 2 0,2 0-897,-1 2 0,1-1 897,-4-4 0,-3-5 0,-11-22 0,-2-3 0,13 34-468,-7-15 468,-3-11 0,-4 1 0,-3-8 0,-4-11 0,-6-17 0,1-9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1329 24575,'-5'-2'0,"10"-15"0,24-21 0,27-24 0,-12 17 0,7-4-2835,-2 4 1,3-3 0,0 1 2834,18-17 0,1 0 0,-14 12 0,2-2 0,-1 1 70,-4 4 1,-1 2 0,-2 1-71,13-13 0,-1 1 0,11-9 0,-2 1 0,-23 18 0,-3 2-83,-3 4 0,-3 2 83,16-18 0,-26 23 0,-13 19 0,-11 7 0,-4 6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6 24575,'-3'-5'0,"13"7"0,19 15 0,21 16 0,22 17 0,3 3 0,7 3-1154,-39-27 0,0 1 1154,37 24 0,0-3 0,-14-10 0,-12-11 0,-7-8 0,-9-6 0,-2 0 0,-7-2 0,-8-4 2308,-4-4-2308,-7-6 0,-5 0 0,0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24575,'0'34'0,"0"14"0,0 20 0,4 27 0,0-45 0,2 0-588,3 6 1,2 0 587,-1-2 0,2-2 0,12 42 0,2-2 0,-2-9 0,1 1 0,-6-14 384,-6-15-384,-5-18 48,-4-12 1,-4-15 0,0-4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3 922 24575,'-3'-24'0,"3"-14"0,16-21 0,20-20 0,-11 36 0,3 0 0,1-2 0,1 0 0,20-34 0,-5 7 0,0-2 0,-4 6 0,0-1 0,-8 9 0,-11 15 0,-9 12 0,-6 8 0,-5 13 0,0 3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11 24575,'-3'-5'0,"14"2"0,19 1 0,30 2 0,26 0 0,4 0 0,4 0-601,-6 0 601,-6 0 0,-2 0 0,-16 0 148,-11 0-148,-12 0 0,-9 0 0,-4 0 0,-6 0 0,-4 0 453,-3 0-453,1 0 0,-1 0 0,-5 0 0,-2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 24575,'-9'-6'0,"22"10"0,48 25 0,-6-3 0,9 5-4916,20 10 1,7 4 4418,-21-13 1,3 1-1,0 0 497,-2-3 0,0 0 0,1 0-243,6 0 1,0 1 0,0-2 242,-6-3 0,0-1 0,0 0 245,0-1 1,0-1-1,0 0-245,3 0 0,1-1 0,-3 0 0,22 4 0,-3-1 0,1 0 0,-3-2 0,-13-3 0,-4-2-274,-9-3 0,-2-1 274,-5-2 0,-2 0 4270,24 3-4270,-23-5 970,-24-6 1,-16-3 0,-7-1-1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1 432 24575,'15'0'0,"22"0"0,32 0-4916,-19-2 1,3-3 4170,0 1 0,1-3 745,19-6 0,4-3 385,8-6 1,4-3-386,-24 8 0,2-1 0,1 0 0,8-3 0,2 0 0,-2-1 0,-9 4 0,-2-1 0,-2 2 0,21-5 0,-4 2 803,-11 1 0,-3 2-803,-9 4 0,-1 1 0,-6 2 0,0 0-97,43-8 97,-22 7 0,-19 4 5666,-11 3-5666,-7 1 2581,-7 3-2581,-2 0 620,-4 0-620,-4 0 174,1 0-174,-2 0 0,-1 0 0,0 0 0,-4 0 0,0 0 0,-5 0 0,-1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21536,'0'-5'0,"0"19"1458,0 35-1458,0 21 0,0 14 0,0-18 0,0 3 0,0 4-1569,0 23 1,0 5-1,0 2 1569,1-26 0,-1 2 0,1-1 0,1-1 0,2 20 0,1-3 0,1 2 0,1 2 0,0 1 0,2-2 0,0-8 0,1-1 0,0 1 0,0 7 0,0 2 0,0 0 0,0-3 0,0 0 0,0-1 0,-1-1 0,0-1 0,-1-3 0,-2-12 0,1-3 0,-2-2 0,2 15 0,-1-4 0,-3-11 0,-1-2 263,0-7 1,1-1-264,-1 2 0,0-1 0,1-2 0,-1-1 182,0-8 1,1-2-183,1 34 0,6-12 0,-2-11 3993,3-9-3993,5-4 1084,-4-4-1084,1-5 318,0-5-318,-6-7 0,-1-9 0,-3-3 0,-1-5 0,0 2 0,1 2 0,1 5 0,0 4 0,2 4 0,3 2 0,-2 4 0,2 1 0,-2-6 0,-3-5 0,1-6 0,-1-5 0,-1-5 0,-1-2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2685 1 24575,'0'22'0,"-3"10"0,-10 16 0,-13 14 0,-23 21-1796,13-33 1,-4 1 1795,-8 10 0,-4 2 0,-10 6 0,-5 3-1456,9-10 0,-3 3 0,-3 1 1456,12-12 0,-3 1 0,0-1 0,1 1 0,-16 15 0,0 0 0,1 0-1017,-1 1 0,1 0 0,2-3 1017,10-11 0,3-3 0,0-1 0,2 0 0,-1 0 0,0 0-437,-6 3 1,0 1 0,1-3 436,7-7 0,1-2 0,0-1-28,-23 22 1,2-3 27,7-6 0,3-2 0,7-10 0,1 0 1067,4 0 1,1-1-1068,6-7 0,2-1 5073,-22 28-5073,10-3 2456,11-10-2456,13-3 1929,4-9-1929,8-6 781,0-8-781,5-8 0,5-5 0,4-2 0,1 1 0,-4-2 0,4-2 0,-4-4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1332 2947 24575,'0'-13'0,"-11"-18"0,-9-25 0,-19-31 0,12 30 0,-4-4-1166,-4-8 0,-4-3 1166,-4-13 0,-2-2-944,15 26 1,0-1-1,0-1 944,-2-4 0,-1-1 0,1 1 0,3 4 0,1-1 0,0 3 0,-13-26 0,1 4-89,1 4 0,2 3 89,5 11 0,1 1 0,-6-11 0,0 1 0,1 6 0,1 2 0,2 1 0,1 2 0,2 5 0,2 2-14,-14-30 14,3 7 0,8 12 0,3 7 943,9 10-943,7-2 2739,-2 5-2739,2 0 1654,-1 6-1654,0 5 0,2 3 19,3 3-19,2 1 0,1 5 0,-1 3 0,2 5 0,1 3 0,0 0 0,0 1 0,-2 3 0,2 3 0,1 3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1 399 24575,'18'0'0,"18"0"0,19 0 0,34 0 0,-26 0 0,4 0-2071,7 0 1,5 0 2070,16-3 0,5-3-952,-31 1 0,1-1 0,1-2 952,3-3 0,1-2 0,0 0 0,6-2 0,1 0 0,-1 0 0,-1-2 0,0 0 0,-1 0 39,-8 2 0,-1 0 0,-2 0-39,20-6 0,-4-1 0,-9 0 0,-5 0-313,-12 5 0,-3 0 313,-3 1 0,-3 1 1551,29-2-1551,-28 7 0,-17 3 3226,-13 4-3226,-7 0 0,-8 3 0,0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1 960 24575,'5'-12'0,"20"-12"0,20-23 0,-8 14 0,5-4 0,25-19 0,8-4 0,-19 15 0,2-1 0,1 1-1482,4-1 0,1 1 0,-1 1 1482,-6 4 0,-2 1 0,-2 4 0,8-2 0,-5 3 0,-6 3 0,-4 1 0,31-18 1363,-7 6-1363,-19 11 724,-11 12-724,-9 3 0,-8 7 0,-5 3 0,-10 5 0,-1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2756 24575,'0'-24'0,"9"-16"0,16-26 0,-1 21 0,5-3 0,15-18 0,6-4-1334,-8 17 1,4-2 0,1 1 1333,3-2 0,2 1 0,1 0 0,2-1 0,2 0 0,1 2 0,1 2 0,1 1 0,0 1 0,0-1 0,1 0 0,0 0 0,3-2 0,0 0 0,0 1 0,-2 3 0,-2 1 0,-1 2 0,13-11 0,-4 3-41,-11 8 1,-4 2 40,-8 6 0,-3 1 0,28-26 0,-1 5 0,-12 8 0,-8 8 0,-7 1 0,-4 4 2903,-7 4-2903,-1 3 1178,4-3-1178,1-6 0,12-4 0,1-7 0,4-3 0,6-3 0,-1-4-2879,2 1 2879,-9 9 0,-10 7 0,-5 5 0,-6 5 0,-2 1 0,-5 6 0,-8 8 2879,0 3-2879,-2 5 0,-6 6 0,0 1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6:32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24575,'0'4'0,"0"15"0,0 22 0,0 23 0,0 13 0,0 21-792,0-45 0,0 2 792,0 7 0,0 3 0,0 6 0,0-1 0,0-1 0,0-1 0,0 2 0,0-1 0,0-3 0,0-1 0,0-3 0,0-1 0,0 2 0,0-1 0,0 1 0,0-1 0,0-4 0,0 1 0,0 7 0,0 1 0,0-4 0,0 1 0,0 7 0,0 1 0,0-3 0,0-1 0,0-7 0,0 0 0,0-1 0,0 0 0,0-8 0,0 0-116,0 3 0,0 1 116,0-2 0,0 0 0,0-2 0,0-1 0,0 44 0,0 3 0,0-5 0,0-9 0,0-4-111,0-6 111,0-1 0,0 8 0,0 0 0,0-2 0,0-1 0,0-6 0,0-3 0,0-3 1155,0 1-1155,0-1 651,0 4-651,0 1 121,0-1-121,0 3 0,0-7 0,0 4 0,0 4 0,0 3 0,0 4 0,0-3 0,0-5 0,0-4 0,0-2 0,0 0 0,0 0 0,0 3 0,0 2 0,0-1 0,0-2 0,0-9 0,0-11 0,0-9 0,0-9 0,0-4 0,0-1 0,0-2 0,0-3 0,0 0 0,0 1 0,0 6 0,0 3 0,0 1 0,0-1 0,0-3 0,0 0 0,0-2 0,0 1 0,0-4 0,0-5 0,0-2 0,0-2 0,0 1 0,0 0 0,0-2 0,0 0 0,0 0 0,0-1 0,0 0 0,0-1 0,3-2 0,2-1 0,4-1 0,2-4 0,1 0 0,-1-3 0,-1 0 0,0 0 0,1 0 0,4 0 0,3 0 0,4 0 0,5 0 0,0 0 0,3 0 0,2 0 0,4 0 0,1 0 0,-5 0 0,3 0 0,-4 0 0,-3 0 0,-3 0 0,-5 0 0,-3 0 0,0 0 0,0 0 0,-4 0 0,0 0 0,-3-2 0,-3-10 0,-7-12 0,-4-15 0,-3-14 0,-5-7 0,0-4 0,-4-5 0,3-6 0,2-1 0,0-5 0,3-4-630,-1-9 630,4 44 0,1-1 0,1 0 0,0 1 0,-3-46 0,2 5 0,3 1 0,1 0 0,-1 5-123,1 7 123,0 1 0,0 0 0,0-5 0,0-4 0,0 8 0,0 7 0,0 6 0,0-1 0,0-5 0,3 0 0,1 0 626,3-1-626,1-1 0,-3-4 0,3-6 0,-3 3 0,0-3 0,-1 2 0,0 3 0,0-13 0,2 8 0,1 4 0,-3-2 0,3 9 0,-2-11 0,0-2 0,2 1 0,-2 1 0,0 5 0,-2 4 127,-2 2-127,-1 4 0,0 2 0,0-1 0,4-3 0,1-1 0,-1-4 0,4-4 0,-3 9 0,-1-1 0,0 5 0,-4 3 0,0-5 0,0 5 0,0 6 0,0 4 0,0 9 0,0 5 0,0 3 0,0 6 0,0 1 0,0 2 0,0 3 0,0-7 0,0 0 0,0 0 0,0-7 0,0-2 0,0-5 0,0 0 0,0 4 0,0 3 0,0 4 0,0 2 0,0 3 0,0 4 0,0 1 0,0 1 0,0-1 0,0-7 0,0 0 0,0 2 0,0-1 0,0 3 0,0 1 0,0-1 0,-2 6 0,-1 2 0,-1 2 0,2 4 0,-1 2 0,-1 1 0,1 1 0,-3 0 0,3-6 0,0-1 0,-2 2 0,2 0 0,-2 2 0,-4 3 0,0 2 0,-3 3 0,1 4 0,1 0 0,0 0 0,-1 0 0,-3 0 0,-4 0 0,-5 0 0,-3 0 0,-1 0 0,-4 0 0,-2 0 0,1 0 0,0 0 0,4 3 0,1 0 0,0 1 0,1-1 0,4-3 0,1 0 0,4 0 0,2 0 0,-1 0 0,3 2 0,2 3 0,4-1 0,4 1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6:34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36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60 337 24575,'0'-14'0,"0"20"0,0 27 0,0 52-4252,0-4 1,0 10 4251,0-19 0,0 3 0,0 3 0,0 18 0,0 4 0,0-1-287,0-2 1,0-2 0,0 0 286,0-4 0,0-1 0,0 2 0,0-16 0,0 1 0,0 2 0,0-2-737,0 2 0,0-2 0,0 2 1,0 2 736,0 10 0,0 3 0,0 1 0,0-1 0,0-1 0,0 0 0,0-1 0,0 0-453,0-6 1,0 0 0,0-2 0,0 0 452,0-4 0,0-1 0,0-1 0,0-2 556,0 16 0,0-3 0,0-1-556,0-5 0,0-1 0,0-2 0,0-9 0,0-2 0,0-2 0,0 15 0,0-3 467,0-6 1,0-2-468,0-10 0,0-1 1329,0 2 0,0 0-1329,0 2 0,0 0 0,0-5 0,0-3 0,0-2 0,0-2 3304,0 41-3304,0-12 0,0-8 2759,-6-9-2759,-2-3 1828,0-5-1828,1-6 0,4-1 0,-1-10 966,-3-1-966,0-3 0,4-3 0,-1 0 0,3-6 0,0-4 0,1-5 0,0-3 0,0-1 0,0 0 0,14-3 0,11-4 0,24-3 0,24-3 0,25 0-993,-33 0 1,5 0 992,9 0 0,5 0 0,-19 0 0,3 0 0,1 0-1066,7 0 0,2 0 0,2 0 1066,7 0 0,2 0 0,2 0 0,7 0 0,2 0 0,1 0 0,-23 0 0,0 0 0,1 0 0,1 0-853,1 0 1,0 0 0,0 0 0,1 0 852,-1 0 0,0 0 0,1 0 0,-1 0 0,1 0 0,-1 0 0,0 0 0,0 0 0,-3-1 0,1 0 0,-2-1 0,0 0-737,21 0 1,-1 0 0,-2-1 736,-5 1 0,-1 0 0,-4 0 0,-15-1 0,-4 0 0,0 1 0,29 0 0,-2 0 83,-11 0 0,-3 0-83,-8 0 0,0-1 0,6 1 0,0-1 676,-14 0 0,-2 1-676,0-1 0,-1 0 1455,-4 0 1,-2 1-1456,40 1 3220,-16 1-3220,-14-1 1535,-10 1-1535,-7 0 1190,-6 0-1190,-5 0 427,-6 0-427,-7 0 0,-4 0 0,-2 0 0,-3 0 0,1 0 0,-1 0 0,-2-2 0,1-4 0,0-5 0,0-7 0,1-9 0,0-16 0,-1-18 0,-5-22 0,-5 29 0,-2-4-837,0-10 0,-1-5 837,0-15 0,0-4-2077,0 21 1,0-2 0,0-1 2076,0-1 0,0-1 0,0 0 0,0-3 0,0-2 0,0-1-932,0-3 1,0-2 0,0 0 931,-1-2 0,1-1 0,1 0-656,0-7 0,0-1 0,1 1 656,0 2 0,0 0 0,0 1 0,0 3 0,0 0 0,1 3-107,-1 8 1,0 2-1,-1 1 107,0 9 0,-1 0 0,0 1 0,1-1 0,-1 0 0,0 1 0,0-19 0,0 1 1415,0 1 0,0 1-1415,0 4 0,0 3 0,0 15 0,0 1 1189,0-3 0,0 0-1189,0 4 0,0 1 0,0-42 0,0 3 0,0 5 0,0-2 0,0 41 0,0 1 0,0 0 0,0 1 0,0 0 0,0 0 0,0-46 0,-3 10 0,-5 7 3052,-3 12-3052,-1 9 2134,0 8-2134,1 6 1531,3 4-1531,-3 2 0,2 4 871,2 1-871,0-4 189,1-2-189,1-7 0,1-2 0,0-2 0,0 1 0,0 4 0,0 3 0,-2 3 0,1 6 0,1 4 0,0 6 0,1 9 0,0 3 0,-4 5 0,0 4 0,-4 0 0,-5 3 0,-11 0 0,-13 0 0,-20 0 0,-27 0-661,34 0 0,-3 0 661,-14 0 0,-3 0 0,-9 0 0,-4 0-1365,-11 0 0,-3 0 1365,27 0 0,-2 0 0,0 0-912,-5 0 1,-2 0 0,1 0 911,-3 1 0,-1 1 0,1 0 0,0 1 0,0 1 0,1 1 0,0 1 0,1 0 0,1 0 0,1 0 0,1 1 0,1-2 0,7 0 0,2 0 0,1 0 0,-23 1 0,2 1-546,10-1 0,2 1 546,7 1 0,0-1 0,-3 1 0,-1 0 0,2-1 0,0 1 0,2-2 0,1 0 140,5 0 0,1 1-140,4-2 0,0 0 0,3-2 0,2-1 1964,-40 3-1964,4-5 0,11 1 0,1-1 0,2 0 2964,6 0-2964,2 0 0,11 0 1543,-3 0-1543,-1 0 884,-1 0-884,-4 0 243,5 3-243,0 0 0,-2 5 0,2-1 0,5 1 0,0 3 0,3-2 0,2-1 0,2-4 0,4-1 0,6 1 0,6 0 0,6-1 0,4-3 0,1 0 0,2 0 0,3 0 0,2 0 0,8 0 0,1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24575,'0'2'0,"0"15"0,0 18 0,0 23 0,0 13 0,0 9 0,0 10 0,0-4 0,0-1 0,0-6 0,0-3 0,0-3 0,0-16 0,0-13 0,0-19 0,0-12 0,0-12 0,0-16 0,0-13 0,0-6 0,0-9 0,0-6 0,0-12 0,0-15 0,0-2 0,0 2 0,0 2 0,0 9 0,0 6 0,2 7 0,2 9 0,2-1 0,1-2 0,0 1 0,0 2 0,1 5 0,1 5 0,2 4 0,2 4 0,0 4 0,-1 5 0,4 5 0,0 2 0,3 0 0,1 2 0,0 1 0,6 0 0,2 3 0,3-1 0,3 0 0,-1 4 0,-1-1 0,0 1 0,-7 0 0,-1 2 0,-3 7 0,-4 5 0,-1 2 0,-6-1 0,-3-3 0,-5 3 0,-2 2 0,0 3 0,0 6 0,-8 5 0,-11 6 0,-13 3 0,-10 0 0,0-3 0,4-6 0,4-5 0,6-4 0,0-4 0,3-4 0,5-7 0,1-1 0,3-2 0,-1-1 0,1 0 0,3-3 0,-2 0 0,0 0 0,1 0 0,6 0 0,2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24575,'0'-3'0,"0"8"0,0 6 0,0 12 0,0 10 0,0 7 0,0 7 0,0 1 0,0 2 0,0 0 0,0 1 0,0-1 0,0-7 0,0-2 0,0-7 0,0-6 0,0-4 0,0-7 0,3-2 0,4-4 0,4-3 0,5-2 0,5-3 0,2-1 0,3-2 0,4 0 0,-1 0 0,-1 0 0,-3 0 0,-4 0 0,-1 0 0,-3-2 0,-1-2 0,-4-2 0,0 0 0,-1 2 0,-1 2 0,-1-1 0,-1 1 0,-4-1 0,-1 1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24575,'14'0'0,"6"0"0,10 0 0,8 0 0,-1 0 0,2 0 0,-3 0 0,-4 0 0,-2 0 0,-8 0 0,-4 0 0,-4 0 0,-9 0 0,1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24575,'0'10'0,"0"2"0,0 19 0,0 0 0,0 9 0,0 1 0,0 6 0,0 2 0,0 2 0,0 7 0,0-8 0,0 1 0,0-1 0,0 2 0,0 9 0,0 2 0,0 7 0,0 5 0,0 3 0,0 4 0,0 0 0,0 3 0,0-2 0,0-1 0,0 0 0,0-1 0,0 0 0,0-10 0,0-2 0,0-3 0,3 6 0,1 13 0,0 4-510,0 5 510,-3 0 0,-1-5 0,0-4 0,0-2 0,0-5 0,4 1 0,1-3 0,0 0 0,-2 4 0,-3-8-73,0 2 73,0 0 0,0 3 0,0 12 0,0 5 0,0 1 0,0-1 0,0-7 0,0-2 0,0-2 0,0 1 0,0 4 0,0 1 0,0-6 0,0-2 0,0-7 0,0-8 0,0-1 0,0 0 0,0 3 0,0 7 0,0 4 0,0 0 0,0 3 0,0-4 0,0-4 0,0-6 0,0-6 507,0-6-507,0-5 76,0 2-76,0-4 0,0-4 0,-2-3 0,-1-4 0,-1 1 0,0 4 0,3-2 0,1-3 0,-1-4 0,1-5 0,0 0 0,0-2 0,0 1 0,0 3 0,0 1 0,0 0 0,0-1 0,0-4 0,0-3 0,0-1 0,0-3 0,0-2 0,0-1 0,0-4 0,0 1 0,0-2 0,0 0 0,0 1 0,0-1 0,0 1 0,0-1 0,0 0 0,0 1 0,0-2 0,2-1 0,3-7 0,4-4 0,2-2 0,1-3 0,0 3 0,0-4 0,0 1 0,0 0 0,-1-1 0,-1 1 0,1-2 0,-1 2 0,2 2 0,0-2 0,1 2 0,-1 1 0,1 0 0,-1 2 0,-2-2 0,-1 0 0,0-1 0,0 2 0,3 1 0,0 1 0,-2 0 0,1 0 0,0 0 0,0 0 0,1 0 0,1 0 0,-2 0 0,1 0 0,-1 0 0,0 0 0,-2-5 0,-3-7 0,-4-7 0,-2-4 0,0-3 0,0-5 0,0-8 0,0-8 0,0-10 0,0-6 0,0-8 0,0-9 0,4-14-684,2-5 684,-4 48 0,1-1 0,0 1 0,-2 1 0,0-40 0,-1-2 0,0 11 0,0 10 0,0 5 0,0 6 0,0-6 0,0-6 0,2 1 0,2 0 0,0 3 0,0 5 0,-3 6 0,-1 5 0,0 9 684,0 2-684,0 0 0,0 1 0,0-4 0,0 1 0,0 3 0,0-2 0,0-1 0,0-2 0,0-4 0,0 0 0,0-1 0,0-1 0,0-3 0,0-2 0,0-1 0,3-2 0,1 3 0,4 5 0,-1 6 0,-3 5 0,0 6 0,-4 2 0,2-2 0,1-1 0,1-5 0,2-3 0,-2-5 0,1-2 0,-2-1 0,-2 1 0,-1 3 0,0-3 0,0-2 0,0 2 0,0-4 0,0 5 0,0-1 0,0 4 0,0 3 0,0 0 0,0-5 0,0-6 0,0-2 0,0-2 0,0-2 0,0-2 0,0 2 0,0-1 0,0 1 0,0 3 0,0-3 0,0 6 0,0 4 0,0 2 0,0 8 0,0-1 0,0-2 0,0-2 0,0-3 0,0 2 0,0 0 0,0 4 0,0 0 0,0 4 0,0 5 0,0-3 0,0 3 0,0 1 0,0 1 0,0 4 0,0 1 0,0 1 0,0 2 0,0-1 0,0-3 0,0-4 0,0-1 0,0-3 0,0 2 0,0 0 0,0-2 0,0 2 0,0-3 0,0 0 0,0 0 0,0 1 0,0 3 0,0 4 0,0 5 0,-2 2 0,-1 1 0,0-1 0,0 4 0,2 0 0,1 3 0,-1 1 0,1 0 0,0 1 0,0-1 0,0-2 0,0-2 0,0 1 0,0-2 0,0 3 0,0 0 0,0 1 0,0 3 0,0-1 0,-3 1 0,0 2 0,-2 2 0,-3 0 0,-1 1 0,-3 0 0,1 0 0,1 3 0,-1 0 0,0 3 0,-1 0 0,-3 0 0,-1 0 0,0 0 0,-3 0 0,2 0 0,-3 0 0,-1 0 0,5 0 0,-3 0 0,2 0 0,1 0 0,2 0 0,4 0 0,-1 0 0,0 0 0,-1 0 0,0 0 0,-1 0 0,1 0 0,-1 0 0,0 0 0,1 0 0,-1 0 0,2 0 0,4 0 0,3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24575,'34'0'0,"-3"0"0,29 0 0,-11 0 0,1 0 0,-5 0 0,0 0 0,4 0 0,4 0 0,6 0 0,0 0 0,-1 0 0,-2 0 0,-8 0 0,-8 0 0,-10 0 0,-8 0 0,-2 0 0,-2 0 0,-2 0 0,2 0 0,-2 0 0,-1 0 0,1 0 0,-2 0 0,1 0 0,-5 0 0,-4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24575,'0'-3'0,"0"10"0,0 12 0,0 13 0,0 13 0,0 7 0,0 11 0,0 8 0,0 1 0,0-1 0,0 0 0,0-7 0,0-12 0,0-9 0,0-13 0,0-4 0,5-7 0,10-10 0,7-6 0,11-2 0,2-1 0,-2 0 0,-2 3 0,-7 0 0,-2 1 0,-2-1 0,-6-3 0,0 2 0,-4 0 0,1 1 0,2 0 0,-6-2 0,-2-1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12 24575,'-8'-6'0,"-3"3"0,-6 1 0,-6 2 0,3-1 0,-4 1 0,4 0 0,2 0 0,3 0 0,3 0 0,0 0 0,2 2 0,4 2 0,1 4 0,2 2 0,0 2 0,0 1 0,3-1 0,-1 0 0,1 1 0,0-1 0,-1 1 0,7-1 0,7-2 0,7 0 0,7 0 0,-4-3 0,0 3 0,-4-4 0,-1-2 0,-1 1 0,-2-3 0,-2 2 0,0-2 0,-1-1 0,1 1 0,-6-1 0,-1 2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14 623 24575,'0'-22'0,"0"-4"0,0-7 0,0 0 0,0-6 0,0-2 0,0-5 0,-2 1 0,-2 3 0,1 1 0,0 3 0,2-3 0,1 5 0,0 3 0,0 6 0,0 7 0,0 4 0,0 2 0,2 1 0,9 4 0,5 4 0,10 4 0,8 0 0,0 1 0,-2 0 0,-4 0 0,-7 0 0,-5 0 0,0 0 0,-4 0 0,-2 0 0,1 0 0,-3 2 0,-2 3 0,-2 6 0,-3 3 0,0-4 0,-1-2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24575,'-4'0'0,"10"0"0,11 0 0,14 0 0,9 0 0,4 0 0,1 0 0,-3 0 0,-8 0 0,-5 0 0,-7 0 0,-4 0 0,-8 0 0,-4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24575,'0'10'0,"0"12"0,0 16 0,0 11 0,0 9 0,0 1 0,0 2 0,0 0 0,0-2 0,0-6 0,0-8 0,0-2 0,0-8 0,0-6 0,0 0 0,0-6 0,0-10 0,0-3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24575,'-3'0'0,"9"0"0,11 0 0,9 0 0,4 0 0,0 0 0,-3 0 0,1 0 0,4 0 0,-3 0 0,-3 0 0,-5 0 0,-6 0 0,-8 0 0,-1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24575,'0'13'0,"0"10"0,0 16 0,0 13 0,0 12 0,0 10 0,0-7 0,0 1 0,0 9 0,0-10 0,0 3 0,0-9 0,0-19 0,0-6 0,0-14 0,0-21 0,0-17 0,0-8 0,0-6 0,0 0 0,0-13 0,0-6 0,0-9 0,0-6 0,0 3 0,3 0 0,4 5 0,7 4 0,5 4 0,2 3 0,1 8 0,-1 4 0,2 6 0,1 7 0,-2 5 0,-2 3 0,-1 3 0,2 3 0,4 2 0,2 2 0,0 2 0,0-1 0,-3 1 0,0 3 0,-3 6 0,-3 7 0,-4 8 0,-7 2 0,-4 5 0,-3 4 0,0 3 0,0 4 0,-8 5 0,-10 6 0,-12 8 0,-11 5 0,-1-2 0,-4-3 0,6-11 0,6-9 0,4-6 0,11-9 0,4-5 0,5-5 0,6-4 0,1 0 0,3 0 0,0-1 0,0 0 0,5-1 0,3 1 0,7 2 0,5 3 0,3 0 0,3 1 0,1 0 0,0 0 0,1 0 0,0 1 0,-4-2 0,-4-2 0,-4-2 0,-4 0 0,-1-1 0,-5-5 0,-2-2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24575,'0'7'0,"0"4"0,0 6 0,0 4 0,0 1 0,0-4 0,0-2 0,0-3 0,0-6 0,0-1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437 26 24575,'0'-8'0,"-5"2"0,-5 1 0,-6 2 0,-7 3 0,-2 0 0,-4 0 0,-6-3 0,-2 2 0,1 3 0,4 7 0,3 7 0,7 1 0,4-2 0,8-2 0,6 0 0,1-1 0,5-3 0,8-3 0,11-4 0,8-2 0,7 0 0,-4 0 0,-2 0 0,-5 0 0,-6 0 0,-2 0 0,-4 0 0,-1 0 0,0 7 0,-4 13 0,-2 19 0,-3 26 0,-3 20 0,1 8 0,-1 5 0,0-47 0,0 0-276,0 1 1,0 0 275,-2 0 0,-3 0 0,-10 40 0,-13-18 0,-11-19 0,0-15 0,-1-14 0,2-12 0,4-7 0,2-4 0,5-3 551,6 0-551,0 0 0,1 0 0,11 0 0,0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24575,'0'-17'0,"0"19"0,0 18 0,0 34 0,0 13 0,0 12 0,0 7 0,0 1-465,0 6 465,0-3 0,0 5 0,0-4 0,0-12 0,0-14 0,0-21 0,0-12 0,0-6 0,0-13 0,0-15 465,0-12-465,0-13 0,0-3 0,0 5 0,3 5 0,3 7 0,2 7 0,2 3 0,1 3 0,-1 0 0,2 0 0,3 3 0,1 5 0,1 7 0,-1 7 0,-1 4 0,-2-2 0,1-1 0,-1-2 0,0-4 0,-3-2 0,-4-3 0,-4-5 0,-2-2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24575,'0'2'0,"0"9"0,0 19 0,0 36 0,0 11 0,0 6 0,0 0 0,0-8 0,0 10 0,0 6 0,0-6 0,0-6 0,0-7 0,0-5 0,0-5 0,0-15 0,0-11 0,0-14 0,0-8 0,0-5 0,0-5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24575,'18'0'0,"7"0"0,15 0 0,3 0 0,6 0 0,-8 0 0,-8 0 0,-14 0 0,-7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1 24575,'-8'0'0,"-2"9"0,-2 6 0,1 6 0,-4 6 0,2 3 0,0 2 0,-2-2 0,1-3 0,-2-5 0,0 1 0,2-3 0,1-3 0,-3-1 0,2 1 0,1-1 0,1 0 0,-2-4 0,-2 3 0,6-7 0,1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 24575,'0'16'0,"-3"7"0,-7 11 0,-6 10 0,-10 6 0,-2-4 0,0-3 0,-1-7 0,6-3 0,-2-1 0,1-3 0,2-1 0,1-3 0,1-6 0,5-5 0,1-7 0,4 0 0,6-4 0,1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1 24575,'0'8'0,"0"2"0,0 13 0,-3 10 0,-3 13 0,-12 14 0,-6 9 0,-6 12-537,-4 12 537,8-7 0,0-6 0,4-4 0,5-14 0,1-2 0,6-14 0,4-17 0,3-8 0,0-12 0,2-3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0 24575,'-8'0'0,"-8"11"0,-12 5 0,-3 11 0,-6 5 0,5-2 0,6-2 0,3-9 0,9-5 0,3-3 0,6-6 0,1-1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 24575,'-14'18'0,"-3"1"0,-6 6 0,1 0 0,-3 4 0,4-6 0,3-5 0,3-3 0,8-10 0,3 1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5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3 24575,'0'-2'0,"0"8"0,0 9 0,-3 11 0,-3-1 0,0-4 0,-2-6 0,2-5 0,2 2 0,1 0 0,2 1 0,0 0 0,1-6 0,0-1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6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1 24575,'-8'0'0,"-6"5"0,-8 11 0,-5 8 0,-1 11 0,4 1 0,0-4 0,2-2 0,2-3 0,5-3 0,4-1 0,-1 0 0,2 1 0,-2 0 0,1-3 0,0-4 0,1-2 0,5-2 0,2 0 0,2-1 0,1-1 0,-1-1 0,1-5 0,0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7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600 0 24575,'-15'0'0,"-7"18"0,-11 18 0,-5 14 0,0 6 0,3-11 0,4 2 0,0 4 0,0 4 0,4-5 0,5-14 0,4-11 0,3-3 0,3 0 0,-2-3 0,2 1 0,1-7 0,1-2 0,2 4 0,-1-1 0,1 6 0,-4 2 0,-5 6 0,-2-2 0,-4-2 0,3-1 0,0-2 0,2 1 0,5-4 0,2-5 0,8-7 0,0-1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7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482 0 24575,'0'8'0,"-10"9"0,-6 7 0,-17 15 0,-4 9 0,-1 3 0,-6 12 0,9-3 0,1 7 0,4 3 0,3-1 0,0-2 0,3-5 0,3-5 0,8-8 0,-2-10 0,1-11 0,0-5 0,-1-6 0,5-1 0,2-5 0,-1-4 0,6-2 0,-2-3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8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0 24575,'-6'2'0,"3"5"0,0 10 0,3 10 0,0 5 0,-3 6 0,-3 6 0,-8 2 0,-4 4 0,-2 3 0,-2-1 0,3-5 0,0-6 0,1-5 0,4-8 0,1-4 0,1-2 0,-2-1 0,-1 1 0,3 0 0,-1-4 0,9-11 0,1-2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 24575,'-15'0'0,"-1"0"0,-9 0 0,-12 0 0,-3 4 0,-14 21 0,0 18 0,8 19 0,3 20 0,19 2 0,11-5 0,8 2 0,5-5 0,0-4 0,0-3 0,4-16 0,12-11 0,15-6 0,27-3 0,18-6 0,7-7 0,8-8 0,-10-6 0,4-4 0,-1-8 0,-8-9 0,-4-7 0,-18-11 0,-9-2 0,-11-3 0,-11-1 0,-7-1 0,-6 1 0,-7-2 0,-1-2 0,-7 1 0,-13-2 0,-13-1 0,-11 3 0,-4 3 0,5 6 0,3 7 0,3 2 0,4 3 0,1 5 0,5 0 0,3 6 0,5 3 0,4 0 0,3 1 0,0-1 0,4 3 0,1 1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24575,'6'0'0,"14"0"0,29 0 0,36 0 0,-33 0 0,4 0 0,12 0 0,6 0 0,-7 0 0,4 0 0,2 0-2835,7 0 1,2 0 0,0 0 2834,-1 0 0,-1 0 0,-1 0 0,-4 0 0,-2 0 0,-5 0 542,5 0 0,-6 0-542,-9 0 0,0 0 0,0 0 0,0 0 0,-6 0 0,-1 0 0,3 0 0,0 0-81,-3 0 0,0 0 81,38 0 0,-4 0 0,-14 0 0,-11 0 0,-11 0 6389,-14 0-6389,-6 0 938,-7 0-938,-7 2 63,-6 2 1,-7-1-1,-2 1 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74 24575,'-28'-13'0,"2"3"0,7 10 0,-1 0 0,2 0 0,1 7 0,6 16 0,5 14 0,4 11 0,1 4 0,0 13 0,1 7 0,0 2 0,0-2 0,0-8 0,0-1 0,14-4 0,12-10 0,12-16 0,6-7 0,-1-10 0,1-6 0,4-3 0,6-4 0,-2-2 0,-2-8 0,-8-8 0,-8-14 0,-6-14 0,-5-8 0,-4-9 0,-6-1 0,-5-5 0,-7 0 0,-21-5 0,-16 6 0,-11 14 0,-9 6 0,2 7 0,-6 1 0,-4 0 0,2 8 0,3 6 0,8 6 0,6 5 0,21 7 0,8 1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1 24575,'-10'0'0,"-5"0"0,-14 3 0,-11 15 0,-13 32 0,1 31 0,29-27 0,5 4-726,2 6 1,5 2 725,5 0 0,3-1 0,-1 2 0,3-1 0,5-5 0,3-2 67,18 36-67,29-13 0,17-23 0,1-22 0,10-11 0,-14-23 0,5-1 0,-10-11 0,-13-12 0,-5-21 0,-16-11 0,-7-9 0,-11-7 1082,-7 1-1082,-3-4 0,0 7 302,-4 6-302,-5 9 0,-10 7 0,-11 3 0,-9 8 0,0 3 0,-1 1 0,5 3 0,3 2 0,3 3 0,6 5 0,9 8 0,5 2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24575,'0'11'0,"0"20"0,0 23 0,0 26 0,0 19-822,0 0 822,0-13 0,14-5 0,18-18 0,16-18 0,18-13 0,5-25 0,2-5 270,-3-5-270,-10-11 0,-9-16 137,-8-16-137,-12-14 0,-7-17 0,-9 1 0,-6-4 0,-4 2 0,-11 11 0,-10-1 0,-16 11 415,-10 12-415,-1 12 0,-4 16 0,5 9 0,3 7 0,6 1 0,15 0 0,7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88 24575,'-8'6'0,"-3"-3"0,-4-1 0,-6 4 0,-2 10 0,6 11 0,4 19 0,10 23 0,3 18 0,-1 3 0,1 4 0,0-8 0,11-15 0,19-9 0,28-29 0,26-16 0,14-10 0,-7-6 0,-2-5 0,-11-7 0,-13-12 0,-1-29 0,-22-11 0,-14-12 0,-12-2 0,-13 12 0,-7-5 0,-11 6 0,-16 3 0,-16 4 0,-10 6 0,-5 8 0,-1 9 0,4 12 0,2 6 0,9 5 0,20 5 0,9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110 750 24575,'-14'-11'0,"3"4"0,-2 2 0,-4 5 0,-2 11 0,1 7 0,5 15 0,9 14 0,4 0 0,0 1 0,0-9 0,0-3 0,7-3 0,12-3 0,25-9 0,21-10 0,17-7 0,-32-3 0,1-1 0,43 1 0,-42-7 0,-1-4 0,-1-3 0,-3-6 0,27-38 0,-40 18 0,-5-4 0,2-49 0,-22 39 0,-3-3-2108,-3-2 1,-3 0 2107,-4 3 0,-4 0 0,-6-1 0,-4 2-239,-28-34 239,-15 14 0,-10 8 0,-3 15 0,-8 5 0,4 16 0,8 13 0,11 10 0,12 5 0,11 1 0,17 1 0,7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322 236 24575,'-28'0'0,"-1"0"0,-2 0 0,-3 0 0,-1 0 0,4 6 0,-3 13 0,12 12 0,5 19 0,7 18 0,6 0 0,3 7 0,0-6 0,1-6 0,0-3 0,2-15 0,16-13 0,11-15 0,10-7 0,6-5 0,0-15 0,5-20 0,-10-23 0,-12-25 0,-18 0 0,-10-3 0,0-3 0,-2 11 0,-13-6 0,-13 7 0,-16 11 0,-8 3 0,5 15 0,3 15 0,7 11 0,5 11 0,5 4 0,13 2 0,6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24575,'0'-4'0,"12"19"0,21 19 0,1 3 0,6 3-913,1 1 0,5 1 913,21 17 0,7 2-955,-17-14 0,2 1 0,2-1 955,5 1 0,2-1 0,3 2-816,-10-7 0,3 2 0,1-1 1,-1-2 815,17 7 0,0-1 0,0-1 0,0 0 0,0-1 0,-1-2-462,-7-6 0,-2-1 0,-3-3 462,14 4 0,-6-3 0,-14-7 0,-5-4 0,30 10 0,-14-2 808,-7-3-808,-17-12 625,-11-6 0,-20-7 1,-6 1-1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21881,'0'-5'0,"0"20"1299,0 13-1299,0 29 0,0 1 0,0 0 0,0 7 454,0-10-454,0 0 231,0-14-231,0-16 0,0-14 0,0-4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1 232 24575,'13'-6'0,"19"-8"0,12-9 0,22-15 0,4 1 0,-5 1 0,-2 5 0,-21 11 0,-8 5 0,-18 7 0,-6 4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24575,'-8'0'0,"38"4"0,14 4 0,45 8 0,-35-6 0,1-2-588,2 1 0,1-2 588,6-1 0,1 0 0,-3-4 0,-1 0 0,-3 1 0,-1-1 0,4-1 0,0 0 0,-7-1 0,-1 0 0,1 1 0,-1-1 288,32 0-288,-23 0 0,-21 0 0,-14 0 0,-15 0 0,-5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24575,'0'21'0,"0"27"0,0 13 0,0 20 0,0 1 0,0-10 0,0 5 0,0-11 0,0-3 0,0-12 0,0-7 0,0-8 0,0-5 0,0-4 0,0-9 0,0 0 0,0-4 0,0-4 0,0-3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0 775 24575,'9'-12'0,"22"-18"0,21-37 0,-16 23 0,3-1-1169,6-4 1,2-1 1168,-1-1 0,2 0 0,12-9 0,0 3 0,-14 14 0,-3 3 0,1-4 0,-5 4 747,4-1-747,-20 18 96,-4 6 1,-10 9-1,-3 6 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24575,'-6'3'0,"3"12"0,1 15 0,17 28 0,18 19-693,-6-32 0,6 0 693,9 9 0,5 1 0,4 3 0,5 1 0,10 8 0,3 2-730,-21-23 0,0 0 1,2 0 729,0-1 0,2 0 0,-1 0 0,1-1 0,0 0 0,0-2 0,19 18 0,0-1 0,1-1 0,-3-1 0,-9-9 0,-2-3-613,-8-7 1,-1-1 612,-4 0 0,-1-2 0,30 23 0,-4 1 0,-8-15 846,-17-18-846,-10-5 2470,-8-7-2470,-10-2 0,-7-5 0,-4-4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24575,'-5'4'0,"30"13"0,37 25 0,-3-5 0,7 3-4744,9 4 0,3 1 4744,-2-2 0,6 0 0,-1-3 0,8 0 0,1 0-505,1-2 1,1-1-1,2 0 505,-16-7 0,2 1 0,1-1 0,-1 0 0,3 1 0,1-1 0,0-1 0,-4-3-32,8 0 1,-3-4-1,0 1 32,4 2 0,-1 1 0,-3-2-409,-12-3 1,-2-1-1,-2-1 409,25 7 0,-4-1 1111,-14-3 1,-3-3-1112,-10-5 0,-2-1 1533,-5 0 1,-4 0-1534,28 4 3021,-29-5-3021,-17-4 619,-9-4 0,-15-1 0,-3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24575,'37'0'0,"34"0"0,-20 0 0,5 0-4916,19 0 1,3 0 4170,-8 0 0,3 0 745,-7 0 0,5 0 0,2 0 136,12 0 0,3 0 0,2 0-136,5 0 0,2 0 0,2 0 0,-18 0 0,3 0 0,0 0 0,-3 0-83,13 0 0,-4 0 1,-2 0 82,-13 0 0,-2 0 0,-2 0 0,22 0 0,-5 0-222,-13 0 1,-4 0 221,-13 0 0,-2 0 0,-1 0 0,-4 0 0,29 0 4396,-23 0-4396,-15 0 609,-9 0 0,-19 0 0,-3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0 24575,'0'18'0,"0"24"0,0 28 0,0-17 0,0 5 0,0 12 0,0 4-1633,0 14 1,0 2 1632,0 8 0,0 3 0,0-30 0,0 2 0,0 3 0,0 13 0,0 3 0,0 1-1140,0 1 0,0 0 0,0 2 1140,0-20 0,0 2 0,0-1 0,0 1 0,0-2 0,0 0 0,0 0 0,0-1-861,0 18 1,0-1-1,0 0 861,-1 1 0,-1 0 0,0-2-436,1-13 1,-1-2 0,0-3 435,-2 24 0,1-5 225,1-16 1,-1-5-226,3-13 0,0-2 1570,-2-2 1,0-3-1571,-2 26 0,-1-25 3108,1-17-3108,4-15 547,0-6 1,0-5-1,0-4 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24575,'0'-3'0,"0"16"0,0 27 0,0 22 0,0 13 0,0 10 0,0 5-1488,0-16 0,0 4 1,0 1 1487,1 8 0,1 1 0,0-1 0,0-7 0,2 0 0,0 1 0,2 10 0,1 2 0,2 0 0,2-4 0,2-1 0,1 0 0,0-1 0,2-1 0,0 0 0,1-3 0,1 0 0,-1-1 0,0-5 0,0 0 0,0-2-211,-2-3 0,0-2 0,-1-2 211,5 19 0,-1-5 0,-2-10 0,1-5 0,-3-11 0,0-2 0,10 34-252,1 0 252,0-10 0,-3-3 0,1-4 0,-2-6 0,-2-10 0,0-9 0,-4-6 3063,-2-4-3063,-4-8 487,-2-5 0,-4-13 1,-3-4-1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24575,'0'-8'0,"0"30"0,7 10 0,8 37 0,27 13 0,-7-32 0,4 0 0,4 1 0,3 0-1443,12 5 1,4 0 1442,5 3 0,3-2 0,5 1 0,1-1 0,1 0 0,0-1 0,-5-4 0,-1-2 0,-3-5 0,-2 1 0,-1-1 0,-1 0 0,3 1 0,-1-1 121,-9-6 1,-3-2-122,-5-1 0,-1-1 0,33 20 0,-14-9 0,-10-6 0,-15-13 0,-13-6 0,-14-10 0,-7-5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2130 24575,'13'-9'0,"14"-12"0,22-22 0,23-21 0,-27 26 0,4-1-1228,6-6 0,4 0 1228,13-4 0,5 0-1060,6-3 0,3 0 1060,-26 18 0,1 0 0,1 1 0,2-1 0,1 0 0,-1 0 0,-1-1 0,-1-1 0,0 1 0,-3 2 0,1 0 0,-2-1 0,27-16 0,-2-1 0,-2 1 0,-1 0-672,-3 5 1,0-1 671,0-3 0,0 0 0,-3 2 0,-2 1 0,-9 5 0,-3 1 0,-6 2 0,-3 1-257,-4 2 0,-1 1 257,-5 3 0,-2-1 0,37-28 1258,-9 6-1258,-13 11 2603,-11 9-2603,-4 7 0,-7 8 0,-6 4 1652,-6-1-1652,-2 2 717,1 0-717,3-2 203,3 3-203,-3 0 0,0 0 0,0 1 0,1-1 0,-1 0 0,0 1 0,-4 0 0,-2-1 0,-1 4 0,-4 3 0,-5 4 0,-1 2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2768 24575,'0'-23'0,"0"-22"0,0-28 0,-1 23 0,2-4-4147,0-13 0,2-2 4147,3-2 0,2-1 0,4-8 0,2-2 72,4-3 0,1-2-72,1-3 0,-1-3 0,-6 24 0,-1-1 0,0 0-69,-1 0 1,0 0 0,1 0 68,-1 0 0,1 0 0,-1 1 0,0 2 0,1 0 0,-1 2-399,5-19 0,-1 3 399,-2 7 0,-1 4 1340,-2 11 0,-1 2-1340,-1 5 0,-1 2 0,5-43 1801,-4 23-1801,-4 13 2443,-1 23-2443,-3 5 1286,0 8-1286,0 5 943,0-1-943,0 0 0,0 7 0,0 2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 24575,'0'20'0,"0"8"0,0 16 0,0 16 0,0 4 0,0-3 0,0-6 0,7-15 0,12 0 0,14-7 0,16-8 0,15-9 0,12-9 0,-5-6 0,5-4 0,-16-8 0,-9-10 0,-7-12 0,-19-11 0,-4-10 0,-10-4 0,-3-3 0,-5 6 0,-2 1 0,-3 8 0,-3 10 0,-9 5 0,-8 9 0,-4 3 0,-7 2 0,3 7 0,0 3 0,5 3 0,12 4 0,5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250 201 24575,'-13'-6'0,"2"3"0,-4 0 0,-1 3 0,1 0 0,-8 0 0,1 0 0,-5 0 0,0 5 0,1 18 0,2 14 0,9 11 0,4 11 0,10-7 0,1 4 0,-3-5 0,3-16 0,12-7 0,12-13 0,23-6 0,15-3 0,4-4 0,0-2 0,-7 1 0,-6-7 0,-9-9 0,-7-11 0,-14-15 0,-10-9 0,-6-2 0,-7-8 0,1-5 0,-1-2 0,-2 8 0,-5 13 0,-7 13 0,-6 7 0,-4 0 0,-1 7 0,-4 4 0,14 9 0,1 2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1 214 24575,'0'-12'0,"0"6"0,0 8 0,0 25 0,0 16 0,0 9 0,0 9 0,0-7 0,0-3 0,2-8 0,13-10 0,16-9 0,17-8 0,15-8 0,7-7 0,2-4 0,-1-12 0,-5-13 0,-12-5 0,-9-4 0,-13 6 0,-12 1 0,-7-12 0,-6-2 0,-5-7 0,-13 2 0,-16 2 0,-18 2 0,-10 8 0,-2 2 0,5 11 0,4 2 0,3 7 0,7 5 0,2 4 0,18 2 0,3 2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62 145 24575,'-22'18'0,"7"-1"0,0 9 0,11 0 0,0 1 0,3 13 0,1 3 0,0 9 0,-1 12 0,1-10 0,0 5 0,4-12 0,11-15 0,22-1 0,19-16 0,15 1 0,10-7 0,-6-6 0,3-8 0,-5-8 0,-10-12 0,-2-19 0,-18-14 0,-17-15 0,-14 1 0,-11 6 0,0 1 0,-7 9 0,-10 5 0,-17 8 0,-14 13 0,-10 5 0,-7-2 0,1 6 0,1 3 0,10 3 0,11 6 0,20 4 0,8 2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53 578 24575,'-5'10'0,"2"5"0,0 13 0,3 12 0,0 15 0,0 7 0,0 0 0,3-5 0,16 6 0,21-5 0,14-8 0,19-8 0,3-23 0,-6-6 0,-1-5 0,-11-8 0,-8 0 0,-1-5 0,-4-9 0,-7-15 0,-8-14 0,-11-23 0,-12-18 0,-4-2-538,-3-12 538,1 7 0,-1-3 0,0 43 0,0 1 0,-11-37 0,-13 8 0,-8 19 0,-13 10 0,0 12 0,-5 8 0,-11 1 0,-6 8 0,-9 0 0,0 6 0,3 4 0,5 6 0,9 3 0,25 1 0,10 1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24575,'0'-5'0,"0"20"0,0 26 0,3 38 0,12 17 0,-2-39 0,4 2 0,12 17 0,4 2 0,4 2 0,2 0-897,-1 2 0,1-1 897,-4-4 0,-3-5 0,-11-22 0,-2-3 0,13 34-468,-7-15 468,-3-11 0,-4 1 0,-3-8 0,-4-11 0,-6-17 0,1-9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1329 24575,'-5'-2'0,"10"-15"0,24-21 0,27-24 0,-12 17 0,7-4-2835,-2 4 1,3-3 0,0 1 2834,18-17 0,1 0 0,-14 12 0,2-2 0,-1 1 70,-4 4 1,-1 2 0,-2 1-71,13-13 0,-1 1 0,11-9 0,-2 1 0,-23 18 0,-3 2-83,-3 4 0,-3 2 83,16-18 0,-26 23 0,-13 19 0,-11 7 0,-4 6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6 24575,'-3'-5'0,"13"7"0,19 15 0,21 16 0,22 17 0,3 3 0,7 3-1154,-39-27 0,0 1 1154,37 24 0,0-3 0,-14-10 0,-12-11 0,-7-8 0,-9-6 0,-2 0 0,-7-2 0,-8-4 2308,-4-4-2308,-7-6 0,-5 0 0,0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24575,'0'34'0,"0"14"0,0 20 0,4 27 0,0-45 0,2 0-588,3 6 1,2 0 587,-1-2 0,2-2 0,12 42 0,2-2 0,-2-9 0,1 1 0,-6-14 384,-6-15-384,-5-18 48,-4-12 1,-4-15 0,0-4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3 922 24575,'-3'-24'0,"3"-14"0,16-21 0,20-20 0,-11 36 0,3 0 0,1-2 0,1 0 0,20-34 0,-5 7 0,0-2 0,-4 6 0,0-1 0,-8 9 0,-11 15 0,-9 12 0,-6 8 0,-5 13 0,0 3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11 24575,'-3'-5'0,"14"2"0,19 1 0,30 2 0,26 0 0,4 0 0,4 0-601,-6 0 601,-6 0 0,-2 0 0,-16 0 148,-11 0-148,-12 0 0,-9 0 0,-4 0 0,-6 0 0,-4 0 453,-3 0-453,1 0 0,-1 0 0,-5 0 0,-2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 24575,'-9'-6'0,"22"10"0,48 25 0,-6-3 0,9 5-4916,20 10 1,7 4 4418,-21-13 1,3 1-1,0 0 497,-2-3 0,0 0 0,1 0-243,6 0 1,0 1 0,0-2 242,-6-3 0,0-1 0,0 0 245,0-1 1,0-1-1,0 0-245,3 0 0,1-1 0,-3 0 0,22 4 0,-3-1 0,1 0 0,-3-2 0,-13-3 0,-4-2-274,-9-3 0,-2-1 274,-5-2 0,-2 0 4270,24 3-4270,-23-5 970,-24-6 1,-16-3 0,-7-1-1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1 432 24575,'15'0'0,"22"0"0,32 0-4916,-19-2 1,3-3 4170,0 1 0,1-3 745,19-6 0,4-3 385,8-6 1,4-3-386,-24 8 0,2-1 0,1 0 0,8-3 0,2 0 0,-2-1 0,-9 4 0,-2-1 0,-2 2 0,21-5 0,-4 2 803,-11 1 0,-3 2-803,-9 4 0,-1 1 0,-6 2 0,0 0-97,43-8 97,-22 7 0,-19 4 5666,-11 3-5666,-7 1 2581,-7 3-2581,-2 0 620,-4 0-620,-4 0 174,1 0-174,-2 0 0,-1 0 0,0 0 0,-4 0 0,0 0 0,-5 0 0,-1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21536,'0'-5'0,"0"19"1458,0 35-1458,0 21 0,0 14 0,0-18 0,0 3 0,0 4-1569,0 23 1,0 5-1,0 2 1569,1-26 0,-1 2 0,1-1 0,1-1 0,2 20 0,1-3 0,1 2 0,1 2 0,0 1 0,2-2 0,0-8 0,1-1 0,0 1 0,0 7 0,0 2 0,0 0 0,0-3 0,0 0 0,0-1 0,-1-1 0,0-1 0,-1-3 0,-2-12 0,1-3 0,-2-2 0,2 15 0,-1-4 0,-3-11 0,-1-2 263,0-7 1,1-1-264,-1 2 0,0-1 0,1-2 0,-1-1 182,0-8 1,1-2-183,1 34 0,6-12 0,-2-11 3993,3-9-3993,5-4 1084,-4-4-1084,1-5 318,0-5-318,-6-7 0,-1-9 0,-3-3 0,-1-5 0,0 2 0,1 2 0,1 5 0,0 4 0,2 4 0,3 2 0,-2 4 0,2 1 0,-2-6 0,-3-5 0,1-6 0,-1-5 0,-1-5 0,-1-2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2685 1 24575,'0'22'0,"-3"10"0,-10 16 0,-13 14 0,-23 21-1796,13-33 1,-4 1 1795,-8 10 0,-4 2 0,-10 6 0,-5 3-1456,9-10 0,-3 3 0,-3 1 1456,12-12 0,-3 1 0,0-1 0,1 1 0,-16 15 0,0 0 0,1 0-1017,-1 1 0,1 0 0,2-3 1017,10-11 0,3-3 0,0-1 0,2 0 0,-1 0 0,0 0-437,-6 3 1,0 1 0,1-3 436,7-7 0,1-2 0,0-1-28,-23 22 1,2-3 27,7-6 0,3-2 0,7-10 0,1 0 1067,4 0 1,1-1-1068,6-7 0,2-1 5073,-22 28-5073,10-3 2456,11-10-2456,13-3 1929,4-9-1929,8-6 781,0-8-781,5-8 0,5-5 0,4-2 0,1 1 0,-4-2 0,4-2 0,-4-4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1332 2947 24575,'0'-13'0,"-11"-18"0,-9-25 0,-19-31 0,12 30 0,-4-4-1166,-4-8 0,-4-3 1166,-4-13 0,-2-2-944,15 26 1,0-1-1,0-1 944,-2-4 0,-1-1 0,1 1 0,3 4 0,1-1 0,0 3 0,-13-26 0,1 4-89,1 4 0,2 3 89,5 11 0,1 1 0,-6-11 0,0 1 0,1 6 0,1 2 0,2 1 0,1 2 0,2 5 0,2 2-14,-14-30 14,3 7 0,8 12 0,3 7 943,9 10-943,7-2 2739,-2 5-2739,2 0 1654,-1 6-1654,0 5 0,2 3 19,3 3-19,2 1 0,1 5 0,-1 3 0,2 5 0,1 3 0,0 0 0,0 1 0,-2 3 0,2 3 0,1 3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1 399 24575,'18'0'0,"18"0"0,19 0 0,34 0 0,-26 0 0,4 0-2071,7 0 1,5 0 2070,16-3 0,5-3-952,-31 1 0,1-1 0,1-2 952,3-3 0,1-2 0,0 0 0,6-2 0,1 0 0,-1 0 0,-1-2 0,0 0 0,-1 0 39,-8 2 0,-1 0 0,-2 0-39,20-6 0,-4-1 0,-9 0 0,-5 0-313,-12 5 0,-3 0 313,-3 1 0,-3 1 1551,29-2-1551,-28 7 0,-17 3 3226,-13 4-3226,-7 0 0,-8 3 0,0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1 960 24575,'5'-12'0,"20"-12"0,20-23 0,-8 14 0,5-4 0,25-19 0,8-4 0,-19 15 0,2-1 0,1 1-1482,4-1 0,1 1 0,-1 1 1482,-6 4 0,-2 1 0,-2 4 0,8-2 0,-5 3 0,-6 3 0,-4 1 0,31-18 1363,-7 6-1363,-19 11 724,-11 12-724,-9 3 0,-8 7 0,-5 3 0,-10 5 0,-1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2756 24575,'0'-24'0,"9"-16"0,16-26 0,-1 21 0,5-3 0,15-18 0,6-4-1334,-8 17 1,4-2 0,1 1 1333,3-2 0,2 1 0,1 0 0,2-1 0,2 0 0,1 2 0,1 2 0,1 1 0,0 1 0,0-1 0,1 0 0,0 0 0,3-2 0,0 0 0,0 1 0,-2 3 0,-2 1 0,-1 2 0,13-11 0,-4 3-41,-11 8 1,-4 2 40,-8 6 0,-3 1 0,28-26 0,-1 5 0,-12 8 0,-8 8 0,-7 1 0,-4 4 2903,-7 4-2903,-1 3 1178,4-3-1178,1-6 0,12-4 0,1-7 0,4-3 0,6-3 0,-1-4-2879,2 1 2879,-9 9 0,-10 7 0,-5 5 0,-6 5 0,-2 1 0,-5 6 0,-8 8 2879,0 3-2879,-2 5 0,-6 6 0,0 1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6:32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24575,'0'4'0,"0"15"0,0 22 0,0 23 0,0 13 0,0 21-792,0-45 0,0 2 792,0 7 0,0 3 0,0 6 0,0-1 0,0-1 0,0-1 0,0 2 0,0-1 0,0-3 0,0-1 0,0-3 0,0-1 0,0 2 0,0-1 0,0 1 0,0-1 0,0-4 0,0 1 0,0 7 0,0 1 0,0-4 0,0 1 0,0 7 0,0 1 0,0-3 0,0-1 0,0-7 0,0 0 0,0-1 0,0 0 0,0-8 0,0 0-116,0 3 0,0 1 116,0-2 0,0 0 0,0-2 0,0-1 0,0 44 0,0 3 0,0-5 0,0-9 0,0-4-111,0-6 111,0-1 0,0 8 0,0 0 0,0-2 0,0-1 0,0-6 0,0-3 0,0-3 1155,0 1-1155,0-1 651,0 4-651,0 1 121,0-1-121,0 3 0,0-7 0,0 4 0,0 4 0,0 3 0,0 4 0,0-3 0,0-5 0,0-4 0,0-2 0,0 0 0,0 0 0,0 3 0,0 2 0,0-1 0,0-2 0,0-9 0,0-11 0,0-9 0,0-9 0,0-4 0,0-1 0,0-2 0,0-3 0,0 0 0,0 1 0,0 6 0,0 3 0,0 1 0,0-1 0,0-3 0,0 0 0,0-2 0,0 1 0,0-4 0,0-5 0,0-2 0,0-2 0,0 1 0,0 0 0,0-2 0,0 0 0,0 0 0,0-1 0,0 0 0,0-1 0,3-2 0,2-1 0,4-1 0,2-4 0,1 0 0,-1-3 0,-1 0 0,0 0 0,1 0 0,4 0 0,3 0 0,4 0 0,5 0 0,0 0 0,3 0 0,2 0 0,4 0 0,1 0 0,-5 0 0,3 0 0,-4 0 0,-3 0 0,-3 0 0,-5 0 0,-3 0 0,0 0 0,0 0 0,-4 0 0,0 0 0,-3-2 0,-3-10 0,-7-12 0,-4-15 0,-3-14 0,-5-7 0,0-4 0,-4-5 0,3-6 0,2-1 0,0-5 0,3-4-630,-1-9 630,4 44 0,1-1 0,1 0 0,0 1 0,-3-46 0,2 5 0,3 1 0,1 0 0,-1 5-123,1 7 123,0 1 0,0 0 0,0-5 0,0-4 0,0 8 0,0 7 0,0 6 0,0-1 0,0-5 0,3 0 0,1 0 626,3-1-626,1-1 0,-3-4 0,3-6 0,-3 3 0,0-3 0,-1 2 0,0 3 0,0-13 0,2 8 0,1 4 0,-3-2 0,3 9 0,-2-11 0,0-2 0,2 1 0,-2 1 0,0 5 0,-2 4 127,-2 2-127,-1 4 0,0 2 0,0-1 0,4-3 0,1-1 0,-1-4 0,4-4 0,-3 9 0,-1-1 0,0 5 0,-4 3 0,0-5 0,0 5 0,0 6 0,0 4 0,0 9 0,0 5 0,0 3 0,0 6 0,0 1 0,0 2 0,0 3 0,0-7 0,0 0 0,0 0 0,0-7 0,0-2 0,0-5 0,0 0 0,0 4 0,0 3 0,0 4 0,0 2 0,0 3 0,0 4 0,0 1 0,0 1 0,0-1 0,0-7 0,0 0 0,0 2 0,0-1 0,0 3 0,0 1 0,0-1 0,-2 6 0,-1 2 0,-1 2 0,2 4 0,-1 2 0,-1 1 0,1 1 0,-3 0 0,3-6 0,0-1 0,-2 2 0,2 0 0,-2 2 0,-4 3 0,0 2 0,-3 3 0,1 4 0,1 0 0,0 0 0,-1 0 0,-3 0 0,-4 0 0,-5 0 0,-3 0 0,-1 0 0,-4 0 0,-2 0 0,1 0 0,0 0 0,4 3 0,1 0 0,0 1 0,1-1 0,4-3 0,1 0 0,4 0 0,2 0 0,-1 0 0,3 2 0,2 3 0,4-1 0,4 1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6:34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36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60 337 24575,'0'-14'0,"0"20"0,0 27 0,0 52-4252,0-4 1,0 10 4251,0-19 0,0 3 0,0 3 0,0 18 0,0 4 0,0-1-287,0-2 1,0-2 0,0 0 286,0-4 0,0-1 0,0 2 0,0-16 0,0 1 0,0 2 0,0-2-737,0 2 0,0-2 0,0 2 1,0 2 736,0 10 0,0 3 0,0 1 0,0-1 0,0-1 0,0 0 0,0-1 0,0 0-453,0-6 1,0 0 0,0-2 0,0 0 452,0-4 0,0-1 0,0-1 0,0-2 556,0 16 0,0-3 0,0-1-556,0-5 0,0-1 0,0-2 0,0-9 0,0-2 0,0-2 0,0 15 0,0-3 467,0-6 1,0-2-468,0-10 0,0-1 1329,0 2 0,0 0-1329,0 2 0,0 0 0,0-5 0,0-3 0,0-2 0,0-2 3304,0 41-3304,0-12 0,0-8 2759,-6-9-2759,-2-3 1828,0-5-1828,1-6 0,4-1 0,-1-10 966,-3-1-966,0-3 0,4-3 0,-1 0 0,3-6 0,0-4 0,1-5 0,0-3 0,0-1 0,0 0 0,14-3 0,11-4 0,24-3 0,24-3 0,25 0-993,-33 0 1,5 0 992,9 0 0,5 0 0,-19 0 0,3 0 0,1 0-1066,7 0 0,2 0 0,2 0 1066,7 0 0,2 0 0,2 0 0,7 0 0,2 0 0,1 0 0,-23 0 0,0 0 0,1 0 0,1 0-853,1 0 1,0 0 0,0 0 0,1 0 852,-1 0 0,0 0 0,1 0 0,-1 0 0,1 0 0,-1 0 0,0 0 0,0 0 0,-3-1 0,1 0 0,-2-1 0,0 0-737,21 0 1,-1 0 0,-2-1 736,-5 1 0,-1 0 0,-4 0 0,-15-1 0,-4 0 0,0 1 0,29 0 0,-2 0 83,-11 0 0,-3 0-83,-8 0 0,0-1 0,6 1 0,0-1 676,-14 0 0,-2 1-676,0-1 0,-1 0 1455,-4 0 1,-2 1-1456,40 1 3220,-16 1-3220,-14-1 1535,-10 1-1535,-7 0 1190,-6 0-1190,-5 0 427,-6 0-427,-7 0 0,-4 0 0,-2 0 0,-3 0 0,1 0 0,-1 0 0,-2-2 0,1-4 0,0-5 0,0-7 0,1-9 0,0-16 0,-1-18 0,-5-22 0,-5 29 0,-2-4-837,0-10 0,-1-5 837,0-15 0,0-4-2077,0 21 1,0-2 0,0-1 2076,0-1 0,0-1 0,0 0 0,0-3 0,0-2 0,0-1-932,0-3 1,0-2 0,0 0 931,-1-2 0,1-1 0,1 0-656,0-7 0,0-1 0,1 1 656,0 2 0,0 0 0,0 1 0,0 3 0,0 0 0,1 3-107,-1 8 1,0 2-1,-1 1 107,0 9 0,-1 0 0,0 1 0,1-1 0,-1 0 0,0 1 0,0-19 0,0 1 1415,0 1 0,0 1-1415,0 4 0,0 3 0,0 15 0,0 1 1189,0-3 0,0 0-1189,0 4 0,0 1 0,0-42 0,0 3 0,0 5 0,0-2 0,0 41 0,0 1 0,0 0 0,0 1 0,0 0 0,0 0 0,0-46 0,-3 10 0,-5 7 3052,-3 12-3052,-1 9 2134,0 8-2134,1 6 1531,3 4-1531,-3 2 0,2 4 871,2 1-871,0-4 189,1-2-189,1-7 0,1-2 0,0-2 0,0 1 0,0 4 0,0 3 0,-2 3 0,1 6 0,1 4 0,0 6 0,1 9 0,0 3 0,-4 5 0,0 4 0,-4 0 0,-5 3 0,-11 0 0,-13 0 0,-20 0 0,-27 0-661,34 0 0,-3 0 661,-14 0 0,-3 0 0,-9 0 0,-4 0-1365,-11 0 0,-3 0 1365,27 0 0,-2 0 0,0 0-912,-5 0 1,-2 0 0,1 0 911,-3 1 0,-1 1 0,1 0 0,0 1 0,0 1 0,1 1 0,0 1 0,1 0 0,1 0 0,1 0 0,1 1 0,1-2 0,7 0 0,2 0 0,1 0 0,-23 1 0,2 1-546,10-1 0,2 1 546,7 1 0,0-1 0,-3 1 0,-1 0 0,2-1 0,0 1 0,2-2 0,1 0 140,5 0 0,1 1-140,4-2 0,0 0 0,3-2 0,2-1 1964,-40 3-1964,4-5 0,11 1 0,1-1 0,2 0 2964,6 0-2964,2 0 0,11 0 1543,-3 0-1543,-1 0 884,-1 0-884,-4 0 243,5 3-243,0 0 0,-2 5 0,2-1 0,5 1 0,0 3 0,3-2 0,2-1 0,2-4 0,4-1 0,6 1 0,6 0 0,6-1 0,4-3 0,1 0 0,2 0 0,3 0 0,2 0 0,8 0 0,1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24575,'0'2'0,"0"15"0,0 18 0,0 23 0,0 13 0,0 9 0,0 10 0,0-4 0,0-1 0,0-6 0,0-3 0,0-3 0,0-16 0,0-13 0,0-19 0,0-12 0,0-12 0,0-16 0,0-13 0,0-6 0,0-9 0,0-6 0,0-12 0,0-15 0,0-2 0,0 2 0,0 2 0,0 9 0,0 6 0,2 7 0,2 9 0,2-1 0,1-2 0,0 1 0,0 2 0,1 5 0,1 5 0,2 4 0,2 4 0,0 4 0,-1 5 0,4 5 0,0 2 0,3 0 0,1 2 0,0 1 0,6 0 0,2 3 0,3-1 0,3 0 0,-1 4 0,-1-1 0,0 1 0,-7 0 0,-1 2 0,-3 7 0,-4 5 0,-1 2 0,-6-1 0,-3-3 0,-5 3 0,-2 2 0,0 3 0,0 6 0,-8 5 0,-11 6 0,-13 3 0,-10 0 0,0-3 0,4-6 0,4-5 0,6-4 0,0-4 0,3-4 0,5-7 0,1-1 0,3-2 0,-1-1 0,1 0 0,3-3 0,-2 0 0,0 0 0,1 0 0,6 0 0,2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24575,'0'-3'0,"0"8"0,0 6 0,0 12 0,0 10 0,0 7 0,0 7 0,0 1 0,0 2 0,0 0 0,0 1 0,0-1 0,0-7 0,0-2 0,0-7 0,0-6 0,0-4 0,0-7 0,3-2 0,4-4 0,4-3 0,5-2 0,5-3 0,2-1 0,3-2 0,4 0 0,-1 0 0,-1 0 0,-3 0 0,-4 0 0,-1 0 0,-3-2 0,-1-2 0,-4-2 0,0 0 0,-1 2 0,-1 2 0,-1-1 0,-1 1 0,-4-1 0,-1 1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24575,'14'0'0,"6"0"0,10 0 0,8 0 0,-1 0 0,2 0 0,-3 0 0,-4 0 0,-2 0 0,-8 0 0,-4 0 0,-4 0 0,-9 0 0,1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24575,'0'10'0,"0"2"0,0 19 0,0 0 0,0 9 0,0 1 0,0 6 0,0 2 0,0 2 0,0 7 0,0-8 0,0 1 0,0-1 0,0 2 0,0 9 0,0 2 0,0 7 0,0 5 0,0 3 0,0 4 0,0 0 0,0 3 0,0-2 0,0-1 0,0 0 0,0-1 0,0 0 0,0-10 0,0-2 0,0-3 0,3 6 0,1 13 0,0 4-510,0 5 510,-3 0 0,-1-5 0,0-4 0,0-2 0,0-5 0,4 1 0,1-3 0,0 0 0,-2 4 0,-3-8-73,0 2 73,0 0 0,0 3 0,0 12 0,0 5 0,0 1 0,0-1 0,0-7 0,0-2 0,0-2 0,0 1 0,0 4 0,0 1 0,0-6 0,0-2 0,0-7 0,0-8 0,0-1 0,0 0 0,0 3 0,0 7 0,0 4 0,0 0 0,0 3 0,0-4 0,0-4 0,0-6 0,0-6 507,0-6-507,0-5 76,0 2-76,0-4 0,0-4 0,-2-3 0,-1-4 0,-1 1 0,0 4 0,3-2 0,1-3 0,-1-4 0,1-5 0,0 0 0,0-2 0,0 1 0,0 3 0,0 1 0,0 0 0,0-1 0,0-4 0,0-3 0,0-1 0,0-3 0,0-2 0,0-1 0,0-4 0,0 1 0,0-2 0,0 0 0,0 1 0,0-1 0,0 1 0,0-1 0,0 0 0,0 1 0,0-2 0,2-1 0,3-7 0,4-4 0,2-2 0,1-3 0,0 3 0,0-4 0,0 1 0,0 0 0,-1-1 0,-1 1 0,1-2 0,-1 2 0,2 2 0,0-2 0,1 2 0,-1 1 0,1 0 0,-1 2 0,-2-2 0,-1 0 0,0-1 0,0 2 0,3 1 0,0 1 0,-2 0 0,1 0 0,0 0 0,0 0 0,1 0 0,1 0 0,-2 0 0,1 0 0,-1 0 0,0 0 0,-2-5 0,-3-7 0,-4-7 0,-2-4 0,0-3 0,0-5 0,0-8 0,0-8 0,0-10 0,0-6 0,0-8 0,0-9 0,4-14-684,2-5 684,-4 48 0,1-1 0,0 1 0,-2 1 0,0-40 0,-1-2 0,0 11 0,0 10 0,0 5 0,0 6 0,0-6 0,0-6 0,2 1 0,2 0 0,0 3 0,0 5 0,-3 6 0,-1 5 0,0 9 684,0 2-684,0 0 0,0 1 0,0-4 0,0 1 0,0 3 0,0-2 0,0-1 0,0-2 0,0-4 0,0 0 0,0-1 0,0-1 0,0-3 0,0-2 0,0-1 0,3-2 0,1 3 0,4 5 0,-1 6 0,-3 5 0,0 6 0,-4 2 0,2-2 0,1-1 0,1-5 0,2-3 0,-2-5 0,1-2 0,-2-1 0,-2 1 0,-1 3 0,0-3 0,0-2 0,0 2 0,0-4 0,0 5 0,0-1 0,0 4 0,0 3 0,0 0 0,0-5 0,0-6 0,0-2 0,0-2 0,0-2 0,0-2 0,0 2 0,0-1 0,0 1 0,0 3 0,0-3 0,0 6 0,0 4 0,0 2 0,0 8 0,0-1 0,0-2 0,0-2 0,0-3 0,0 2 0,0 0 0,0 4 0,0 0 0,0 4 0,0 5 0,0-3 0,0 3 0,0 1 0,0 1 0,0 4 0,0 1 0,0 1 0,0 2 0,0-1 0,0-3 0,0-4 0,0-1 0,0-3 0,0 2 0,0 0 0,0-2 0,0 2 0,0-3 0,0 0 0,0 0 0,0 1 0,0 3 0,0 4 0,0 5 0,-2 2 0,-1 1 0,0-1 0,0 4 0,2 0 0,1 3 0,-1 1 0,1 0 0,0 1 0,0-1 0,0-2 0,0-2 0,0 1 0,0-2 0,0 3 0,0 0 0,0 1 0,0 3 0,0-1 0,-3 1 0,0 2 0,-2 2 0,-3 0 0,-1 1 0,-3 0 0,1 0 0,1 3 0,-1 0 0,0 3 0,-1 0 0,-3 0 0,-1 0 0,0 0 0,-3 0 0,2 0 0,-3 0 0,-1 0 0,5 0 0,-3 0 0,2 0 0,1 0 0,2 0 0,4 0 0,-1 0 0,0 0 0,-1 0 0,0 0 0,-1 0 0,1 0 0,-1 0 0,0 0 0,1 0 0,-1 0 0,2 0 0,4 0 0,3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24575,'34'0'0,"-3"0"0,29 0 0,-11 0 0,1 0 0,-5 0 0,0 0 0,4 0 0,4 0 0,6 0 0,0 0 0,-1 0 0,-2 0 0,-8 0 0,-8 0 0,-10 0 0,-8 0 0,-2 0 0,-2 0 0,-2 0 0,2 0 0,-2 0 0,-1 0 0,1 0 0,-2 0 0,1 0 0,-5 0 0,-4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24575,'0'-3'0,"0"10"0,0 12 0,0 13 0,0 13 0,0 7 0,0 11 0,0 8 0,0 1 0,0-1 0,0 0 0,0-7 0,0-12 0,0-9 0,0-13 0,0-4 0,5-7 0,10-10 0,7-6 0,11-2 0,2-1 0,-2 0 0,-2 3 0,-7 0 0,-2 1 0,-2-1 0,-6-3 0,0 2 0,-4 0 0,1 1 0,2 0 0,-6-2 0,-2-1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12 24575,'-8'-6'0,"-3"3"0,-6 1 0,-6 2 0,3-1 0,-4 1 0,4 0 0,2 0 0,3 0 0,3 0 0,0 0 0,2 2 0,4 2 0,1 4 0,2 2 0,0 2 0,0 1 0,3-1 0,-1 0 0,1 1 0,0-1 0,-1 1 0,7-1 0,7-2 0,7 0 0,7 0 0,-4-3 0,0 3 0,-4-4 0,-1-2 0,-1 1 0,-2-3 0,-2 2 0,0-2 0,-1-1 0,1 1 0,-6-1 0,-1 2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14 623 24575,'0'-22'0,"0"-4"0,0-7 0,0 0 0,0-6 0,0-2 0,0-5 0,-2 1 0,-2 3 0,1 1 0,0 3 0,2-3 0,1 5 0,0 3 0,0 6 0,0 7 0,0 4 0,0 2 0,2 1 0,9 4 0,5 4 0,10 4 0,8 0 0,0 1 0,-2 0 0,-4 0 0,-7 0 0,-5 0 0,0 0 0,-4 0 0,-2 0 0,1 0 0,-3 2 0,-2 3 0,-2 6 0,-3 3 0,0-4 0,-1-2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24575,'-4'0'0,"10"0"0,11 0 0,14 0 0,9 0 0,4 0 0,1 0 0,-3 0 0,-8 0 0,-5 0 0,-7 0 0,-4 0 0,-8 0 0,-4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24575,'0'10'0,"0"12"0,0 16 0,0 11 0,0 9 0,0 1 0,0 2 0,0 0 0,0-2 0,0-6 0,0-8 0,0-2 0,0-8 0,0-6 0,0 0 0,0-6 0,0-10 0,0-3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24575,'-3'0'0,"9"0"0,11 0 0,9 0 0,4 0 0,0 0 0,-3 0 0,1 0 0,4 0 0,-3 0 0,-3 0 0,-5 0 0,-6 0 0,-8 0 0,-1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24575,'0'13'0,"0"10"0,0 16 0,0 13 0,0 12 0,0 10 0,0-7 0,0 1 0,0 9 0,0-10 0,0 3 0,0-9 0,0-19 0,0-6 0,0-14 0,0-21 0,0-17 0,0-8 0,0-6 0,0 0 0,0-13 0,0-6 0,0-9 0,0-6 0,0 3 0,3 0 0,4 5 0,7 4 0,5 4 0,2 3 0,1 8 0,-1 4 0,2 6 0,1 7 0,-2 5 0,-2 3 0,-1 3 0,2 3 0,4 2 0,2 2 0,0 2 0,0-1 0,-3 1 0,0 3 0,-3 6 0,-3 7 0,-4 8 0,-7 2 0,-4 5 0,-3 4 0,0 3 0,0 4 0,-8 5 0,-10 6 0,-12 8 0,-11 5 0,-1-2 0,-4-3 0,6-11 0,6-9 0,4-6 0,11-9 0,4-5 0,5-5 0,6-4 0,1 0 0,3 0 0,0-1 0,0 0 0,5-1 0,3 1 0,7 2 0,5 3 0,3 0 0,3 1 0,1 0 0,0 0 0,1 0 0,0 1 0,-4-2 0,-4-2 0,-4-2 0,-4 0 0,-1-1 0,-5-5 0,-2-2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24575,'0'7'0,"0"4"0,0 6 0,0 4 0,0 1 0,0-4 0,0-2 0,0-3 0,0-6 0,0-1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437 26 24575,'0'-8'0,"-5"2"0,-5 1 0,-6 2 0,-7 3 0,-2 0 0,-4 0 0,-6-3 0,-2 2 0,1 3 0,4 7 0,3 7 0,7 1 0,4-2 0,8-2 0,6 0 0,1-1 0,5-3 0,8-3 0,11-4 0,8-2 0,7 0 0,-4 0 0,-2 0 0,-5 0 0,-6 0 0,-2 0 0,-4 0 0,-1 0 0,0 7 0,-4 13 0,-2 19 0,-3 26 0,-3 20 0,1 8 0,-1 5 0,0-47 0,0 0-276,0 1 1,0 0 275,-2 0 0,-3 0 0,-10 40 0,-13-18 0,-11-19 0,0-15 0,-1-14 0,2-12 0,4-7 0,2-4 0,5-3 551,6 0-551,0 0 0,1 0 0,11 0 0,0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24575,'0'-17'0,"0"19"0,0 18 0,0 34 0,0 13 0,0 12 0,0 7 0,0 1-465,0 6 465,0-3 0,0 5 0,0-4 0,0-12 0,0-14 0,0-21 0,0-12 0,0-6 0,0-13 0,0-15 465,0-12-465,0-13 0,0-3 0,0 5 0,3 5 0,3 7 0,2 7 0,2 3 0,1 3 0,-1 0 0,2 0 0,3 3 0,1 5 0,1 7 0,-1 7 0,-1 4 0,-2-2 0,1-1 0,-1-2 0,0-4 0,-3-2 0,-4-3 0,-4-5 0,-2-2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24575,'0'2'0,"0"9"0,0 19 0,0 36 0,0 11 0,0 6 0,0 0 0,0-8 0,0 10 0,0 6 0,0-6 0,0-6 0,0-7 0,0-5 0,0-5 0,0-15 0,0-11 0,0-14 0,0-8 0,0-5 0,0-5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24575,'18'0'0,"7"0"0,15 0 0,3 0 0,6 0 0,-8 0 0,-8 0 0,-14 0 0,-7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1 24575,'-8'0'0,"-2"9"0,-2 6 0,1 6 0,-4 6 0,2 3 0,0 2 0,-2-2 0,1-3 0,-2-5 0,0 1 0,2-3 0,1-3 0,-3-1 0,2 1 0,1-1 0,1 0 0,-2-4 0,-2 3 0,6-7 0,1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 24575,'0'16'0,"-3"7"0,-7 11 0,-6 10 0,-10 6 0,-2-4 0,0-3 0,-1-7 0,6-3 0,-2-1 0,1-3 0,2-1 0,1-3 0,1-6 0,5-5 0,1-7 0,4 0 0,6-4 0,1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1 24575,'0'8'0,"0"2"0,0 13 0,-3 10 0,-3 13 0,-12 14 0,-6 9 0,-6 12-537,-4 12 537,8-7 0,0-6 0,4-4 0,5-14 0,1-2 0,6-14 0,4-17 0,3-8 0,0-12 0,2-3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0 24575,'-8'0'0,"-8"11"0,-12 5 0,-3 11 0,-6 5 0,5-2 0,6-2 0,3-9 0,9-5 0,3-3 0,6-6 0,1-1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 24575,'-14'18'0,"-3"1"0,-6 6 0,1 0 0,-3 4 0,4-6 0,3-5 0,3-3 0,8-10 0,3 1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5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3 24575,'0'-2'0,"0"8"0,0 9 0,-3 11 0,-3-1 0,0-4 0,-2-6 0,2-5 0,2 2 0,1 0 0,2 1 0,0 0 0,1-6 0,0-1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6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1 24575,'-8'0'0,"-6"5"0,-8 11 0,-5 8 0,-1 11 0,4 1 0,0-4 0,2-2 0,2-3 0,5-3 0,4-1 0,-1 0 0,2 1 0,-2 0 0,1-3 0,0-4 0,1-2 0,5-2 0,2 0 0,2-1 0,1-1 0,-1-1 0,1-5 0,0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7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600 0 24575,'-15'0'0,"-7"18"0,-11 18 0,-5 14 0,0 6 0,3-11 0,4 2 0,0 4 0,0 4 0,4-5 0,5-14 0,4-11 0,3-3 0,3 0 0,-2-3 0,2 1 0,1-7 0,1-2 0,2 4 0,-1-1 0,1 6 0,-4 2 0,-5 6 0,-2-2 0,-4-2 0,3-1 0,0-2 0,2 1 0,5-4 0,2-5 0,8-7 0,0-1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7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482 0 24575,'0'8'0,"-10"9"0,-6 7 0,-17 15 0,-4 9 0,-1 3 0,-6 12 0,9-3 0,1 7 0,4 3 0,3-1 0,0-2 0,3-5 0,3-5 0,8-8 0,-2-10 0,1-11 0,0-5 0,-1-6 0,5-1 0,2-5 0,-1-4 0,6-2 0,-2-3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8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0 24575,'-6'2'0,"3"5"0,0 10 0,3 10 0,0 5 0,-3 6 0,-3 6 0,-8 2 0,-4 4 0,-2 3 0,-2-1 0,3-5 0,0-6 0,1-5 0,4-8 0,1-4 0,1-2 0,-2-1 0,-1 1 0,3 0 0,-1-4 0,9-11 0,1-2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 24575,'-15'0'0,"-1"0"0,-9 0 0,-12 0 0,-3 4 0,-14 21 0,0 18 0,8 19 0,3 20 0,19 2 0,11-5 0,8 2 0,5-5 0,0-4 0,0-3 0,4-16 0,12-11 0,15-6 0,27-3 0,18-6 0,7-7 0,8-8 0,-10-6 0,4-4 0,-1-8 0,-8-9 0,-4-7 0,-18-11 0,-9-2 0,-11-3 0,-11-1 0,-7-1 0,-6 1 0,-7-2 0,-1-2 0,-7 1 0,-13-2 0,-13-1 0,-11 3 0,-4 3 0,5 6 0,3 7 0,3 2 0,4 3 0,1 5 0,5 0 0,3 6 0,5 3 0,4 0 0,3 1 0,0-1 0,4 3 0,1 1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24575,'6'0'0,"14"0"0,29 0 0,36 0 0,-33 0 0,4 0 0,12 0 0,6 0 0,-7 0 0,4 0 0,2 0-2835,7 0 1,2 0 0,0 0 2834,-1 0 0,-1 0 0,-1 0 0,-4 0 0,-2 0 0,-5 0 542,5 0 0,-6 0-542,-9 0 0,0 0 0,0 0 0,0 0 0,-6 0 0,-1 0 0,3 0 0,0 0-81,-3 0 0,0 0 81,38 0 0,-4 0 0,-14 0 0,-11 0 0,-11 0 6389,-14 0-6389,-6 0 938,-7 0-938,-7 2 63,-6 2 1,-7-1-1,-2 1 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74 24575,'-28'-13'0,"2"3"0,7 10 0,-1 0 0,2 0 0,1 7 0,6 16 0,5 14 0,4 11 0,1 4 0,0 13 0,1 7 0,0 2 0,0-2 0,0-8 0,0-1 0,14-4 0,12-10 0,12-16 0,6-7 0,-1-10 0,1-6 0,4-3 0,6-4 0,-2-2 0,-2-8 0,-8-8 0,-8-14 0,-6-14 0,-5-8 0,-4-9 0,-6-1 0,-5-5 0,-7 0 0,-21-5 0,-16 6 0,-11 14 0,-9 6 0,2 7 0,-6 1 0,-4 0 0,2 8 0,3 6 0,8 6 0,6 5 0,21 7 0,8 1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1 24575,'-10'0'0,"-5"0"0,-14 3 0,-11 15 0,-13 32 0,1 31 0,29-27 0,5 4-726,2 6 1,5 2 725,5 0 0,3-1 0,-1 2 0,3-1 0,5-5 0,3-2 67,18 36-67,29-13 0,17-23 0,1-22 0,10-11 0,-14-23 0,5-1 0,-10-11 0,-13-12 0,-5-21 0,-16-11 0,-7-9 0,-11-7 1082,-7 1-1082,-3-4 0,0 7 302,-4 6-302,-5 9 0,-10 7 0,-11 3 0,-9 8 0,0 3 0,-1 1 0,5 3 0,3 2 0,3 3 0,6 5 0,9 8 0,5 2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24575,'0'11'0,"0"20"0,0 23 0,0 26 0,0 19-822,0 0 822,0-13 0,14-5 0,18-18 0,16-18 0,18-13 0,5-25 0,2-5 270,-3-5-270,-10-11 0,-9-16 137,-8-16-137,-12-14 0,-7-17 0,-9 1 0,-6-4 0,-4 2 0,-11 11 0,-10-1 0,-16 11 415,-10 12-415,-1 12 0,-4 16 0,5 9 0,3 7 0,6 1 0,15 0 0,7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88 24575,'-8'6'0,"-3"-3"0,-4-1 0,-6 4 0,-2 10 0,6 11 0,4 19 0,10 23 0,3 18 0,-1 3 0,1 4 0,0-8 0,11-15 0,19-9 0,28-29 0,26-16 0,14-10 0,-7-6 0,-2-5 0,-11-7 0,-13-12 0,-1-29 0,-22-11 0,-14-12 0,-12-2 0,-13 12 0,-7-5 0,-11 6 0,-16 3 0,-16 4 0,-10 6 0,-5 8 0,-1 9 0,4 12 0,2 6 0,9 5 0,20 5 0,9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110 750 24575,'-14'-11'0,"3"4"0,-2 2 0,-4 5 0,-2 11 0,1 7 0,5 15 0,9 14 0,4 0 0,0 1 0,0-9 0,0-3 0,7-3 0,12-3 0,25-9 0,21-10 0,17-7 0,-32-3 0,1-1 0,43 1 0,-42-7 0,-1-4 0,-1-3 0,-3-6 0,27-38 0,-40 18 0,-5-4 0,2-49 0,-22 39 0,-3-3-2108,-3-2 1,-3 0 2107,-4 3 0,-4 0 0,-6-1 0,-4 2-239,-28-34 239,-15 14 0,-10 8 0,-3 15 0,-8 5 0,4 16 0,8 13 0,11 10 0,12 5 0,11 1 0,17 1 0,7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322 236 24575,'-28'0'0,"-1"0"0,-2 0 0,-3 0 0,-1 0 0,4 6 0,-3 13 0,12 12 0,5 19 0,7 18 0,6 0 0,3 7 0,0-6 0,1-6 0,0-3 0,2-15 0,16-13 0,11-15 0,10-7 0,6-5 0,0-15 0,5-20 0,-10-23 0,-12-25 0,-18 0 0,-10-3 0,0-3 0,-2 11 0,-13-6 0,-13 7 0,-16 11 0,-8 3 0,5 15 0,3 15 0,7 11 0,5 11 0,5 4 0,13 2 0,6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24575,'0'-4'0,"12"19"0,21 19 0,1 3 0,6 3-913,1 1 0,5 1 913,21 17 0,7 2-955,-17-14 0,2 1 0,2-1 955,5 1 0,2-1 0,3 2-816,-10-7 0,3 2 0,1-1 1,-1-2 815,17 7 0,0-1 0,0-1 0,0 0 0,0-1 0,-1-2-462,-7-6 0,-2-1 0,-3-3 462,14 4 0,-6-3 0,-14-7 0,-5-4 0,30 10 0,-14-2 808,-7-3-808,-17-12 625,-11-6 0,-20-7 1,-6 1-1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21881,'0'-5'0,"0"20"1299,0 13-1299,0 29 0,0 1 0,0 0 0,0 7 454,0-10-454,0 0 231,0-14-231,0-16 0,0-14 0,0-4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1 232 24575,'13'-6'0,"19"-8"0,12-9 0,22-15 0,4 1 0,-5 1 0,-2 5 0,-21 11 0,-8 5 0,-18 7 0,-6 4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24575,'-8'0'0,"38"4"0,14 4 0,45 8 0,-35-6 0,1-2-588,2 1 0,1-2 588,6-1 0,1 0 0,-3-4 0,-1 0 0,-3 1 0,-1-1 0,4-1 0,0 0 0,-7-1 0,-1 0 0,1 1 0,-1-1 288,32 0-288,-23 0 0,-21 0 0,-14 0 0,-15 0 0,-5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24575,'0'21'0,"0"27"0,0 13 0,0 20 0,0 1 0,0-10 0,0 5 0,0-11 0,0-3 0,0-12 0,0-7 0,0-8 0,0-5 0,0-4 0,0-9 0,0 0 0,0-4 0,0-4 0,0-3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0 775 24575,'9'-12'0,"22"-18"0,21-37 0,-16 23 0,3-1-1169,6-4 1,2-1 1168,-1-1 0,2 0 0,12-9 0,0 3 0,-14 14 0,-3 3 0,1-4 0,-5 4 747,4-1-747,-20 18 96,-4 6 1,-10 9-1,-3 6 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24575,'-6'3'0,"3"12"0,1 15 0,17 28 0,18 19-693,-6-32 0,6 0 693,9 9 0,5 1 0,4 3 0,5 1 0,10 8 0,3 2-730,-21-23 0,0 0 1,2 0 729,0-1 0,2 0 0,-1 0 0,1-1 0,0 0 0,0-2 0,19 18 0,0-1 0,1-1 0,-3-1 0,-9-9 0,-2-3-613,-8-7 1,-1-1 612,-4 0 0,-1-2 0,30 23 0,-4 1 0,-8-15 846,-17-18-846,-10-5 2470,-8-7-2470,-10-2 0,-7-5 0,-4-4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24575,'-5'4'0,"30"13"0,37 25 0,-3-5 0,7 3-4744,9 4 0,3 1 4744,-2-2 0,6 0 0,-1-3 0,8 0 0,1 0-505,1-2 1,1-1-1,2 0 505,-16-7 0,2 1 0,1-1 0,-1 0 0,3 1 0,1-1 0,0-1 0,-4-3-32,8 0 1,-3-4-1,0 1 32,4 2 0,-1 1 0,-3-2-409,-12-3 1,-2-1-1,-2-1 409,25 7 0,-4-1 1111,-14-3 1,-3-3-1112,-10-5 0,-2-1 1533,-5 0 1,-4 0-1534,28 4 3021,-29-5-3021,-17-4 619,-9-4 0,-15-1 0,-3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24575,'37'0'0,"34"0"0,-20 0 0,5 0-4916,19 0 1,3 0 4170,-8 0 0,3 0 745,-7 0 0,5 0 0,2 0 136,12 0 0,3 0 0,2 0-136,5 0 0,2 0 0,2 0 0,-18 0 0,3 0 0,0 0 0,-3 0-83,13 0 0,-4 0 1,-2 0 82,-13 0 0,-2 0 0,-2 0 0,22 0 0,-5 0-222,-13 0 1,-4 0 221,-13 0 0,-2 0 0,-1 0 0,-4 0 0,29 0 4396,-23 0-4396,-15 0 609,-9 0 0,-19 0 0,-3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0 24575,'0'18'0,"0"24"0,0 28 0,0-17 0,0 5 0,0 12 0,0 4-1633,0 14 1,0 2 1632,0 8 0,0 3 0,0-30 0,0 2 0,0 3 0,0 13 0,0 3 0,0 1-1140,0 1 0,0 0 0,0 2 1140,0-20 0,0 2 0,0-1 0,0 1 0,0-2 0,0 0 0,0 0 0,0-1-861,0 18 1,0-1-1,0 0 861,-1 1 0,-1 0 0,0-2-436,1-13 1,-1-2 0,0-3 435,-2 24 0,1-5 225,1-16 1,-1-5-226,3-13 0,0-2 1570,-2-2 1,0-3-1571,-2 26 0,-1-25 3108,1-17-3108,4-15 547,0-6 1,0-5-1,0-4 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24575,'0'-3'0,"0"16"0,0 27 0,0 22 0,0 13 0,0 10 0,0 5-1488,0-16 0,0 4 1,0 1 1487,1 8 0,1 1 0,0-1 0,0-7 0,2 0 0,0 1 0,2 10 0,1 2 0,2 0 0,2-4 0,2-1 0,1 0 0,0-1 0,2-1 0,0 0 0,1-3 0,1 0 0,-1-1 0,0-5 0,0 0 0,0-2-211,-2-3 0,0-2 0,-1-2 211,5 19 0,-1-5 0,-2-10 0,1-5 0,-3-11 0,0-2 0,10 34-252,1 0 252,0-10 0,-3-3 0,1-4 0,-2-6 0,-2-10 0,0-9 0,-4-6 3063,-2-4-3063,-4-8 487,-2-5 0,-4-13 1,-3-4-1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24575,'0'-8'0,"0"30"0,7 10 0,8 37 0,27 13 0,-7-32 0,4 0 0,4 1 0,3 0-1443,12 5 1,4 0 1442,5 3 0,3-2 0,5 1 0,1-1 0,1 0 0,0-1 0,-5-4 0,-1-2 0,-3-5 0,-2 1 0,-1-1 0,-1 0 0,3 1 0,-1-1 121,-9-6 1,-3-2-122,-5-1 0,-1-1 0,33 20 0,-14-9 0,-10-6 0,-15-13 0,-13-6 0,-14-10 0,-7-5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2130 24575,'13'-9'0,"14"-12"0,22-22 0,23-21 0,-27 26 0,4-1-1228,6-6 0,4 0 1228,13-4 0,5 0-1060,6-3 0,3 0 1060,-26 18 0,1 0 0,1 1 0,2-1 0,1 0 0,-1 0 0,-1-1 0,-1-1 0,0 1 0,-3 2 0,1 0 0,-2-1 0,27-16 0,-2-1 0,-2 1 0,-1 0-672,-3 5 1,0-1 671,0-3 0,0 0 0,-3 2 0,-2 1 0,-9 5 0,-3 1 0,-6 2 0,-3 1-257,-4 2 0,-1 1 257,-5 3 0,-2-1 0,37-28 1258,-9 6-1258,-13 11 2603,-11 9-2603,-4 7 0,-7 8 0,-6 4 1652,-6-1-1652,-2 2 717,1 0-717,3-2 203,3 3-203,-3 0 0,0 0 0,0 1 0,1-1 0,-1 0 0,0 1 0,-4 0 0,-2-1 0,-1 4 0,-4 3 0,-5 4 0,-1 2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2768 24575,'0'-23'0,"0"-22"0,0-28 0,-1 23 0,2-4-4147,0-13 0,2-2 4147,3-2 0,2-1 0,4-8 0,2-2 72,4-3 0,1-2-72,1-3 0,-1-3 0,-6 24 0,-1-1 0,0 0-69,-1 0 1,0 0 0,1 0 68,-1 0 0,1 0 0,-1 1 0,0 2 0,1 0 0,-1 2-399,5-19 0,-1 3 399,-2 7 0,-1 4 1340,-2 11 0,-1 2-1340,-1 5 0,-1 2 0,5-43 1801,-4 23-1801,-4 13 2443,-1 23-2443,-3 5 1286,0 8-1286,0 5 943,0-1-943,0 0 0,0 7 0,0 2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 24575,'0'20'0,"0"8"0,0 16 0,0 16 0,0 4 0,0-3 0,0-6 0,7-15 0,12 0 0,14-7 0,16-8 0,15-9 0,12-9 0,-5-6 0,5-4 0,-16-8 0,-9-10 0,-7-12 0,-19-11 0,-4-10 0,-10-4 0,-3-3 0,-5 6 0,-2 1 0,-3 8 0,-3 10 0,-9 5 0,-8 9 0,-4 3 0,-7 2 0,3 7 0,0 3 0,5 3 0,12 4 0,5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250 201 24575,'-13'-6'0,"2"3"0,-4 0 0,-1 3 0,1 0 0,-8 0 0,1 0 0,-5 0 0,0 5 0,1 18 0,2 14 0,9 11 0,4 11 0,10-7 0,1 4 0,-3-5 0,3-16 0,12-7 0,12-13 0,23-6 0,15-3 0,4-4 0,0-2 0,-7 1 0,-6-7 0,-9-9 0,-7-11 0,-14-15 0,-10-9 0,-6-2 0,-7-8 0,1-5 0,-1-2 0,-2 8 0,-5 13 0,-7 13 0,-6 7 0,-4 0 0,-1 7 0,-4 4 0,14 9 0,1 2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1 214 24575,'0'-12'0,"0"6"0,0 8 0,0 25 0,0 16 0,0 9 0,0 9 0,0-7 0,0-3 0,2-8 0,13-10 0,16-9 0,17-8 0,15-8 0,7-7 0,2-4 0,-1-12 0,-5-13 0,-12-5 0,-9-4 0,-13 6 0,-12 1 0,-7-12 0,-6-2 0,-5-7 0,-13 2 0,-16 2 0,-18 2 0,-10 8 0,-2 2 0,5 11 0,4 2 0,3 7 0,7 5 0,2 4 0,18 2 0,3 2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62 145 24575,'-22'18'0,"7"-1"0,0 9 0,11 0 0,0 1 0,3 13 0,1 3 0,0 9 0,-1 12 0,1-10 0,0 5 0,4-12 0,11-15 0,22-1 0,19-16 0,15 1 0,10-7 0,-6-6 0,3-8 0,-5-8 0,-10-12 0,-2-19 0,-18-14 0,-17-15 0,-14 1 0,-11 6 0,0 1 0,-7 9 0,-10 5 0,-17 8 0,-14 13 0,-10 5 0,-7-2 0,1 6 0,1 3 0,10 3 0,11 6 0,20 4 0,8 2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53 578 24575,'-5'10'0,"2"5"0,0 13 0,3 12 0,0 15 0,0 7 0,0 0 0,3-5 0,16 6 0,21-5 0,14-8 0,19-8 0,3-23 0,-6-6 0,-1-5 0,-11-8 0,-8 0 0,-1-5 0,-4-9 0,-7-15 0,-8-14 0,-11-23 0,-12-18 0,-4-2-538,-3-12 538,1 7 0,-1-3 0,0 43 0,0 1 0,-11-37 0,-13 8 0,-8 19 0,-13 10 0,0 12 0,-5 8 0,-11 1 0,-6 8 0,-9 0 0,0 6 0,3 4 0,5 6 0,9 3 0,25 1 0,10 1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24575,'0'-5'0,"0"20"0,0 26 0,3 38 0,12 17 0,-2-39 0,4 2 0,12 17 0,4 2 0,4 2 0,2 0-897,-1 2 0,1-1 897,-4-4 0,-3-5 0,-11-22 0,-2-3 0,13 34-468,-7-15 468,-3-11 0,-4 1 0,-3-8 0,-4-11 0,-6-17 0,1-9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1329 24575,'-5'-2'0,"10"-15"0,24-21 0,27-24 0,-12 17 0,7-4-2835,-2 4 1,3-3 0,0 1 2834,18-17 0,1 0 0,-14 12 0,2-2 0,-1 1 70,-4 4 1,-1 2 0,-2 1-71,13-13 0,-1 1 0,11-9 0,-2 1 0,-23 18 0,-3 2-83,-3 4 0,-3 2 83,16-18 0,-26 23 0,-13 19 0,-11 7 0,-4 6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6 24575,'-3'-5'0,"13"7"0,19 15 0,21 16 0,22 17 0,3 3 0,7 3-1154,-39-27 0,0 1 1154,37 24 0,0-3 0,-14-10 0,-12-11 0,-7-8 0,-9-6 0,-2 0 0,-7-2 0,-8-4 2308,-4-4-2308,-7-6 0,-5 0 0,0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24575,'0'34'0,"0"14"0,0 20 0,4 27 0,0-45 0,2 0-588,3 6 1,2 0 587,-1-2 0,2-2 0,12 42 0,2-2 0,-2-9 0,1 1 0,-6-14 384,-6-15-384,-5-18 48,-4-12 1,-4-15 0,0-4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3 922 24575,'-3'-24'0,"3"-14"0,16-21 0,20-20 0,-11 36 0,3 0 0,1-2 0,1 0 0,20-34 0,-5 7 0,0-2 0,-4 6 0,0-1 0,-8 9 0,-11 15 0,-9 12 0,-6 8 0,-5 13 0,0 3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11 24575,'-3'-5'0,"14"2"0,19 1 0,30 2 0,26 0 0,4 0 0,4 0-601,-6 0 601,-6 0 0,-2 0 0,-16 0 148,-11 0-148,-12 0 0,-9 0 0,-4 0 0,-6 0 0,-4 0 453,-3 0-453,1 0 0,-1 0 0,-5 0 0,-2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 24575,'-9'-6'0,"22"10"0,48 25 0,-6-3 0,9 5-4916,20 10 1,7 4 4418,-21-13 1,3 1-1,0 0 497,-2-3 0,0 0 0,1 0-243,6 0 1,0 1 0,0-2 242,-6-3 0,0-1 0,0 0 245,0-1 1,0-1-1,0 0-245,3 0 0,1-1 0,-3 0 0,22 4 0,-3-1 0,1 0 0,-3-2 0,-13-3 0,-4-2-274,-9-3 0,-2-1 274,-5-2 0,-2 0 4270,24 3-4270,-23-5 970,-24-6 1,-16-3 0,-7-1-1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1 432 24575,'15'0'0,"22"0"0,32 0-4916,-19-2 1,3-3 4170,0 1 0,1-3 745,19-6 0,4-3 385,8-6 1,4-3-386,-24 8 0,2-1 0,1 0 0,8-3 0,2 0 0,-2-1 0,-9 4 0,-2-1 0,-2 2 0,21-5 0,-4 2 803,-11 1 0,-3 2-803,-9 4 0,-1 1 0,-6 2 0,0 0-97,43-8 97,-22 7 0,-19 4 5666,-11 3-5666,-7 1 2581,-7 3-2581,-2 0 620,-4 0-620,-4 0 174,1 0-174,-2 0 0,-1 0 0,0 0 0,-4 0 0,0 0 0,-5 0 0,-1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21536,'0'-5'0,"0"19"1458,0 35-1458,0 21 0,0 14 0,0-18 0,0 3 0,0 4-1569,0 23 1,0 5-1,0 2 1569,1-26 0,-1 2 0,1-1 0,1-1 0,2 20 0,1-3 0,1 2 0,1 2 0,0 1 0,2-2 0,0-8 0,1-1 0,0 1 0,0 7 0,0 2 0,0 0 0,0-3 0,0 0 0,0-1 0,-1-1 0,0-1 0,-1-3 0,-2-12 0,1-3 0,-2-2 0,2 15 0,-1-4 0,-3-11 0,-1-2 263,0-7 1,1-1-264,-1 2 0,0-1 0,1-2 0,-1-1 182,0-8 1,1-2-183,1 34 0,6-12 0,-2-11 3993,3-9-3993,5-4 1084,-4-4-1084,1-5 318,0-5-318,-6-7 0,-1-9 0,-3-3 0,-1-5 0,0 2 0,1 2 0,1 5 0,0 4 0,2 4 0,3 2 0,-2 4 0,2 1 0,-2-6 0,-3-5 0,1-6 0,-1-5 0,-1-5 0,-1-2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2685 1 24575,'0'22'0,"-3"10"0,-10 16 0,-13 14 0,-23 21-1796,13-33 1,-4 1 1795,-8 10 0,-4 2 0,-10 6 0,-5 3-1456,9-10 0,-3 3 0,-3 1 1456,12-12 0,-3 1 0,0-1 0,1 1 0,-16 15 0,0 0 0,1 0-1017,-1 1 0,1 0 0,2-3 1017,10-11 0,3-3 0,0-1 0,2 0 0,-1 0 0,0 0-437,-6 3 1,0 1 0,1-3 436,7-7 0,1-2 0,0-1-28,-23 22 1,2-3 27,7-6 0,3-2 0,7-10 0,1 0 1067,4 0 1,1-1-1068,6-7 0,2-1 5073,-22 28-5073,10-3 2456,11-10-2456,13-3 1929,4-9-1929,8-6 781,0-8-781,5-8 0,5-5 0,4-2 0,1 1 0,-4-2 0,4-2 0,-4-4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1332 2947 24575,'0'-13'0,"-11"-18"0,-9-25 0,-19-31 0,12 30 0,-4-4-1166,-4-8 0,-4-3 1166,-4-13 0,-2-2-944,15 26 1,0-1-1,0-1 944,-2-4 0,-1-1 0,1 1 0,3 4 0,1-1 0,0 3 0,-13-26 0,1 4-89,1 4 0,2 3 89,5 11 0,1 1 0,-6-11 0,0 1 0,1 6 0,1 2 0,2 1 0,1 2 0,2 5 0,2 2-14,-14-30 14,3 7 0,8 12 0,3 7 943,9 10-943,7-2 2739,-2 5-2739,2 0 1654,-1 6-1654,0 5 0,2 3 19,3 3-19,2 1 0,1 5 0,-1 3 0,2 5 0,1 3 0,0 0 0,0 1 0,-2 3 0,2 3 0,1 3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1 399 24575,'18'0'0,"18"0"0,19 0 0,34 0 0,-26 0 0,4 0-2071,7 0 1,5 0 2070,16-3 0,5-3-952,-31 1 0,1-1 0,1-2 952,3-3 0,1-2 0,0 0 0,6-2 0,1 0 0,-1 0 0,-1-2 0,0 0 0,-1 0 39,-8 2 0,-1 0 0,-2 0-39,20-6 0,-4-1 0,-9 0 0,-5 0-313,-12 5 0,-3 0 313,-3 1 0,-3 1 1551,29-2-1551,-28 7 0,-17 3 3226,-13 4-3226,-7 0 0,-8 3 0,0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1 960 24575,'5'-12'0,"20"-12"0,20-23 0,-8 14 0,5-4 0,25-19 0,8-4 0,-19 15 0,2-1 0,1 1-1482,4-1 0,1 1 0,-1 1 1482,-6 4 0,-2 1 0,-2 4 0,8-2 0,-5 3 0,-6 3 0,-4 1 0,31-18 1363,-7 6-1363,-19 11 724,-11 12-724,-9 3 0,-8 7 0,-5 3 0,-10 5 0,-1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2756 24575,'0'-24'0,"9"-16"0,16-26 0,-1 21 0,5-3 0,15-18 0,6-4-1334,-8 17 1,4-2 0,1 1 1333,3-2 0,2 1 0,1 0 0,2-1 0,2 0 0,1 2 0,1 2 0,1 1 0,0 1 0,0-1 0,1 0 0,0 0 0,3-2 0,0 0 0,0 1 0,-2 3 0,-2 1 0,-1 2 0,13-11 0,-4 3-41,-11 8 1,-4 2 40,-8 6 0,-3 1 0,28-26 0,-1 5 0,-12 8 0,-8 8 0,-7 1 0,-4 4 2903,-7 4-2903,-1 3 1178,4-3-1178,1-6 0,12-4 0,1-7 0,4-3 0,6-3 0,-1-4-2879,2 1 2879,-9 9 0,-10 7 0,-5 5 0,-6 5 0,-2 1 0,-5 6 0,-8 8 2879,0 3-2879,-2 5 0,-6 6 0,0 1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6:32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24575,'0'4'0,"0"15"0,0 22 0,0 23 0,0 13 0,0 21-792,0-45 0,0 2 792,0 7 0,0 3 0,0 6 0,0-1 0,0-1 0,0-1 0,0 2 0,0-1 0,0-3 0,0-1 0,0-3 0,0-1 0,0 2 0,0-1 0,0 1 0,0-1 0,0-4 0,0 1 0,0 7 0,0 1 0,0-4 0,0 1 0,0 7 0,0 1 0,0-3 0,0-1 0,0-7 0,0 0 0,0-1 0,0 0 0,0-8 0,0 0-116,0 3 0,0 1 116,0-2 0,0 0 0,0-2 0,0-1 0,0 44 0,0 3 0,0-5 0,0-9 0,0-4-111,0-6 111,0-1 0,0 8 0,0 0 0,0-2 0,0-1 0,0-6 0,0-3 0,0-3 1155,0 1-1155,0-1 651,0 4-651,0 1 121,0-1-121,0 3 0,0-7 0,0 4 0,0 4 0,0 3 0,0 4 0,0-3 0,0-5 0,0-4 0,0-2 0,0 0 0,0 0 0,0 3 0,0 2 0,0-1 0,0-2 0,0-9 0,0-11 0,0-9 0,0-9 0,0-4 0,0-1 0,0-2 0,0-3 0,0 0 0,0 1 0,0 6 0,0 3 0,0 1 0,0-1 0,0-3 0,0 0 0,0-2 0,0 1 0,0-4 0,0-5 0,0-2 0,0-2 0,0 1 0,0 0 0,0-2 0,0 0 0,0 0 0,0-1 0,0 0 0,0-1 0,3-2 0,2-1 0,4-1 0,2-4 0,1 0 0,-1-3 0,-1 0 0,0 0 0,1 0 0,4 0 0,3 0 0,4 0 0,5 0 0,0 0 0,3 0 0,2 0 0,4 0 0,1 0 0,-5 0 0,3 0 0,-4 0 0,-3 0 0,-3 0 0,-5 0 0,-3 0 0,0 0 0,0 0 0,-4 0 0,0 0 0,-3-2 0,-3-10 0,-7-12 0,-4-15 0,-3-14 0,-5-7 0,0-4 0,-4-5 0,3-6 0,2-1 0,0-5 0,3-4-630,-1-9 630,4 44 0,1-1 0,1 0 0,0 1 0,-3-46 0,2 5 0,3 1 0,1 0 0,-1 5-123,1 7 123,0 1 0,0 0 0,0-5 0,0-4 0,0 8 0,0 7 0,0 6 0,0-1 0,0-5 0,3 0 0,1 0 626,3-1-626,1-1 0,-3-4 0,3-6 0,-3 3 0,0-3 0,-1 2 0,0 3 0,0-13 0,2 8 0,1 4 0,-3-2 0,3 9 0,-2-11 0,0-2 0,2 1 0,-2 1 0,0 5 0,-2 4 127,-2 2-127,-1 4 0,0 2 0,0-1 0,4-3 0,1-1 0,-1-4 0,4-4 0,-3 9 0,-1-1 0,0 5 0,-4 3 0,0-5 0,0 5 0,0 6 0,0 4 0,0 9 0,0 5 0,0 3 0,0 6 0,0 1 0,0 2 0,0 3 0,0-7 0,0 0 0,0 0 0,0-7 0,0-2 0,0-5 0,0 0 0,0 4 0,0 3 0,0 4 0,0 2 0,0 3 0,0 4 0,0 1 0,0 1 0,0-1 0,0-7 0,0 0 0,0 2 0,0-1 0,0 3 0,0 1 0,0-1 0,-2 6 0,-1 2 0,-1 2 0,2 4 0,-1 2 0,-1 1 0,1 1 0,-3 0 0,3-6 0,0-1 0,-2 2 0,2 0 0,-2 2 0,-4 3 0,0 2 0,-3 3 0,1 4 0,1 0 0,0 0 0,-1 0 0,-3 0 0,-4 0 0,-5 0 0,-3 0 0,-1 0 0,-4 0 0,-2 0 0,1 0 0,0 0 0,4 3 0,1 0 0,0 1 0,1-1 0,4-3 0,1 0 0,4 0 0,2 0 0,-1 0 0,3 2 0,2 3 0,4-1 0,4 1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6:34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36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60 337 24575,'0'-14'0,"0"20"0,0 27 0,0 52-4252,0-4 1,0 10 4251,0-19 0,0 3 0,0 3 0,0 18 0,0 4 0,0-1-287,0-2 1,0-2 0,0 0 286,0-4 0,0-1 0,0 2 0,0-16 0,0 1 0,0 2 0,0-2-737,0 2 0,0-2 0,0 2 1,0 2 736,0 10 0,0 3 0,0 1 0,0-1 0,0-1 0,0 0 0,0-1 0,0 0-453,0-6 1,0 0 0,0-2 0,0 0 452,0-4 0,0-1 0,0-1 0,0-2 556,0 16 0,0-3 0,0-1-556,0-5 0,0-1 0,0-2 0,0-9 0,0-2 0,0-2 0,0 15 0,0-3 467,0-6 1,0-2-468,0-10 0,0-1 1329,0 2 0,0 0-1329,0 2 0,0 0 0,0-5 0,0-3 0,0-2 0,0-2 3304,0 41-3304,0-12 0,0-8 2759,-6-9-2759,-2-3 1828,0-5-1828,1-6 0,4-1 0,-1-10 966,-3-1-966,0-3 0,4-3 0,-1 0 0,3-6 0,0-4 0,1-5 0,0-3 0,0-1 0,0 0 0,14-3 0,11-4 0,24-3 0,24-3 0,25 0-993,-33 0 1,5 0 992,9 0 0,5 0 0,-19 0 0,3 0 0,1 0-1066,7 0 0,2 0 0,2 0 1066,7 0 0,2 0 0,2 0 0,7 0 0,2 0 0,1 0 0,-23 0 0,0 0 0,1 0 0,1 0-853,1 0 1,0 0 0,0 0 0,1 0 852,-1 0 0,0 0 0,1 0 0,-1 0 0,1 0 0,-1 0 0,0 0 0,0 0 0,-3-1 0,1 0 0,-2-1 0,0 0-737,21 0 1,-1 0 0,-2-1 736,-5 1 0,-1 0 0,-4 0 0,-15-1 0,-4 0 0,0 1 0,29 0 0,-2 0 83,-11 0 0,-3 0-83,-8 0 0,0-1 0,6 1 0,0-1 676,-14 0 0,-2 1-676,0-1 0,-1 0 1455,-4 0 1,-2 1-1456,40 1 3220,-16 1-3220,-14-1 1535,-10 1-1535,-7 0 1190,-6 0-1190,-5 0 427,-6 0-427,-7 0 0,-4 0 0,-2 0 0,-3 0 0,1 0 0,-1 0 0,-2-2 0,1-4 0,0-5 0,0-7 0,1-9 0,0-16 0,-1-18 0,-5-22 0,-5 29 0,-2-4-837,0-10 0,-1-5 837,0-15 0,0-4-2077,0 21 1,0-2 0,0-1 2076,0-1 0,0-1 0,0 0 0,0-3 0,0-2 0,0-1-932,0-3 1,0-2 0,0 0 931,-1-2 0,1-1 0,1 0-656,0-7 0,0-1 0,1 1 656,0 2 0,0 0 0,0 1 0,0 3 0,0 0 0,1 3-107,-1 8 1,0 2-1,-1 1 107,0 9 0,-1 0 0,0 1 0,1-1 0,-1 0 0,0 1 0,0-19 0,0 1 1415,0 1 0,0 1-1415,0 4 0,0 3 0,0 15 0,0 1 1189,0-3 0,0 0-1189,0 4 0,0 1 0,0-42 0,0 3 0,0 5 0,0-2 0,0 41 0,0 1 0,0 0 0,0 1 0,0 0 0,0 0 0,0-46 0,-3 10 0,-5 7 3052,-3 12-3052,-1 9 2134,0 8-2134,1 6 1531,3 4-1531,-3 2 0,2 4 871,2 1-871,0-4 189,1-2-189,1-7 0,1-2 0,0-2 0,0 1 0,0 4 0,0 3 0,-2 3 0,1 6 0,1 4 0,0 6 0,1 9 0,0 3 0,-4 5 0,0 4 0,-4 0 0,-5 3 0,-11 0 0,-13 0 0,-20 0 0,-27 0-661,34 0 0,-3 0 661,-14 0 0,-3 0 0,-9 0 0,-4 0-1365,-11 0 0,-3 0 1365,27 0 0,-2 0 0,0 0-912,-5 0 1,-2 0 0,1 0 911,-3 1 0,-1 1 0,1 0 0,0 1 0,0 1 0,1 1 0,0 1 0,1 0 0,1 0 0,1 0 0,1 1 0,1-2 0,7 0 0,2 0 0,1 0 0,-23 1 0,2 1-546,10-1 0,2 1 546,7 1 0,0-1 0,-3 1 0,-1 0 0,2-1 0,0 1 0,2-2 0,1 0 140,5 0 0,1 1-140,4-2 0,0 0 0,3-2 0,2-1 1964,-40 3-1964,4-5 0,11 1 0,1-1 0,2 0 2964,6 0-2964,2 0 0,11 0 1543,-3 0-1543,-1 0 884,-1 0-884,-4 0 243,5 3-243,0 0 0,-2 5 0,2-1 0,5 1 0,0 3 0,3-2 0,2-1 0,2-4 0,4-1 0,6 1 0,6 0 0,6-1 0,4-3 0,1 0 0,2 0 0,3 0 0,2 0 0,8 0 0,1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24575,'0'2'0,"0"15"0,0 18 0,0 23 0,0 13 0,0 9 0,0 10 0,0-4 0,0-1 0,0-6 0,0-3 0,0-3 0,0-16 0,0-13 0,0-19 0,0-12 0,0-12 0,0-16 0,0-13 0,0-6 0,0-9 0,0-6 0,0-12 0,0-15 0,0-2 0,0 2 0,0 2 0,0 9 0,0 6 0,2 7 0,2 9 0,2-1 0,1-2 0,0 1 0,0 2 0,1 5 0,1 5 0,2 4 0,2 4 0,0 4 0,-1 5 0,4 5 0,0 2 0,3 0 0,1 2 0,0 1 0,6 0 0,2 3 0,3-1 0,3 0 0,-1 4 0,-1-1 0,0 1 0,-7 0 0,-1 2 0,-3 7 0,-4 5 0,-1 2 0,-6-1 0,-3-3 0,-5 3 0,-2 2 0,0 3 0,0 6 0,-8 5 0,-11 6 0,-13 3 0,-10 0 0,0-3 0,4-6 0,4-5 0,6-4 0,0-4 0,3-4 0,5-7 0,1-1 0,3-2 0,-1-1 0,1 0 0,3-3 0,-2 0 0,0 0 0,1 0 0,6 0 0,2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24575,'0'-3'0,"0"8"0,0 6 0,0 12 0,0 10 0,0 7 0,0 7 0,0 1 0,0 2 0,0 0 0,0 1 0,0-1 0,0-7 0,0-2 0,0-7 0,0-6 0,0-4 0,0-7 0,3-2 0,4-4 0,4-3 0,5-2 0,5-3 0,2-1 0,3-2 0,4 0 0,-1 0 0,-1 0 0,-3 0 0,-4 0 0,-1 0 0,-3-2 0,-1-2 0,-4-2 0,0 0 0,-1 2 0,-1 2 0,-1-1 0,-1 1 0,-4-1 0,-1 1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24575,'14'0'0,"6"0"0,10 0 0,8 0 0,-1 0 0,2 0 0,-3 0 0,-4 0 0,-2 0 0,-8 0 0,-4 0 0,-4 0 0,-9 0 0,1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24575,'0'10'0,"0"2"0,0 19 0,0 0 0,0 9 0,0 1 0,0 6 0,0 2 0,0 2 0,0 7 0,0-8 0,0 1 0,0-1 0,0 2 0,0 9 0,0 2 0,0 7 0,0 5 0,0 3 0,0 4 0,0 0 0,0 3 0,0-2 0,0-1 0,0 0 0,0-1 0,0 0 0,0-10 0,0-2 0,0-3 0,3 6 0,1 13 0,0 4-510,0 5 510,-3 0 0,-1-5 0,0-4 0,0-2 0,0-5 0,4 1 0,1-3 0,0 0 0,-2 4 0,-3-8-73,0 2 73,0 0 0,0 3 0,0 12 0,0 5 0,0 1 0,0-1 0,0-7 0,0-2 0,0-2 0,0 1 0,0 4 0,0 1 0,0-6 0,0-2 0,0-7 0,0-8 0,0-1 0,0 0 0,0 3 0,0 7 0,0 4 0,0 0 0,0 3 0,0-4 0,0-4 0,0-6 0,0-6 507,0-6-507,0-5 76,0 2-76,0-4 0,0-4 0,-2-3 0,-1-4 0,-1 1 0,0 4 0,3-2 0,1-3 0,-1-4 0,1-5 0,0 0 0,0-2 0,0 1 0,0 3 0,0 1 0,0 0 0,0-1 0,0-4 0,0-3 0,0-1 0,0-3 0,0-2 0,0-1 0,0-4 0,0 1 0,0-2 0,0 0 0,0 1 0,0-1 0,0 1 0,0-1 0,0 0 0,0 1 0,0-2 0,2-1 0,3-7 0,4-4 0,2-2 0,1-3 0,0 3 0,0-4 0,0 1 0,0 0 0,-1-1 0,-1 1 0,1-2 0,-1 2 0,2 2 0,0-2 0,1 2 0,-1 1 0,1 0 0,-1 2 0,-2-2 0,-1 0 0,0-1 0,0 2 0,3 1 0,0 1 0,-2 0 0,1 0 0,0 0 0,0 0 0,1 0 0,1 0 0,-2 0 0,1 0 0,-1 0 0,0 0 0,-2-5 0,-3-7 0,-4-7 0,-2-4 0,0-3 0,0-5 0,0-8 0,0-8 0,0-10 0,0-6 0,0-8 0,0-9 0,4-14-684,2-5 684,-4 48 0,1-1 0,0 1 0,-2 1 0,0-40 0,-1-2 0,0 11 0,0 10 0,0 5 0,0 6 0,0-6 0,0-6 0,2 1 0,2 0 0,0 3 0,0 5 0,-3 6 0,-1 5 0,0 9 684,0 2-684,0 0 0,0 1 0,0-4 0,0 1 0,0 3 0,0-2 0,0-1 0,0-2 0,0-4 0,0 0 0,0-1 0,0-1 0,0-3 0,0-2 0,0-1 0,3-2 0,1 3 0,4 5 0,-1 6 0,-3 5 0,0 6 0,-4 2 0,2-2 0,1-1 0,1-5 0,2-3 0,-2-5 0,1-2 0,-2-1 0,-2 1 0,-1 3 0,0-3 0,0-2 0,0 2 0,0-4 0,0 5 0,0-1 0,0 4 0,0 3 0,0 0 0,0-5 0,0-6 0,0-2 0,0-2 0,0-2 0,0-2 0,0 2 0,0-1 0,0 1 0,0 3 0,0-3 0,0 6 0,0 4 0,0 2 0,0 8 0,0-1 0,0-2 0,0-2 0,0-3 0,0 2 0,0 0 0,0 4 0,0 0 0,0 4 0,0 5 0,0-3 0,0 3 0,0 1 0,0 1 0,0 4 0,0 1 0,0 1 0,0 2 0,0-1 0,0-3 0,0-4 0,0-1 0,0-3 0,0 2 0,0 0 0,0-2 0,0 2 0,0-3 0,0 0 0,0 0 0,0 1 0,0 3 0,0 4 0,0 5 0,-2 2 0,-1 1 0,0-1 0,0 4 0,2 0 0,1 3 0,-1 1 0,1 0 0,0 1 0,0-1 0,0-2 0,0-2 0,0 1 0,0-2 0,0 3 0,0 0 0,0 1 0,0 3 0,0-1 0,-3 1 0,0 2 0,-2 2 0,-3 0 0,-1 1 0,-3 0 0,1 0 0,1 3 0,-1 0 0,0 3 0,-1 0 0,-3 0 0,-1 0 0,0 0 0,-3 0 0,2 0 0,-3 0 0,-1 0 0,5 0 0,-3 0 0,2 0 0,1 0 0,2 0 0,4 0 0,-1 0 0,0 0 0,-1 0 0,0 0 0,-1 0 0,1 0 0,-1 0 0,0 0 0,1 0 0,-1 0 0,2 0 0,4 0 0,3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24575,'34'0'0,"-3"0"0,29 0 0,-11 0 0,1 0 0,-5 0 0,0 0 0,4 0 0,4 0 0,6 0 0,0 0 0,-1 0 0,-2 0 0,-8 0 0,-8 0 0,-10 0 0,-8 0 0,-2 0 0,-2 0 0,-2 0 0,2 0 0,-2 0 0,-1 0 0,1 0 0,-2 0 0,1 0 0,-5 0 0,-4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24575,'0'-3'0,"0"10"0,0 12 0,0 13 0,0 13 0,0 7 0,0 11 0,0 8 0,0 1 0,0-1 0,0 0 0,0-7 0,0-12 0,0-9 0,0-13 0,0-4 0,5-7 0,10-10 0,7-6 0,11-2 0,2-1 0,-2 0 0,-2 3 0,-7 0 0,-2 1 0,-2-1 0,-6-3 0,0 2 0,-4 0 0,1 1 0,2 0 0,-6-2 0,-2-1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12 24575,'-8'-6'0,"-3"3"0,-6 1 0,-6 2 0,3-1 0,-4 1 0,4 0 0,2 0 0,3 0 0,3 0 0,0 0 0,2 2 0,4 2 0,1 4 0,2 2 0,0 2 0,0 1 0,3-1 0,-1 0 0,1 1 0,0-1 0,-1 1 0,7-1 0,7-2 0,7 0 0,7 0 0,-4-3 0,0 3 0,-4-4 0,-1-2 0,-1 1 0,-2-3 0,-2 2 0,0-2 0,-1-1 0,1 1 0,-6-1 0,-1 2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14 623 24575,'0'-22'0,"0"-4"0,0-7 0,0 0 0,0-6 0,0-2 0,0-5 0,-2 1 0,-2 3 0,1 1 0,0 3 0,2-3 0,1 5 0,0 3 0,0 6 0,0 7 0,0 4 0,0 2 0,2 1 0,9 4 0,5 4 0,10 4 0,8 0 0,0 1 0,-2 0 0,-4 0 0,-7 0 0,-5 0 0,0 0 0,-4 0 0,-2 0 0,1 0 0,-3 2 0,-2 3 0,-2 6 0,-3 3 0,0-4 0,-1-2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24575,'-4'0'0,"10"0"0,11 0 0,14 0 0,9 0 0,4 0 0,1 0 0,-3 0 0,-8 0 0,-5 0 0,-7 0 0,-4 0 0,-8 0 0,-4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24575,'0'10'0,"0"12"0,0 16 0,0 11 0,0 9 0,0 1 0,0 2 0,0 0 0,0-2 0,0-6 0,0-8 0,0-2 0,0-8 0,0-6 0,0 0 0,0-6 0,0-10 0,0-3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24575,'-3'0'0,"9"0"0,11 0 0,9 0 0,4 0 0,0 0 0,-3 0 0,1 0 0,4 0 0,-3 0 0,-3 0 0,-5 0 0,-6 0 0,-8 0 0,-1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24575,'0'13'0,"0"10"0,0 16 0,0 13 0,0 12 0,0 10 0,0-7 0,0 1 0,0 9 0,0-10 0,0 3 0,0-9 0,0-19 0,0-6 0,0-14 0,0-21 0,0-17 0,0-8 0,0-6 0,0 0 0,0-13 0,0-6 0,0-9 0,0-6 0,0 3 0,3 0 0,4 5 0,7 4 0,5 4 0,2 3 0,1 8 0,-1 4 0,2 6 0,1 7 0,-2 5 0,-2 3 0,-1 3 0,2 3 0,4 2 0,2 2 0,0 2 0,0-1 0,-3 1 0,0 3 0,-3 6 0,-3 7 0,-4 8 0,-7 2 0,-4 5 0,-3 4 0,0 3 0,0 4 0,-8 5 0,-10 6 0,-12 8 0,-11 5 0,-1-2 0,-4-3 0,6-11 0,6-9 0,4-6 0,11-9 0,4-5 0,5-5 0,6-4 0,1 0 0,3 0 0,0-1 0,0 0 0,5-1 0,3 1 0,7 2 0,5 3 0,3 0 0,3 1 0,1 0 0,0 0 0,1 0 0,0 1 0,-4-2 0,-4-2 0,-4-2 0,-4 0 0,-1-1 0,-5-5 0,-2-2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24575,'0'7'0,"0"4"0,0 6 0,0 4 0,0 1 0,0-4 0,0-2 0,0-3 0,0-6 0,0-1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437 26 24575,'0'-8'0,"-5"2"0,-5 1 0,-6 2 0,-7 3 0,-2 0 0,-4 0 0,-6-3 0,-2 2 0,1 3 0,4 7 0,3 7 0,7 1 0,4-2 0,8-2 0,6 0 0,1-1 0,5-3 0,8-3 0,11-4 0,8-2 0,7 0 0,-4 0 0,-2 0 0,-5 0 0,-6 0 0,-2 0 0,-4 0 0,-1 0 0,0 7 0,-4 13 0,-2 19 0,-3 26 0,-3 20 0,1 8 0,-1 5 0,0-47 0,0 0-276,0 1 1,0 0 275,-2 0 0,-3 0 0,-10 40 0,-13-18 0,-11-19 0,0-15 0,-1-14 0,2-12 0,4-7 0,2-4 0,5-3 551,6 0-551,0 0 0,1 0 0,11 0 0,0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24575,'0'-17'0,"0"19"0,0 18 0,0 34 0,0 13 0,0 12 0,0 7 0,0 1-465,0 6 465,0-3 0,0 5 0,0-4 0,0-12 0,0-14 0,0-21 0,0-12 0,0-6 0,0-13 0,0-15 465,0-12-465,0-13 0,0-3 0,0 5 0,3 5 0,3 7 0,2 7 0,2 3 0,1 3 0,-1 0 0,2 0 0,3 3 0,1 5 0,1 7 0,-1 7 0,-1 4 0,-2-2 0,1-1 0,-1-2 0,0-4 0,-3-2 0,-4-3 0,-4-5 0,-2-2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24575,'0'2'0,"0"9"0,0 19 0,0 36 0,0 11 0,0 6 0,0 0 0,0-8 0,0 10 0,0 6 0,0-6 0,0-6 0,0-7 0,0-5 0,0-5 0,0-15 0,0-11 0,0-14 0,0-8 0,0-5 0,0-5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24575,'18'0'0,"7"0"0,15 0 0,3 0 0,6 0 0,-8 0 0,-8 0 0,-14 0 0,-7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1 24575,'-8'0'0,"-2"9"0,-2 6 0,1 6 0,-4 6 0,2 3 0,0 2 0,-2-2 0,1-3 0,-2-5 0,0 1 0,2-3 0,1-3 0,-3-1 0,2 1 0,1-1 0,1 0 0,-2-4 0,-2 3 0,6-7 0,1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 24575,'0'16'0,"-3"7"0,-7 11 0,-6 10 0,-10 6 0,-2-4 0,0-3 0,-1-7 0,6-3 0,-2-1 0,1-3 0,2-1 0,1-3 0,1-6 0,5-5 0,1-7 0,4 0 0,6-4 0,1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1 24575,'0'8'0,"0"2"0,0 13 0,-3 10 0,-3 13 0,-12 14 0,-6 9 0,-6 12-537,-4 12 537,8-7 0,0-6 0,4-4 0,5-14 0,1-2 0,6-14 0,4-17 0,3-8 0,0-12 0,2-3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0 24575,'-8'0'0,"-8"11"0,-12 5 0,-3 11 0,-6 5 0,5-2 0,6-2 0,3-9 0,9-5 0,3-3 0,6-6 0,1-1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 24575,'-14'18'0,"-3"1"0,-6 6 0,1 0 0,-3 4 0,4-6 0,3-5 0,3-3 0,8-10 0,3 1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5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3 24575,'0'-2'0,"0"8"0,0 9 0,-3 11 0,-3-1 0,0-4 0,-2-6 0,2-5 0,2 2 0,1 0 0,2 1 0,0 0 0,1-6 0,0-1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6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1 24575,'-8'0'0,"-6"5"0,-8 11 0,-5 8 0,-1 11 0,4 1 0,0-4 0,2-2 0,2-3 0,5-3 0,4-1 0,-1 0 0,2 1 0,-2 0 0,1-3 0,0-4 0,1-2 0,5-2 0,2 0 0,2-1 0,1-1 0,-1-1 0,1-5 0,0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7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600 0 24575,'-15'0'0,"-7"18"0,-11 18 0,-5 14 0,0 6 0,3-11 0,4 2 0,0 4 0,0 4 0,4-5 0,5-14 0,4-11 0,3-3 0,3 0 0,-2-3 0,2 1 0,1-7 0,1-2 0,2 4 0,-1-1 0,1 6 0,-4 2 0,-5 6 0,-2-2 0,-4-2 0,3-1 0,0-2 0,2 1 0,5-4 0,2-5 0,8-7 0,0-1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7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482 0 24575,'0'8'0,"-10"9"0,-6 7 0,-17 15 0,-4 9 0,-1 3 0,-6 12 0,9-3 0,1 7 0,4 3 0,3-1 0,0-2 0,3-5 0,3-5 0,8-8 0,-2-10 0,1-11 0,0-5 0,-1-6 0,5-1 0,2-5 0,-1-4 0,6-2 0,-2-3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8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0 24575,'-6'2'0,"3"5"0,0 10 0,3 10 0,0 5 0,-3 6 0,-3 6 0,-8 2 0,-4 4 0,-2 3 0,-2-1 0,3-5 0,0-6 0,1-5 0,4-8 0,1-4 0,1-2 0,-2-1 0,-1 1 0,3 0 0,-1-4 0,9-11 0,1-2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24575,'-5'6'0,"3"11"0,0 20 0,2 24 0,0 7 0,0 31 0,-2 0 0,2-47 0,2 0 0,2 3 0,4-1 0,21 32 0,23-12 0,13-25 0,3-19 0,6-17 0,-3-5 0,3-13 0,-7-14 0,-9-18 0,-11-18 0,-14-9 0,-11-10 0,-12 0 0,-4 0 0,-7 9 0,-6 12 0,-13 9 0,-15 8 0,-10 5 0,-8 8 0,-3 5 0,1 6 0,5 3 0,6 4 0,9 5 0,6 0 0,11-1 0,6 1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1919 24575,'-4'1'0,"11"-8"0,18-19 0,40-40 0,-11 11 0,6-6-1028,-11 10 1,2-2-1,1-1 1028,4-6 0,3 0 0,0-2-839,4-5 1,2-1-1,1 0 839,3-3 0,1-1 0,-1 2 0,-6 3 0,0 2 0,-1 0-515,-2 3 0,0 1 0,-3 2 515,-6 8 0,-3 2 0,-1 1-336,13-16 1,-3 3 335,0 3 0,-3 3 824,-15 13 0,-3 4-824,11-14 3116,-21 28-3116,-12 8 0,-5 9 0,-5 3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204 293 24575,'-19'-9'0,"5"4"0,-5 1 0,-8 4 0,-6 3 0,-6 14 0,10 10 0,15 16 0,6 11 0,8 1 0,-1 0 0,0-10 0,3-11 0,6-9 0,19-12 0,18-7 0,20-16 0,11-23 0,3-26 0,-9-12 0,-16-6 0,-16-3 0,-18 6 0,-5 5 0,-13 10 0,-15 19 0,-20 8 0,-11 10 0,-9 9 0,-5 6 0,4 4 0,4 1 0,10 3 0,10 2 0,6 6 0,5 4 0,8-4 0,4-1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8 24575,'-1'-4'0,"15"2"0,37 0 0,48 2 0,-23 0 0,7 0-1032,-15 0 1,2 0-1,2 0 1032,5 0 0,2 0 0,1 0 0,6 0 0,2 0 0,0 0 0,2 0 0,0 0 0,-2 0 0,-9 0 0,-3 0 0,-1 0-119,26 0 0,-6 0 119,-19 0 0,-6 0 0,-16 0 0,-4 0 0,41 0 0,-35 0 0,-22 0 0,-23 0 0,-5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35 244 24575,'0'14'0,"0"8"0,0 19 0,0 14 0,2 2 0,9 1 0,14-6 0,13-9 0,8-12 0,4-14 0,7-15 0,0-3 0,-7-10 0,-13-14 0,-17-16 0,-8-26 0,-4-3 0,-6-5 0,-7 4 0,-15 7 0,-14 2 0,-12 10 0,-2 11 0,0 16 0,-1 9 0,5 6 0,0 6 0,6 3 0,7 1 0,6 0 0,13 0 0,7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1149 21666,'-2'4'0,"13"-1"1399,32-11-1399,1-8 0,7-4 0,19-11 0,6-6-824,-11 4 0,4-4 0,0-1 824,4-4 0,1-1 0,2 0-496,6-3 1,2-1 0,-2 2 495,-7 4 0,0 1 0,-3 1 0,-6 5 0,-2 1 0,-1 1-199,24-11 1,-4 2 198,-17 10 0,-4 1 0,-7 4 0,-4 2 0,15-6 1927,-29 16-1927,-21 9 2647,-8 1-2647,-10 3 1291,-7 1-1291,-2 0 0,1 19 0,2 8 0,3 25 0,7 6 0,11 4 0,22 0 0,26-7 0,13-16 0,11-16 0,2-14 0,6-13 0,-7-14 0,-15-17 0,-19-18 0,-26-24 0,-7 4 0,-15-3 0,-14 9 0,-15 15 0,-20-1 0,-14 13 0,-13 11 0,-2 12 0,5 8 0,8 5 0,13 3 0,11 1 0,10 0 0,12 0 0,5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24575,'0'5'0,"16"23"0,33 38 0,-5-12 0,8 3-1652,-7-11 1,4 0 0,2 2 1651,12 8 0,4 2 0,1-1 0,3 2 0,3-1 0,1 0-570,-14-11 1,0 0 0,1 0 0,0 0 569,17 13 0,-1 1 0,-1-2 0,-5-3 0,-1 0 0,-1-1-22,-1 1 0,-1-1 0,-3-1 22,-10-8 0,-2 0 0,-2-2-285,22 19 1,-5-3 284,-16-14 0,-5-3 1873,21 20-1873,-17-15 2999,-16-16-2999,-11-10 2110,-10-9-2110,-9-9 884,-3-5-884,-2-4 0,1-7 0,-1-8 0,0-9 0,0-7 0,0-5 0,0 0 0,0 1 0,0 8 0,0 7 0,-2 9 0,-1 8 0,-6 6 0,-6 18 0,-3 26 0,3 26 0,6 18 0,5 12 0,7-1 0,16-4 0,20-10 0,19-18 0,20-16 0,2-18 0,-2-14 0,-6-11 0,-17-15 0,-10-25 0,-14-18 0,-14-23 0,-21-10 0,-20 6 0,-15 6 0,-17 15 0,-7 12 0,-5 9 0,7 12 0,8 11 0,11 10 0,8 4 0,14-1 0,6 1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24575,'-9'7'0,"14"38"0,11 7 0,8 8 0,3 1 0,6 6 0,3 3-2301,0-3 0,3 2 1,2 3-1,4 3 2301,0-3 0,4 3 0,2 2 0,1 0 0,1 0-519,3 3 0,1 0 0,1 1 0,1-1 0,0-1 519,0 0 0,1 0 0,0-1 0,0 0 0,2-1 0,-1 0 0,1-1 0,0 0 0,1-1 0,-2-2 0,-3-4 0,0-1 0,0-2 0,-1 0 0,-1 0-12,-1-4 1,-1 0 0,0-1-1,-1 0 1,-1-2 11,9 9 0,0-1 0,-2-2 0,-2-2-325,8 8 0,-2-2 0,-4-4 325,-9-11 0,-3-2 0,-1-2 1165,16 19 1,-5-4-1166,-13-15 0,-5-4 4118,13 9-4118,-22-23 3489,-13-18-3489,-7-5 2241,-8-9-2241,-7-9 651,-8-5-651,-4-5 0,-4 1 0,-4 0 0,-4-1 0,-3 2 0,-6-1 0,-3 5 0,-4 6 0,-2 4 0,-3 3 0,5 10 0,10 10 0,12 14 0,12 14 0,5-4 0,12-1 0,20-4 0,16-7 0,23-2 0,11-8 0,2-7 0,1-6 0,-12-2 0,-16-3 0,-16-6 0,-11-9 0,-9-15 0,-6-8 0,-5-5 0,-3 0 0,-1 6 0,-3 3 0,-6 6 0,-11 6 0,-10 3 0,-7 2 0,-4 3 0,18 5 0,5 4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103 436 24575,'-14'-1'0,"2"1"0,-3 12 0,1 15 0,1 19 0,-2 19 0,5 12 0,4 14 0,4-41 0,1 1 0,0 44 0,7-9 0,14-13 0,26-18 0,27-15 0,-21-26 0,4-5-425,9-4 0,1-3 425,6-6 0,0-3 0,4-6 0,-3-5 0,-9-3 0,-4-5-96,-7-3 0,-5-3 96,-8-5 0,-5-4 0,-7-4 0,-5-3 0,-2-7 0,-5-2 0,-5 1 0,-7-1 0,-8 1 0,-7 0 0,-9 0 0,-8 1-354,-11 0 1,-5 3 353,0 1 0,-3 5 0,-2 5 0,-2 5 0,1 5 0,-1 3-105,1 4 0,-1 3 105,0 1 0,1 1 801,-31-5-801,18 12 48,21 9 0,19 3 0,6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24575,'-11'1'0,"27"20"0,47 36 0,3-2 0,11 8-2415,-8-8 1,6 3 0,2 2 2414,-7-6 0,3 1 0,1 1 0,1 0-629,2 2 1,0 0 0,2 0 0,-1 0 628,2 0 0,0 0 0,0-1 0,-3-2 0,-9-7 0,-1-1 0,-1-1 0,-3-2 199,11 6 0,-3-1 0,-1-4-199,-7-4 0,-1-3 0,-3-2-224,11 5 0,-3-2 224,-4-3 0,-3-2 1326,-13-8 0,-5-2-1326,21 14 4139,-18-12-4139,-11-2 0,-16-14 0,-10-3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 24575,'-3'-4'0,"13"3"0,38 19 0,39 15 0,-20-10 0,7 3-845,14 5 1,3-2 844,-2-6 0,1-2 0,1-2 0,-1-1 0,-7-5 0,-1-2 0,-5-2 0,-3-2 204,-9 1 1,-4-1-205,33 2 0,-36-4 0,-25-5 0,-13 1 0,-9-1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66 24575,'-6'0'0,"7"0"0,11 0 0,25 0 0,26 0 0,26 0 0,-31 0 0,4 0-740,11 0 0,4 0 740,12-2 0,3 0 0,2-2 0,1-1 0,3-1 0,-2-2 0,-12 0 0,-2 0 0,-1 1 0,-2 1-221,-9 2 1,-3 1 220,-11 2 0,-1 0 0,-3 1 0,-3-1 0,20 1 0,-15 0 0,-22 0 361,-13 0 0,-13 0 1,0 0-1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1279 24575,'48'-37'0,"17"-8"0,-8 3 0,7-4-1457,-9 6 1,5-2 0,0 0 1456,3-1 0,1 1 0,2-2-575,9-6 0,2-2 1,-1 2 574,-3 5 0,0 2 0,-1 0 0,-1 2 0,-1 1 0,0 0-54,-4 1 1,-1 2 0,-1 0 53,22-12 0,-3 3-222,-14 6 1,-5 1 221,-14 10 0,-3 2 1757,32-16-1757,-29 15 2422,-14 7-2422,-15 10 0,-15 5 0,-3 6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2649 24575,'13'-20'0,"22"-28"0,-2 3 0,6-5-2143,17-19 1,6-6 2142,-14 18 0,3-2 0,2-1-1032,10-11 1,4-2-1,0-1 1032,-11 14 0,1-1 0,1 0 0,-1 0 0,0 1 0,0 0 0,0 1 0,0-1 0,2-1 0,1 0 0,0 0 0,-1 1-142,-5 6 1,0 0 0,-1 2 0,0-1 141,15-15 0,1 1 0,-2 2 0,-5 5 0,-1 1 0,-2 3-316,-5 5 0,-1 2 0,-2 2 316,16-14 0,-3 3 579,-14 13 1,-3 3-580,-2 3 0,-3 1 3101,19-15-3101,-13 9 2672,-14 13-2672,-11 10 1515,-6 4-1515,-2 1 111,-5 4 1,-5 5-1,-3 3 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1:39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60 337 24575,'0'-14'0,"0"20"0,0 27 0,0 52-4252,0-4 1,0 10 4251,0-19 0,0 3 0,0 3 0,0 18 0,0 4 0,0-1-287,0-2 1,0-2 0,0 0 286,0-4 0,0-1 0,0 2 0,0-16 0,0 1 0,0 2 0,0-2-737,0 2 0,0-2 0,0 2 1,0 2 736,0 10 0,0 3 0,0 1 0,0-1 0,0-1 0,0 0 0,0-1 0,0 0-453,0-6 1,0 0 0,0-2 0,0 0 452,0-4 0,0-1 0,0-1 0,0-2 556,0 16 0,0-3 0,0-1-556,0-5 0,0-1 0,0-2 0,0-9 0,0-2 0,0-2 0,0 15 0,0-3 467,0-6 1,0-2-468,0-10 0,0-1 1329,0 2 0,0 0-1329,0 2 0,0 0 0,0-5 0,0-3 0,0-2 0,0-2 3304,0 41-3304,0-12 0,0-8 2759,-6-9-2759,-2-3 1828,0-5-1828,1-6 0,4-1 0,-1-10 966,-3-1-966,0-3 0,4-3 0,-1 0 0,3-6 0,0-4 0,1-5 0,0-3 0,0-1 0,0 0 0,14-3 0,11-4 0,24-3 0,24-3 0,25 0-993,-33 0 1,5 0 992,9 0 0,5 0 0,-19 0 0,3 0 0,1 0-1066,7 0 0,2 0 0,2 0 1066,7 0 0,2 0 0,2 0 0,7 0 0,2 0 0,1 0 0,-23 0 0,0 0 0,1 0 0,1 0-853,1 0 1,0 0 0,0 0 0,1 0 852,-1 0 0,0 0 0,1 0 0,-1 0 0,1 0 0,-1 0 0,0 0 0,0 0 0,-3-1 0,1 0 0,-2-1 0,0 0-737,21 0 1,-1 0 0,-2-1 736,-5 1 0,-1 0 0,-4 0 0,-15-1 0,-4 0 0,0 1 0,29 0 0,-2 0 83,-11 0 0,-3 0-83,-8 0 0,0-1 0,6 1 0,0-1 676,-14 0 0,-2 1-676,0-1 0,-1 0 1455,-4 0 1,-2 1-1456,40 1 3220,-16 1-3220,-14-1 1535,-10 1-1535,-7 0 1190,-6 0-1190,-5 0 427,-6 0-427,-7 0 0,-4 0 0,-2 0 0,-3 0 0,1 0 0,-1 0 0,-2-2 0,1-4 0,0-5 0,0-7 0,1-9 0,0-16 0,-1-18 0,-5-22 0,-5 29 0,-2-4-837,0-10 0,-1-5 837,0-15 0,0-4-2077,0 21 1,0-2 0,0-1 2076,0-1 0,0-1 0,0 0 0,0-3 0,0-2 0,0-1-932,0-3 1,0-2 0,0 0 931,-1-2 0,1-1 0,1 0-656,0-7 0,0-1 0,1 1 656,0 2 0,0 0 0,0 1 0,0 3 0,0 0 0,1 3-107,-1 8 1,0 2-1,-1 1 107,0 9 0,-1 0 0,0 1 0,1-1 0,-1 0 0,0 1 0,0-19 0,0 1 1415,0 1 0,0 1-1415,0 4 0,0 3 0,0 15 0,0 1 1189,0-3 0,0 0-1189,0 4 0,0 1 0,0-42 0,0 3 0,0 5 0,0-2 0,0 41 0,0 1 0,0 0 0,0 1 0,0 0 0,0 0 0,0-46 0,-3 10 0,-5 7 3052,-3 12-3052,-1 9 2134,0 8-2134,1 6 1531,3 4-1531,-3 2 0,2 4 871,2 1-871,0-4 189,1-2-189,1-7 0,1-2 0,0-2 0,0 1 0,0 4 0,0 3 0,-2 3 0,1 6 0,1 4 0,0 6 0,1 9 0,0 3 0,-4 5 0,0 4 0,-4 0 0,-5 3 0,-11 0 0,-13 0 0,-20 0 0,-27 0-661,34 0 0,-3 0 661,-14 0 0,-3 0 0,-9 0 0,-4 0-1365,-11 0 0,-3 0 1365,27 0 0,-2 0 0,0 0-912,-5 0 1,-2 0 0,1 0 911,-3 1 0,-1 1 0,1 0 0,0 1 0,0 1 0,1 1 0,0 1 0,1 0 0,1 0 0,1 0 0,1 1 0,1-2 0,7 0 0,2 0 0,1 0 0,-23 1 0,2 1-546,10-1 0,2 1 546,7 1 0,0-1 0,-3 1 0,-1 0 0,2-1 0,0 1 0,2-2 0,1 0 140,5 0 0,1 1-140,4-2 0,0 0 0,3-2 0,2-1 1964,-40 3-1964,4-5 0,11 1 0,1-1 0,2 0 2964,6 0-2964,2 0 0,11 0 1543,-3 0-1543,-1 0 884,-1 0-884,-4 0 243,5 3-243,0 0 0,-2 5 0,2-1 0,5 1 0,0 3 0,3-2 0,2-1 0,2-4 0,4-1 0,6 1 0,6 0 0,6-1 0,4-3 0,1 0 0,2 0 0,3 0 0,2 0 0,8 0 0,1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1:39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24575,'0'2'0,"0"15"0,0 18 0,0 23 0,0 13 0,0 9 0,0 10 0,0-4 0,0-1 0,0-6 0,0-3 0,0-3 0,0-16 0,0-13 0,0-19 0,0-12 0,0-12 0,0-16 0,0-13 0,0-6 0,0-9 0,0-6 0,0-12 0,0-15 0,0-2 0,0 2 0,0 2 0,0 9 0,0 6 0,2 7 0,2 9 0,2-1 0,1-2 0,0 1 0,0 2 0,1 5 0,1 5 0,2 4 0,2 4 0,0 4 0,-1 5 0,4 5 0,0 2 0,3 0 0,1 2 0,0 1 0,6 0 0,2 3 0,3-1 0,3 0 0,-1 4 0,-1-1 0,0 1 0,-7 0 0,-1 2 0,-3 7 0,-4 5 0,-1 2 0,-6-1 0,-3-3 0,-5 3 0,-2 2 0,0 3 0,0 6 0,-8 5 0,-11 6 0,-13 3 0,-10 0 0,0-3 0,4-6 0,4-5 0,6-4 0,0-4 0,3-4 0,5-7 0,1-1 0,3-2 0,-1-1 0,1 0 0,3-3 0,-2 0 0,0 0 0,1 0 0,6 0 0,2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1:39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24575,'0'-3'0,"0"8"0,0 6 0,0 12 0,0 10 0,0 7 0,0 7 0,0 1 0,0 2 0,0 0 0,0 1 0,0-1 0,0-7 0,0-2 0,0-7 0,0-6 0,0-4 0,0-7 0,3-2 0,4-4 0,4-3 0,5-2 0,5-3 0,2-1 0,3-2 0,4 0 0,-1 0 0,-1 0 0,-3 0 0,-4 0 0,-1 0 0,-3-2 0,-1-2 0,-4-2 0,0 0 0,-1 2 0,-1 2 0,-1-1 0,-1 1 0,-4-1 0,-1 1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1:39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24575,'14'0'0,"6"0"0,10 0 0,8 0 0,-1 0 0,2 0 0,-3 0 0,-4 0 0,-2 0 0,-8 0 0,-4 0 0,-4 0 0,-9 0 0,1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1:39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24575,'0'10'0,"0"2"0,0 19 0,0 0 0,0 9 0,0 1 0,0 6 0,0 2 0,0 2 0,0 7 0,0-8 0,0 1 0,0-1 0,0 2 0,0 9 0,0 2 0,0 7 0,0 5 0,0 3 0,0 4 0,0 0 0,0 3 0,0-2 0,0-1 0,0 0 0,0-1 0,0 0 0,0-10 0,0-2 0,0-3 0,3 6 0,1 13 0,0 4-510,0 5 510,-3 0 0,-1-5 0,0-4 0,0-2 0,0-5 0,4 1 0,1-3 0,0 0 0,-2 4 0,-3-8-73,0 2 73,0 0 0,0 3 0,0 12 0,0 5 0,0 1 0,0-1 0,0-7 0,0-2 0,0-2 0,0 1 0,0 4 0,0 1 0,0-6 0,0-2 0,0-7 0,0-8 0,0-1 0,0 0 0,0 3 0,0 7 0,0 4 0,0 0 0,0 3 0,0-4 0,0-4 0,0-6 0,0-6 507,0-6-507,0-5 76,0 2-76,0-4 0,0-4 0,-2-3 0,-1-4 0,-1 1 0,0 4 0,3-2 0,1-3 0,-1-4 0,1-5 0,0 0 0,0-2 0,0 1 0,0 3 0,0 1 0,0 0 0,0-1 0,0-4 0,0-3 0,0-1 0,0-3 0,0-2 0,0-1 0,0-4 0,0 1 0,0-2 0,0 0 0,0 1 0,0-1 0,0 1 0,0-1 0,0 0 0,0 1 0,0-2 0,2-1 0,3-7 0,4-4 0,2-2 0,1-3 0,0 3 0,0-4 0,0 1 0,0 0 0,-1-1 0,-1 1 0,1-2 0,-1 2 0,2 2 0,0-2 0,1 2 0,-1 1 0,1 0 0,-1 2 0,-2-2 0,-1 0 0,0-1 0,0 2 0,3 1 0,0 1 0,-2 0 0,1 0 0,0 0 0,0 0 0,1 0 0,1 0 0,-2 0 0,1 0 0,-1 0 0,0 0 0,-2-5 0,-3-7 0,-4-7 0,-2-4 0,0-3 0,0-5 0,0-8 0,0-8 0,0-10 0,0-6 0,0-8 0,0-9 0,4-14-684,2-5 684,-4 48 0,1-1 0,0 1 0,-2 1 0,0-40 0,-1-2 0,0 11 0,0 10 0,0 5 0,0 6 0,0-6 0,0-6 0,2 1 0,2 0 0,0 3 0,0 5 0,-3 6 0,-1 5 0,0 9 684,0 2-684,0 0 0,0 1 0,0-4 0,0 1 0,0 3 0,0-2 0,0-1 0,0-2 0,0-4 0,0 0 0,0-1 0,0-1 0,0-3 0,0-2 0,0-1 0,3-2 0,1 3 0,4 5 0,-1 6 0,-3 5 0,0 6 0,-4 2 0,2-2 0,1-1 0,1-5 0,2-3 0,-2-5 0,1-2 0,-2-1 0,-2 1 0,-1 3 0,0-3 0,0-2 0,0 2 0,0-4 0,0 5 0,0-1 0,0 4 0,0 3 0,0 0 0,0-5 0,0-6 0,0-2 0,0-2 0,0-2 0,0-2 0,0 2 0,0-1 0,0 1 0,0 3 0,0-3 0,0 6 0,0 4 0,0 2 0,0 8 0,0-1 0,0-2 0,0-2 0,0-3 0,0 2 0,0 0 0,0 4 0,0 0 0,0 4 0,0 5 0,0-3 0,0 3 0,0 1 0,0 1 0,0 4 0,0 1 0,0 1 0,0 2 0,0-1 0,0-3 0,0-4 0,0-1 0,0-3 0,0 2 0,0 0 0,0-2 0,0 2 0,0-3 0,0 0 0,0 0 0,0 1 0,0 3 0,0 4 0,0 5 0,-2 2 0,-1 1 0,0-1 0,0 4 0,2 0 0,1 3 0,-1 1 0,1 0 0,0 1 0,0-1 0,0-2 0,0-2 0,0 1 0,0-2 0,0 3 0,0 0 0,0 1 0,0 3 0,0-1 0,-3 1 0,0 2 0,-2 2 0,-3 0 0,-1 1 0,-3 0 0,1 0 0,1 3 0,-1 0 0,0 3 0,-1 0 0,-3 0 0,-1 0 0,0 0 0,-3 0 0,2 0 0,-3 0 0,-1 0 0,5 0 0,-3 0 0,2 0 0,1 0 0,2 0 0,4 0 0,-1 0 0,0 0 0,-1 0 0,0 0 0,-1 0 0,1 0 0,-1 0 0,0 0 0,1 0 0,-1 0 0,2 0 0,4 0 0,3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05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24575,'0'30'0,"0"16"0,0 37 0,0-33 0,0 2 0,0 11 0,0 4-1097,0 11 0,0 4 1097,0 9 0,0 3-1169,0-22 1,0 2 0,0 2 1168,0 6 0,0 2 0,0 1 0,0 2 0,0 0 0,0 0 0,0 0 0,0 0 0,0-1 0,0 1 0,0-1 0,0-2 0,0-14 0,0-3 0,0 1 0,0 4 0,0 1 0,0-2 0,0 22 0,0-2 0,0 2 0,0 1-246,0-25 1,0 2 0,0-2 245,0 23 0,0-3-570,0 3 1,0-3 569,0-14 0,0-2 0,0-8 0,0-1 55,0-2 1,0 1-56,0-1 0,0 0 0,0-4 0,0 0 1164,0-3 1,0-2-1165,0 37 0,0-5 0,0-14 2176,0-1-2176,0 4 0,0 2 0,0 9 0,0 3 0,0-3 0,0-2 0,0 1 0,0-1 0,0 6 0,0-4 0,0-2 0,0-5 0,0-7 0,0-2 0,0-6 0,0-8 1546,0-4-1546,0-4 940,0 1-940,0 5 472,0-3-472,0 0 0,3-3 0,0-4 0,1-6 0,-1-4 0,-2-1 0,-1 1 0,0 3 0,0-1 0,3-3 0,0 2 0,1-8 0,-1-1 0,-3-4 0,0-7 0,0 1 0,0-2 0,0 0 0,2-2 0,4-4 0,1-4 0,4-2 0,-1-1 0,2 0 0,0 0 0,0 0 0,3 0 0,2-3 0,-1-3 0,3-4 0,-3 1 0,4-1 0,-1 4 0,-2 0 0,-1 0 0,1 1 0,0-2 0,3 2 0,-1 2 0,-1-1 0,-2 1 0,-3-1 0,0 1 0,0 3 0,0-1 0,-4-1 0,-2-4 0,-2-2 0,-3-3 0,1-5 0,0-5 0,-2-10 0,2-10 0,1-18 0,4-17 0,0-16-645,-4 37 0,1-1 645,2-8 0,0-1 0,-1 3 0,0-2 0,2-10 0,-1-2 0,-1-4 0,-1 2 0,-1 10 0,-1 2 0,0-9 0,-1 0 0,-2 9 0,0 2 0,0-1 0,0-1 0,0-13 0,0-1 0,0 4 0,0 0 0,0-1 0,0 1 0,0-1 0,0 2 0,0 7 0,0 1 0,0-5 0,0 0 0,0 4 0,0 1 0,0 3 0,0 0 0,0-5 0,0 2 0,0 7 0,0 1 0,0 1 0,0 0 0,0 1 0,0 2 0,0-42 0,0 12 0,0 4-146,0 6 146,0-2 0,0-9 0,3-1 0,1 2 0,4 1 0,1 1 0,-1-2 0,1 2 0,-4 5 0,3 6 0,-4 6 0,1 5 0,-2 3 0,-3 8 0,0 4 0,0 0 1280,0-1-1280,0-9 156,0 0-156,0-4 0,3 0 0,1 2 0,0-2 0,0 3 0,-4 5 0,4 2 0,0-1 0,0 1 0,-1-5 0,-3 2 0,0 4 0,0 2 0,0 5 0,0-2 0,0 0 0,0 1 0,0 5 0,0 4 0,0 5 0,0 1 0,0 0 0,0 0 0,0 0 0,0 4 0,-3 0 0,-1 1 0,-2 3 0,-1 2 0,2 4 0,-1 3 0,3 1 0,0-5 0,0-1 0,0-3 0,-1 0 0,1-1 0,3-3 0,-1 2 0,-2-2 0,0 2 0,-1 4 0,-2 4 0,3 4 0,-2 3 0,-3 0 0,1 1 0,-7 2 0,-1 0 0,-4 2 0,-3 0 0,-1 1 0,-4 0 0,0 0 0,-1 0 0,3-1 0,2 1 0,2 0 0,4 0 0,2 0 0,8 0 0,2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06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0 24575,'0'17'0,"-4"5"0,-6 12 0,-9 6 0,-7 2 0,-3-1 0,1-1 0,1-3 0,1-2 0,5-4 0,5-9 0,5-4 0,9-9 0,-2-3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07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1 24575,'0'27'0,"-8"12"0,-8 13 0,-14 14 0,-9 14 0,0-5 0,-4 6 0,1-3 0,1-6 0,3-6 0,8-12 0,9-16 0,9-17 0,5-7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08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1 24575,'0'10'0,"0"6"0,0 18 0,0 14 0,-10 20 0,-8 16 0,-12 9-528,-5-1 528,7-7 0,1-1 0,9-4-95,0-1 95,5-16 0,5-18 0,4-18 0,4-13 0,0-6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08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521 0 24575,'0'23'0,"-11"18"0,-13 21 0,-19 22-1185,11-34 1,-3 1 1184,4-4 0,-2-1 0,-3 3 0,-1-1 118,3-3 0,1-2-118,-20 30 0,2-6 0,20-20 127,11-17 1,8-15 0,7-8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09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 24575,'-3'18'0,"-3"4"0,-8 17 0,-2 9 0,1 3 0,-4 7 0,1-6 0,-1-1 0,0-8 0,8-11 0,4-8 0,4-14 0,3-1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10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0 8191,'-22'44'0,"6"-10"5063,-5 3-5063,5-7 2818,-9 20-2818,1 3 1719,3 9-1719,1-2 6784,2-6-6784,-2-2 0,5-4 0,3-9 0,5-12 0,3-11 0,1-10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11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568 3 24575,'-8'-3'0,"-4"9"0,-8 12 0,-13 19 0,-7 14 0,-5 6 0,-1-3 0,6-5 0,-6-3 0,1 8 0,-2 1 0,2-4 0,8-8 0,5-14 0,6-8 0,7-5 0,4-6 0,7-5 0,5-2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12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594 0 24575,'-18'16'0,"-11"24"0,-11 18 0,-11 25-903,20-35 1,0 0 902,3-4 0,0 1 0,-2 1 0,1 0 274,-29 35-274,2-15 0,5-11 372,4-20-372,13-19 0,14-9 0,8-7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13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626 1 24575,'0'14'0,"-16"17"0,-19 22 0,-14 13 0,-15 10 0,30-34 0,-1 1-435,3-4 1,0 0 434,-3 3 0,1-1 0,1-1 0,2-2 0,-23 33 0,4-1 0,14-14 285,10-11-285,9-14 36,8-9 0,6-11 0,2-5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13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0 24575,'0'10'0,"0"3"0,0 13 0,0 20 0,0 14 0,-7 22 0,-13 14-414,-6-11 414,-12 1 0,1-12 0,2-8 0,1 1 0,10-15 0,5-11 0,8-14 0,4-13 0,4-6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14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405 0 24575,'0'29'0,"-7"10"0,-13 18 0,-14 13 0,-10 13-1017,5-3 1017,17-33 0,-1 0 0,-14 36 0,-1-10 249,1 1-249,11-19 0,2 1 0,6-8 0,3-14 0,5-8 0,3-13 0,4-8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15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0 24575,'0'26'0,"0"-3"0,0 13 0,-4 8 0,-6-3 0,-5 8 0,-7-4 0,0-5 0,-1 7 0,-4-1 0,5 3 0,1-1 0,7-9 0,7-7 0,3-9 0,3-4 0,0-8 0,1-5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3:19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1 24575,'-13'0'0,"0"0"0,-9 0 0,-10 0 0,-2 3 0,-12 19 0,-1 15 0,8 16 0,2 17 0,16 3 0,10-6 0,7 3 0,4-5 0,0-3 0,0-3 0,3-13 0,11-10 0,13-5 0,23-3 0,15-5 0,6-6 0,7-6 0,-8-6 0,3-4 0,-1-6 0,-7-8 0,-3-6 0,-16-9 0,-7-2 0,-10-2 0,-9-2 0,-7 0 0,-4 0 0,-6-1 0,-2-2 0,-5 1 0,-11-2 0,-12 0 0,-9 2 0,-4 2 0,5 6 0,3 5 0,2 3 0,3 2 0,1 4 0,5 0 0,2 6 0,4 2 0,4 0 0,3 1 0,-1-1 0,4 2 0,0 2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24575,'5'0'0,"12"0"0,25 0 0,31 0 0,-28 0 0,3 0 0,10 0 0,6 0 0,-7 0 0,4 0 0,2 0-2835,6 0 1,1 0 0,0 0 2834,0 0 0,-1 0 0,-1 0 0,-4 0 0,-1 0 0,-5 0 542,5 0 0,-6 0-542,-7 0 0,0 0 0,-1 0 0,1 0 0,-5 0 0,-1 0 0,2 0 0,0 0-81,-2 0 0,0 0 81,32 0 0,-3 0 0,-12 0 0,-9 0 0,-10 0 6389,-12 0-6389,-5 0 938,-6 0-938,-7 2 63,-4 1 1,-6 0-1,-2 0 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64 24575,'-24'-12'0,"2"4"0,5 8 0,0 0 0,2 0 0,0 6 0,6 14 0,4 11 0,3 10 0,1 4 0,0 11 0,1 6 0,0 1 0,0-1 0,0-7 0,0-1 0,12-3 0,10-9 0,11-14 0,5-6 0,-1-8 0,1-5 0,3-3 0,5-4 0,-1-1 0,-2-7 0,-7-7 0,-7-12 0,-5-12 0,-4-6 0,-4-9 0,-5 0 0,-4-5 0,-6 1 0,-18-5 0,-14 5 0,-10 12 0,-7 5 0,2 7 0,-5 0 0,-4 0 0,1 7 0,4 6 0,6 4 0,5 5 0,19 5 0,6 2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1 24575,'-8'0'0,"-5"0"0,-12 3 0,-9 12 0,-12 28 0,1 26 0,26-22 0,3 3-726,2 5 1,5 1 725,4 1 0,2-1 0,0 1 0,2 0 0,4-5 0,3-1 67,16 30-67,24-10 0,15-21 0,1-18 0,8-10 0,-11-19 0,3-1 0,-8-10 0,-11-10 0,-4-18 0,-14-10 0,-6-7 0,-10-6 1082,-5 1-1082,-3-4 0,-1 6 302,-2 5-302,-5 8 0,-8 7 0,-10 1 0,-8 8 0,0 2 0,0 1 0,4 2 0,2 3 0,3 1 0,5 6 0,8 6 0,4 1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24575,'0'10'0,"0"16"0,0 20 0,0 23 0,0 16-822,0 0 822,0-11 0,12-5 0,15-14 0,15-17 0,14-10 0,5-22 0,2-5 270,-3-3-270,-8-10 0,-9-14 137,-6-13-137,-10-13 0,-7-14 0,-7 1 0,-5-4 0,-4 2 0,-9 10 0,-9-2 0,-13 10 415,-9 11-415,-1 9 0,-3 15 0,4 7 0,2 6 0,6 1 0,12 0 0,7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76 24575,'-7'5'0,"-2"-3"0,-4 0 0,-5 3 0,-2 9 0,6 9 0,2 17 0,10 19 0,2 15 0,-1 4 0,1 2 0,0-6 0,9-13 0,17-8 0,24-24 0,22-15 0,12-8 0,-6-5 0,-1-4 0,-10-7 0,-12-9 0,0-26 0,-19-9 0,-12-11 0,-10-1 0,-11 11 0,-7-6 0,-9 7 0,-13 1 0,-14 4 0,-9 5 0,-5 8 0,0 6 0,4 11 0,1 6 0,8 3 0,16 5 0,9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95 644 24575,'-12'-10'0,"2"4"0,-1 2 0,-4 4 0,-1 10 0,1 5 0,3 13 0,9 13 0,3-1 0,0 1 0,0-7 0,0-3 0,6-3 0,10-2 0,22-8 0,18-9 0,14-5 0,-27-3 0,1-1 0,37 0 0,-37-5 0,0-3 0,-1-4 0,-3-4 0,24-33 0,-35 16 0,-4-4 0,2-42 0,-20 33 0,-2-2-2108,-2-1 1,-3-1 2107,-3 3 0,-4-1 0,-5 0 0,-4 2-239,-23-30 239,-14 13 0,-8 6 0,-2 13 0,-7 5 0,3 13 0,6 12 0,11 8 0,9 4 0,11 1 0,13 1 0,7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277 203 24575,'-24'0'0,"-1"0"0,-2 0 0,-2 0 0,-1 0 0,3 5 0,-2 11 0,10 11 0,5 16 0,5 15 0,5 0 0,4 7 0,-1-6 0,1-5 0,0-2 0,1-14 0,15-10 0,9-14 0,8-5 0,6-5 0,0-12 0,3-18 0,-7-20 0,-11-21 0,-16 0 0,-8-2 0,0-3 0,-1 9 0,-12-5 0,-11 7 0,-14 8 0,-7 3 0,5 13 0,2 13 0,7 10 0,3 9 0,5 3 0,11 2 0,5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24575,'0'-3'0,"10"16"0,19 16 0,0 3 0,5 2-913,1 1 0,5 1 913,17 15 0,7 1-955,-15-11 0,1 0 0,3-1 955,3 1 0,3 0 0,2 1-816,-9-6 0,3 2 0,1-1 1,-1-2 815,14 6 0,1-1 0,-1 0 0,1-1 0,-1 0 0,0-2-462,-6-5 0,-2-1 0,-3-3 462,12 4 0,-4-3 0,-13-6 0,-4-3 0,26 8 0,-13-1 808,-5-3-808,-15-11 625,-9-4 0,-18-6 1,-5 0-1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21881,'0'-4'0,"0"17"1299,0 11-1299,0 25 0,0 1 0,0-1 0,0 7 454,0-9-454,0 1 231,0-13-231,0-14 0,0-11 0,0-4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1 199 24575,'11'-5'0,"17"-7"0,9-8 0,20-12 0,3 0 0,-4 1 0,-2 4 0,-18 10 0,-7 4 0,-15 6 0,-5 4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24575,'-7'0'0,"33"3"0,12 4 0,38 7 0,-30-5 0,1-3-588,2 2 0,1-2 588,5-1 0,1 1 0,-3-5 0,0 1 0,-4 1 0,0-2 0,4 0 0,-1 0 0,-6-1 0,0 0 0,0 1 0,0-1 288,27 0-288,-20 0 0,-18 0 0,-12 0 0,-13 0 0,-4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24575,'0'18'0,"0"23"0,0 12 0,0 16 0,0 2 0,0-10 0,0 5 0,0-9 0,0-3 0,0-10 0,0-6 0,0-7 0,0-5 0,0-3 0,0-7 0,0-1 0,0-3 0,0-3 0,0-3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0 665 24575,'8'-10'0,"18"-16"0,19-31 0,-14 19 0,2-1-1169,6-3 1,1-1 1168,0 0 0,1-1 0,11-8 0,-1 3 0,-12 13 0,-2 1 0,1-3 0,-4 4 747,3-1-747,-18 15 96,-2 6 1,-10 7-1,-2 5 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24575,'-5'3'0,"3"9"0,0 14 0,15 24 0,15 16-693,-5-27 0,6-1 693,7 9 0,4 0 0,4 3 0,4 0 0,9 8 0,2 1-730,-18-19 0,0-1 1,2 1 729,0-2 0,2 1 0,-2-1 0,2 0 0,0 0 0,-1-2 0,17 15 0,0 0 0,1-1 0,-3-1 0,-7-8 0,-2-2-613,-7-7 1,-1 0 612,-4 0 0,0-2 0,25 20 0,-2 0 0,-8-12 846,-15-16-846,-8-4 2470,-6-6-2470,-10-1 0,-5-5 0,-4-4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24575,'-4'3'0,"25"12"0,33 21 0,-4-4 0,7 2-4744,7 4 0,3 1 4744,-1-3 0,4 1 0,-1-2 0,8-1 0,0 0-505,1-1 1,1-1-1,2 0 505,-14-7 0,1 2 0,2-1 0,-1-1 0,2 2 0,1-1 0,0-1 0,-3-3-32,6 0 1,-2-3-1,0 1 32,4 1 0,-2 2 0,-2-3-409,-10-2 1,-2-1-1,-2 0 409,22 5 0,-4 0 1111,-12-4 1,-2-1-1112,-9-5 0,-2-1 1533,-4 0 1,-3 0-1534,24 4 3021,-26-5-3021,-13-3 619,-9-4 0,-12 0 0,-3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24575,'32'0'0,"29"0"0,-18 0 0,6 0-4916,15 0 1,3 0 4170,-7 0 0,3 0 745,-7 0 0,5 0 0,2 0 136,10 0 0,2 0 0,3 0-136,3 0 0,2 0 0,2 0 0,-15 0 0,2 0 0,0 0 0,-2 0-83,10 0 0,-2 0 1,-3 0 82,-10 0 0,-3 0 0,-1 0 0,19 0 0,-4 0-222,-12 0 1,-3 0 221,-11 0 0,-2 0 0,-1 0 0,-3 0 0,24 0 4396,-19 0-4396,-13 0 609,-7 0 0,-17 0 0,-3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24575,'0'15'0,"0"22"0,0 23 0,0-15 0,0 5 0,0 10 0,0 3-1633,0 13 1,0 1 1632,0 7 0,0 3 0,0-26 0,0 2 0,0 2 0,0 11 0,0 3 0,0 1-1140,0 1 0,0-1 0,0 3 1140,0-18 0,0 2 0,0-1 0,0 1 0,0-2 0,0 1 0,0-1 0,0-1-861,0 16 1,0-1-1,0 0 861,0 1 0,-2 0 0,0-2-436,1-11 1,0-2 0,-1-2 435,-2 20 0,2-4 225,0-14 1,0-4-226,2-11 0,0-2 1570,-2-2 1,0-2-1571,-1 22 0,-2-21 3108,2-15-3108,3-13 547,0-5 1,0-4-1,0-4 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24575,'0'-3'0,"0"14"0,0 23 0,0 20 0,0 10 0,0 9 0,0 4-1488,0-13 0,0 3 1,0 1 1487,1 6 0,1 2 0,-1-2 0,1-5 0,1 0 0,1 0 0,1 9 0,1 2 0,2 0 0,1-3 0,2-2 0,1 1 0,0-2 0,2 0 0,0 0 0,0-3 0,2 0 0,-2 0 0,1-5 0,0 0 0,-1-2-211,-1-2 0,0-2 0,-1-1 211,4 15 0,0-3 0,-2-10 0,0-3 0,-2-10 0,0-2 0,9 30-252,0-1 252,1-8 0,-3-2 0,0-4 0,-1-5 0,-1-9 0,-1-8 0,-3-4 3063,-2-5-3063,-3-5 487,-2-6 0,-4-10 1,-2-4-1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24575,'0'-7'0,"0"26"0,6 8 0,7 33 0,23 10 0,-6-27 0,3 0 0,4 1 0,3-1-1443,10 5 1,3 0 1442,4 3 0,3-2 0,5 1 0,0-1 0,1 0 0,0-1 0,-4-4 0,-1-1 0,-3-4 0,-1 0 0,-1 0 0,-1 0 0,2 0 0,0 0 121,-8-6 1,-3-1-122,-4-1 0,-1-1 0,29 17 0,-12-7 0,-10-6 0,-12-11 0,-11-5 0,-12-8 0,-6-5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1828 24575,'11'-7'0,"12"-11"0,19-19 0,20-18 0,-23 22 0,3 0-1228,5-6 0,4 1 1228,11-5 0,4 1-1060,5-2 0,3-1 1060,-23 16 0,2 0 0,0 0 0,2 0 0,1 0 0,-2 0 0,1-1 0,-2-1 0,0 1 0,-2 2 0,0-1 0,-1 0 0,23-14 0,-2-1 0,-1 1 0,-2 1-672,-2 3 1,0-1 671,1-2 0,-1 0 0,-3 2 0,-1 0 0,-8 5 0,-2 1 0,-6 1 0,-2 2-257,-4 1 0,0 0 257,-5 4 0,-2-2 0,32-23 1258,-7 4-1258,-12 10 2603,-9 8-2603,-3 6 0,-7 7 0,-5 3 1652,-4-1-1652,-3 2 717,1 0-717,3-2 203,3 3-203,-3 0 0,0 0 0,-1 1 0,2-1 0,-1-1 0,0 2 0,-4 0 0,-1-1 0,-1 3 0,-4 3 0,-3 3 0,-2 2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2376 24575,'0'-20'0,"0"-18"0,0-25 0,-1 20 0,2-3-4147,0-12 0,1-1 4147,3-2 0,2-1 0,4-6 0,1-3 72,3-2 0,1-1-72,2-4 0,-2-1 0,-5 19 0,-1 0 0,1 0-69,-2 0 1,1 0 0,0 0 68,-1 0 0,2 0 0,-2 0 0,0 3 0,2-1 0,-2 3-399,5-17 0,-1 2 399,-2 7 0,-1 2 1340,-1 11 0,-1 1-1340,-2 4 0,0 2 0,5-37 1801,-4 20-1801,-4 11 2443,0 20-2443,-3 4 1286,0 7-1286,0 5 943,0-2-943,0 0 0,0 7 0,0 1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79 24575,'0'17'0,"0"7"0,0 14 0,0 13 0,0 4 0,0-2 0,0-6 0,6-13 0,10 1 0,13-7 0,13-7 0,13-7 0,10-8 0,-4-5 0,4-4 0,-13-6 0,-9-9 0,-5-10 0,-16-10 0,-4-8 0,-9-4 0,-2-3 0,-5 6 0,-1 1 0,-2 6 0,-4 9 0,-7 5 0,-7 7 0,-3 3 0,-6 1 0,2 6 0,0 3 0,5 3 0,10 3 0,4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215 173 24575,'-11'-6'0,"1"4"0,-3-1 0,0 3 0,0 0 0,-7 0 0,1 0 0,-4 0 0,0 5 0,0 14 0,3 13 0,7 9 0,3 10 0,10-6 0,0 3 0,-3-5 0,3-13 0,10-6 0,11-11 0,19-5 0,13-3 0,4-3 0,0-2 0,-7 1 0,-4-6 0,-8-8 0,-7-10 0,-11-12 0,-9-8 0,-5-1 0,-6-8 0,1-4 0,-1-1 0,-2 6 0,-4 12 0,-6 10 0,-5 7 0,-3 0 0,-2 5 0,-3 5 0,12 6 0,1 3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1 184 24575,'0'-10'0,"0"4"0,0 8 0,0 21 0,0 14 0,0 8 0,0 7 0,0-5 0,0-4 0,2-6 0,11-8 0,13-9 0,15-6 0,13-7 0,7-6 0,0-4 0,0-10 0,-4-11 0,-11-4 0,-7-4 0,-12 5 0,-9 2 0,-7-11 0,-5-2 0,-5-6 0,-10 2 0,-14 2 0,-16 1 0,-8 7 0,-2 2 0,4 10 0,4 1 0,3 6 0,5 4 0,2 4 0,16 2 0,2 1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53 124 24575,'-19'16'0,"6"-1"0,1 7 0,8 0 0,1 1 0,2 12 0,1 2 0,0 7 0,-1 11 0,1-9 0,0 5 0,3-11 0,10-12 0,19-1 0,16-15 0,13 2 0,9-6 0,-6-6 0,3-6 0,-4-7 0,-9-10 0,-2-17 0,-15-12 0,-15-13 0,-11 2 0,-11 4 0,1 1 0,-6 8 0,-9 4 0,-14 7 0,-12 12 0,-9 3 0,-6-1 0,1 5 0,1 2 0,8 4 0,10 4 0,17 4 0,7 1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46 496 24575,'-5'9'0,"3"4"0,-1 11 0,3 10 0,0 13 0,0 6 0,0 1 0,3-5 0,13 5 0,18-5 0,13-6 0,15-7 0,4-19 0,-6-6 0,-1-4 0,-9-7 0,-7 0 0,-1-5 0,-4-7 0,-5-12 0,-7-13 0,-10-20 0,-10-15 0,-3-2-538,-3-10 538,0 6 0,0-3 0,0 37 0,0 1 0,-9-31 0,-12 6 0,-6 16 0,-12 9 0,1 11 0,-5 6 0,-10 1 0,-4 7 0,-8 0 0,-1 5 0,4 4 0,3 5 0,9 2 0,21 1 0,8 1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24575,'0'-4'0,"0"17"0,0 22 0,3 33 0,9 14 0,0-33 0,2 2 0,11 14 0,3 2 0,4 2 0,2-1-897,-2 3 0,2-2 897,-4-3 0,-3-4 0,-9-19 0,-1-3 0,10 30-468,-5-13 468,-4-10 0,-2 1 0,-3-7 0,-4-9 0,-5-15 0,2-8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1141 24575,'-4'-2'0,"8"-13"0,21-17 0,23-21 0,-10 14 0,6-3-2835,-2 3 1,2-2 0,1 1 2834,15-15 0,1 0 0,-12 10 0,2-1 0,-1 0 70,-4 4 1,-1 2 0,-1 1-71,11-12 0,-1 1 0,10-7 0,-3 0 0,-18 16 0,-4 1-83,-2 4 0,-3 2 83,14-16 0,-22 20 0,-11 16 0,-10 7 0,-3 4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 24575,'-3'-4'0,"12"6"0,15 12 0,19 15 0,19 14 0,3 2 0,5 3-1154,-33-23 0,0 1 1154,31 20 0,1-2 0,-12-9 0,-11-9 0,-6-7 0,-7-6 0,-2 1 0,-6-2 0,-7-3 2308,-3-4-2308,-7-5 0,-4 0 0,1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24575,'0'29'0,"0"12"0,0 18 0,3 22 0,1-38 0,1 0-588,3 5 1,1 0 587,0-1 0,1-3 0,11 37 0,1-2 0,-1-8 0,0 1 0,-5-12 384,-4-12-384,-6-17 48,-2-9 1,-4-14 0,0-2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3 791 24575,'-3'-20'0,"3"-13"0,14-17 0,17-18 0,-10 31 0,3 0 0,1-2 0,1 1 0,17-30 0,-5 6 0,1-1 0,-4 4 0,0 0 0,-6 7 0,-10 14 0,-8 9 0,-5 8 0,-5 11 0,1 2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10 24575,'-3'-5'0,"12"3"0,17 0 0,26 2 0,22 0 0,3 0 0,3 0-601,-4 0 601,-6 0 0,-1 0 0,-14 0 148,-10 0-148,-9 0 0,-9 0 0,-3 0 0,-5 0 0,-3 0 453,-4 0-453,2 0 0,-1 0 0,-4 0 0,-3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5 24575,'-8'-5'0,"19"8"0,42 22 0,-6-2 0,8 3-4916,17 9 1,6 4 4418,-18-11 1,3 0-1,-1 0 497,-1-2 0,0 0 0,1-1-243,5 1 1,0 1 0,0-2 242,-5-3 0,-1-1 0,1 1 245,0-1 1,0-2-1,0 1-245,2 0 0,1-1 0,-2 0 0,18 3 0,-2-1 0,1 1 0,-2-2 0,-12-3 0,-4-2-274,-7-2 0,-2-1 274,-4-2 0,-1 1 4270,19 2-4270,-19-5 970,-20-4 1,-14-4 0,-7 0-1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1 371 24575,'13'0'0,"19"0"0,27 0-4916,-16-2 1,2-2 4170,1 1 0,0-3 745,17-6 0,3-1 385,7-6 1,3-3-386,-20 8 0,2-2 0,0 1 0,7-3 0,2 0 0,-2-1 0,-7 3 0,-2 0 0,-2 1 0,18-3 0,-4 0 803,-8 2 0,-4 2-803,-7 2 0,-1 2 0,-5 1 0,0 1-97,37-8 97,-19 7 0,-16 3 5666,-10 3-5666,-6 0 2581,-6 3-2581,-1 0 620,-4 0-620,-4 0 174,2 0-174,-3 0 0,0 0 0,0 0 0,-3 0 0,-1 0 0,-4 0 0,0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21536,'0'-4'0,"0"16"1458,0 30-1458,0 18 0,0 12 0,0-15 0,0 2 0,0 4-1569,0 19 1,0 5-1,0 1 1569,1-22 0,-1 2 0,1-1 0,0-1 0,3 18 0,0-4 0,1 3 0,1 1 0,0 1 0,2-2 0,0-7 0,0 0 0,1 0 0,0 7 0,-1 1 0,1 0 0,-1-2 0,1-1 0,-1 0 0,0-1 0,0-1 0,-1-3 0,-2-10 0,1-2 0,-2-3 0,2 14 0,-1-4 0,-2-9 0,-1-2 263,-1-6 1,2-1-264,-1 2 0,-1-1 0,2-1 0,-1-2 182,-1-6 1,2-2-183,0 29 0,6-10 0,-2-10 3993,2-7-3993,5-4 1084,-4-3-1084,1-5 318,1-4-318,-6-5 0,-1-9 0,-3-2 0,0-4 0,0 1 0,0 2 0,2 4 0,-1 4 0,2 3 0,3 2 0,-2 3 0,2 1 0,-2-5 0,-3-4 0,2-5 0,-2-5 0,0-4 0,-2-2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2305 1 24575,'0'19'0,"-3"8"0,-8 15 0,-11 11 0,-20 18-1796,11-28 1,-4 1 1795,-6 8 0,-3 2 0,-10 5 0,-3 3-1456,7-9 0,-2 3 0,-3 1 1456,10-11 0,-2 1 0,0 0 0,0 0 0,-13 13 0,0 0 0,1 0-1017,-1 1 0,1 0 0,1-3 1017,9-9 0,3-2 0,-1-2 0,3 1 0,-2-1 0,1 1-437,-6 2 1,1 1 0,0-3 436,6-6 0,1-1 0,0-1-28,-20 18 1,3-1 27,5-7 0,2 0 0,7-10 0,0 1 1067,4 0 1,1-2-1068,5-5 0,2-1 5073,-19 24-5073,8-3 2456,10-8-2456,11-3 1929,3-7-1929,7-6 781,1-6-781,3-8 0,5-4 0,3-1 0,1 0 0,-3-1 0,3-2 0,-3-3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1143 2530 24575,'0'-12'0,"-9"-14"0,-8-22 0,-17-27 0,11 26 0,-4-3-1166,-3-7 0,-3-3 1166,-4-11 0,-2-2-944,14 23 1,-1-1-1,0-2 944,-1-2 0,-2-1 0,2 0 0,2 4 0,1-1 0,0 3 0,-11-23 0,0 4-89,2 3 0,1 3 89,5 9 0,0 1 0,-5-9 0,1 0 0,0 6 0,1 1 0,1 1 0,2 2 0,1 4 0,2 2-14,-12-25 14,3 5 0,6 10 0,3 7 943,8 8-943,5-2 2739,-1 5-2739,2-1 1654,-1 6-1654,0 4 0,1 3 19,3 2-19,2 1 0,1 5 0,-1 2 0,1 4 0,2 3 0,-1 0 0,1 0 0,-3 4 0,3 2 0,0 2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1 343 24575,'15'0'0,"16"0"0,17 0 0,28 0 0,-22 0 0,4 0-2071,5 0 1,5 0 2070,13-3 0,5-2-952,-27 1 0,2-2 0,0 0 952,2-4 0,1-1 0,1 0 0,4-2 0,2 0 0,-2 0 0,0-1 0,0-1 0,-2 0 39,-6 3 0,-1-1 0,-1 0-39,16-5 0,-3-1 0,-7 0 0,-5 0-313,-10 5 0,-3-1 313,-2 1 0,-3 1 1551,25-1-1551,-25 5 0,-13 3 3226,-12 4-3226,-6-1 0,-7 3 0,1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1 824 24575,'4'-10'0,"18"-11"0,16-19 0,-6 12 0,4-4 0,22-16 0,6-4 0,-16 14 0,2-2 0,1 2-1482,3-2 0,1 1 0,-1 2 1482,-5 2 0,-2 2 0,-2 3 0,8-2 0,-5 3 0,-5 2 0,-4 1 0,27-15 1363,-6 5-1363,-16 10 724,-10 9-724,-7 4 0,-7 5 0,-5 3 0,-8 4 0,-1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2366 24575,'0'-21'0,"8"-13"0,13-23 0,0 19 0,4-4 0,12-14 0,6-4-1334,-7 14 1,4-1 0,0 1 1333,3-2 0,2 0 0,0 1 0,3-1 0,0 0 0,2 2 0,1 1 0,0 1 0,1 1 0,-1 0 0,2-1 0,-1 0 0,3-2 0,0 1 0,0 0 0,-2 3 0,-1 1 0,-2 2 0,12-10 0,-4 2-41,-9 8 1,-3 1 40,-8 5 0,-1 2 0,23-23 0,-1 4 0,-10 7 0,-7 7 0,-6 1 0,-3 3 2903,-7 4-2903,0 2 1178,3-3-1178,1-4 0,10-4 0,2-6 0,2-2 0,6-3 0,-1-4-2879,2 1 2879,-8 9 0,-9 5 0,-4 4 0,-5 5 0,-2 0 0,-4 6 0,-7 6 2879,0 4-2879,-2 3 0,-5 6 0,1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24575,'-4'5'0,"2"8"0,1 17 0,1 18 0,0 6 0,0 24 0,-2 1 0,2-38 0,2 0 0,1 3 0,3-2 0,17 26 0,18-9 0,11-20 0,2-15 0,4-14 0,-2-4 0,3-10 0,-6-11 0,-7-14 0,-9-15 0,-11-6 0,-8-9 0,-10 0 0,-3 1 0,-6 6 0,-5 10 0,-10 7 0,-11 7 0,-9 3 0,-6 7 0,-2 4 0,0 4 0,5 3 0,4 3 0,7 4 0,5 0 0,9 0 0,4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1520 24575,'-3'1'0,"9"-6"0,13-16 0,33-31 0,-9 8 0,4-4-1028,-8 7 1,1-1-1,2 0 1028,2-6 0,3 1 0,-1-3-839,4-3 1,2 0-1,0-1 839,3-3 0,0 0 0,0 2 0,-5 2 0,0 1 0,-1 1-515,-2 2 0,1 0 0,-3 3 515,-5 5 0,-2 3 0,0-1-336,9-11 1,-2 1 335,0 4 0,-2 1 824,-12 11 0,-2 3-824,8-12 3116,-17 23-3116,-8 7 0,-5 6 0,-4 3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162 232 24575,'-15'-7'0,"3"3"0,-3 1 0,-6 3 0,-5 2 0,-5 12 0,8 7 0,12 13 0,5 9 0,6 1 0,-1-1 0,0-7 0,3-9 0,4-7 0,15-10 0,15-5 0,15-13 0,10-18 0,1-21 0,-6-9 0,-14-5 0,-11-3 0,-16 6 0,-3 3 0,-10 8 0,-12 16 0,-17 5 0,-7 9 0,-8 7 0,-4 4 0,3 4 0,3 0 0,9 3 0,7 1 0,5 5 0,4 4 0,6-4 0,3-1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6 24575,'-1'-3'0,"12"2"0,29-1 0,39 2 0,-19 0 0,6 0-1032,-12 0 1,1 0-1,2 0 1032,4 0 0,2 0 0,0 0 0,5 0 0,2 0 0,0 0 0,1 0 0,0 0 0,-1 0 0,-7 0 0,-3 0 0,-1 0-119,21 0 0,-5 0 119,-14 0 0,-6 0 0,-12 0 0,-4 0 0,34 0 0,-29 0 0,-17 0 0,-18 0 0,-5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28 193 24575,'0'11'0,"0"7"0,0 14 0,0 12 0,2 1 0,6 1 0,12-5 0,10-7 0,7-9 0,2-12 0,6-11 0,0-3 0,-5-8 0,-11-11 0,-13-12 0,-6-21 0,-4-3 0,-4-3 0,-6 3 0,-12 5 0,-11 2 0,-10 8 0,-1 8 0,0 14 0,0 6 0,3 5 0,0 5 0,5 2 0,5 1 0,5 0 0,11 0 0,5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3 910 21666,'-2'3'0,"11"0"1399,25-10-1399,1-5 0,5-4 0,15-9 0,6-4-824,-10 3 0,4-3 0,-1-2 824,4-2 0,1-1 0,1 0-496,5-2 1,2-2 0,-2 3 495,-6 2 0,0 2 0,-2 0 0,-4 4 0,-3 1 0,0 0-199,19-8 1,-3 2 198,-14 7 0,-3 1 0,-5 4 0,-4 1 0,13-5 1927,-24 13-1927,-16 7 2647,-7 1-2647,-8 2 1291,-5 1-1291,-1 0 0,0 15 0,1 6 0,3 21 0,6 4 0,8 3 0,18 0 0,20-6 0,11-12 0,8-13 0,2-10 0,5-12 0,-6-10 0,-12-14 0,-15-14 0,-20-19 0,-6 4 0,-12-4 0,-11 8 0,-12 12 0,-15-1 0,-12 11 0,-10 8 0,-2 9 0,5 7 0,5 4 0,11 2 0,9 1 0,8 0 0,9 0 0,4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24575,'0'4'0,"13"18"0,25 30 0,-3-9 0,7 2-1652,-7-8 1,4-1 0,1 2 1651,10 7 0,3 1 0,1-1 0,2 1 0,3 0 0,1 0-570,-12-8 1,0-1 0,1 0 0,0 0 569,14 11 0,-1 0 0,-1-1 0,-4-3 0,-1 1 0,-1-2-22,0 1 0,-1 0 0,-3-1 22,-7-7 0,-2 1 0,-2-2-285,18 14 1,-4-1 284,-13-12 0,-3-2 1873,15 16-1873,-12-12 2999,-13-12-2999,-9-9 2110,-8-7-2110,-7-6 884,-3-5-884,-1-3 0,1-6 0,-1-5 0,0-8 0,0-6 0,0-3 0,0-1 0,0 1 0,0 7 0,0 5 0,-2 8 0,0 5 0,-5 6 0,-5 13 0,-2 22 0,2 19 0,5 16 0,4 8 0,5 0 0,13-3 0,16-9 0,15-13 0,16-13 0,1-15 0,-1-10 0,-5-9 0,-14-13 0,-7-19 0,-11-14 0,-12-18 0,-16-8 0,-16 4 0,-12 5 0,-13 12 0,-6 10 0,-4 6 0,5 11 0,8 8 0,7 7 0,7 4 0,11 0 0,5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24575,'-7'6'0,"11"29"0,9 6 0,6 7 0,2 0 0,5 5 0,3 3-2301,-1-3 0,3 1 1,2 4-1,2 1 2301,1-2 0,3 2 0,1 2 0,1 0 0,1 0-519,3 3 0,0-1 0,1 1 0,0 0 0,1-2 519,0 1 0,0-1 0,1 0 0,0 0 0,1-1 0,-1 0 0,1-1 0,0 0 0,1 0 0,-2-2 0,-2-4 0,0 0 0,0-2 0,-1 1 0,0-1-12,-2-3 1,0 0 0,0-1-1,-1 1 1,-1-2 11,7 6 0,1 0 0,-3-1 0,0-2-325,5 6 0,-1-1 0,-3-4 325,-8-8 0,-1-2 0,-2-1 1165,13 14 1,-4-2-1166,-10-12 0,-4-4 4118,10 8-4118,-17-19 3489,-11-14-3489,-5-4 2241,-6-7-2241,-6-7 651,-6-4-651,-4-4 0,-2 1 0,-4-1 0,-3 0 0,-3 2 0,-4-1 0,-2 3 0,-4 6 0,-1 2 0,-3 3 0,5 8 0,7 8 0,10 11 0,9 11 0,4-3 0,10-1 0,16-3 0,12-6 0,18-1 0,10-7 0,0-5 0,2-5 0,-10-1 0,-13-3 0,-12-4 0,-9-8 0,-7-12 0,-5-6 0,-4-4 0,-2 1 0,-1 3 0,-2 4 0,-5 4 0,-9 4 0,-8 3 0,-5 2 0,-4 2 0,15 4 0,4 4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82 346 24575,'-12'-1'0,"3"1"0,-3 9 0,1 13 0,1 14 0,-2 16 0,4 9 0,3 11 0,4-33 0,0 2 0,0 34 0,6-7 0,11-10 0,20-15 0,22-11 0,-17-21 0,3-4-425,8-3 0,0-2 425,5-5 0,0-3 0,3-4 0,-2-4 0,-7-3 0,-4-4-96,-5-2 0,-3-2 96,-8-4 0,-3-4 0,-6-2 0,-4-3 0,-1-6 0,-4-1 0,-5 1 0,-4-2 0,-8 2 0,-4 0 0,-8-1 0,-6 2-354,-9-1 1,-4 3 353,0 1 0,-2 3 0,-2 5 0,-1 3 0,0 5 0,0 1-105,0 4 0,0 3 105,-1 0 0,2 1 801,-26-4-801,15 9 48,17 8 0,15 2 0,5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24575,'-9'1'0,"22"15"0,37 30 0,2-3 0,9 7-2415,-6-6 1,4 2 0,2 1 2414,-6-4 0,3 0 0,1 2 0,0-1-629,2 2 1,0 0 0,2 0 0,-1 0 628,1 0 0,0 0 0,1-1 0,-3-1 0,-7-6 0,-1-1 0,-1-1 0,-2-1 199,8 5 0,-1-2 0,-2-2-199,-5-3 0,-1-3 0,-2-2-224,8 5 0,-2-2 224,-3-3 0,-2-1 1326,-11-6 0,-4-2-1326,17 11 4139,-14-10-4139,-9-1 0,-13-11 0,-8-2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 24575,'-2'-3'0,"10"2"0,30 15 0,31 12 0,-16-7 0,6 1-845,10 5 1,3-2 844,-1-5 0,0-1 0,1-2 0,0-1 0,-7-4 0,0-1 0,-4-2 0,-2-1 204,-8 0 1,-2-1-205,25 3 0,-28-4 0,-20-4 0,-10 0 0,-7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52 24575,'-5'0'0,"6"0"0,8 0 0,21 0 0,20 0 0,20 0 0,-24 0 0,3 0-740,9 0 0,3 0 740,9-1 0,3-1 0,2-1 0,0-1 0,3-1 0,-2-1 0,-10 0 0,-1-1 0,-1 2 0,-1 0-221,-8 2 1,-2 0 220,-8 3 0,-2-1 0,-1 1 0,-4-1 0,17 1 0,-12 0 0,-18 0 361,-10 0 0,-10 0 1,0 0-1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1013 24575,'38'-29'0,"14"-7"0,-7 3 0,5-4-1457,-6 6 1,3-2 0,1-1 1456,2 0 0,1 1 0,1-2-575,7-5 0,2-1 1,-1 2 574,-2 3 0,0 2 0,-1 0 0,-1 1 0,0 2 0,-1-1-54,-2 1 1,-2 2 0,0 0 53,17-10 0,-2 2-222,-12 6 1,-3 0 221,-11 8 0,-3 1 1757,25-12-1757,-22 12 2422,-11 5-2422,-13 9 0,-11 3 0,-3 5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2098 24575,'10'-15'0,"18"-24"0,-2 4 0,5-5-2143,13-14 1,6-6 2142,-12 15 0,2-2 0,2 0-1032,8-9 1,3-2-1,0-1 1032,-9 12 0,1-2 0,1 1 0,0 0 0,-1 0 0,0 1 0,0 0 0,0-1 0,2 0 0,0 0 0,1-1 0,-1 2-142,-5 4 1,1 0 0,-1 2 0,0-1 141,12-12 0,1 1 0,-2 2 0,-4 3 0,-1 1 0,-1 3-316,-4 4 0,-1 1 0,-2 2 316,13-12 0,-2 3 579,-11 11 1,-3 1-580,-2 3 0,-1 1 3101,14-12-3101,-10 8 2672,-11 9-2672,-9 8 1515,-4 4-1515,-2 0 111,-5 4 1,-3 3-1,-2 3 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32:52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2334 24575,'2'-9'0,"4"-5"0,12-17 0,8-9 0,8-5 0,0 1 0,-1 4 0,1-1 0,-6 2 0,-1 4 0,-8 10 0,-3 8 0,0 4 0,-3 5 0,-2 3 0,-2 6 0,-1 11 0,2 8 0,0 9 0,2 7 0,0 6 0,0 5 0,0 5 0,1 5 0,-2-2 0,1 2 0,-1 0 0,-2-1 0,1 2 0,-3-3 0,0-3 0,0-5 0,-1-5 0,-1-8 0,0-8 0,0-4 0,-2-3 0,-1-3 0,-2-4 0,0-3 0,0-4 0,0-32 0,0-3 0,0-36 0,0 11 0,0-5 0,0-2 0,0-3-904,0-14 1,0-3 903,0-6 0,0 1 0,0 10 0,0 0 0,0-11 0,0 0 0,0 7 0,0 1 0,0 9 0,0 1-553,0-2 0,0 2 553,0 7 0,0 1 0,2-5 0,0 1 0,0 4 0,1 2-151,1 7 0,1 2 151,5-47 0,-2 29 0,1 2 0,-3 12 1671,-1 3-1671,0 3 1191,-1 6-1191,-1 9 353,-2 6-353,0 5 0,-1 1 0,0 0 0,0-2 0,2 0 0,0-1 0,1 2 0,-1 2 0,-2 3 0,0 0 0,0 0 0,0 2 0,0 0 0,0 3 0,0 2 0,2 3 0,6 2 0,15 3 0,18 3 0,18 0 0,-8 0 0,5-1-721,9 1 0,3 0 721,9 0 0,2 0 0,4 0 0,0 0 0,-8 0 0,0 0 0,4 0 0,0 0 0,-5 0 0,-1 0 0,0 0 0,1 0 0,0 0 0,0 0 0,1 0 0,2 0 0,7 0 0,-1 0 0,-7 0 0,-3 0 0,-3 0 0,-2 0-387,-7 0 1,-2 0 386,-4 0 0,0 0 0,0 0 0,0 0 0,-4 0 0,-1 0 0,37 0 0,-15 0 0,-19 0 0,-18 0 1384,-9 0-1384,11 0 0,28 0 0,32 0 0,-35-1 0,4-1 0,5-1 0,3 0-537,17-2 0,6-1 537,-21 2 0,3-1 0,3 1-1333,12-1 1,3 1 0,1-1 1332,-22 2 0,0-1 0,0 0 0,-1 1 0,25 0 0,0 0 0,-1 1 0,0-1 0,-1 1 0,0 0 0,-2 1 0,-1 1 0,1-1 0,-22 1 0,2 0 0,-1 0 0,0-1-836,20 1 1,-1 0 0,-2 0 835,-7 0 0,-1 0 0,-2 0-486,-7 0 0,-2 0 0,-2 0 486,25 0 0,-4 0 4,-16 0 1,-2-1-5,-9 1 0,0 0 1076,0 0 0,0 0-1076,-3 0 0,-1 0 0,-1 0 0,-2 0 0,38 0 0,-22 0 2530,-2 0-2530,14 0 0,3 0 0,-2 0 0,0 0 0,-7 0 0,-1 0 0,-2 0 0,-3 3 0,0 1 2103,-5-1-2103,-6 3 1768,-5-2-1768,-8 2 0,-6 2 0,-12-2 1141,-8 0-1141,-5-2 163,-7 1-163,7 3 0,15 0 0,21-3 0,20-7 0,9-2 0,-10 0 0,12 1-669,4 3 669,-40 0 0,1 0 0,9 0 0,0 0 0,-4 0 0,0 0 0,1 0 0,-1 0 0,-3 0 0,0 0 0,44 0 0,-5 0 0,-3 0 0,-9 0 0,-9 0 0,-11 0 0,-9 0 0,-12 0 0,-9 0 0,-9 0 0,-4 2 0,1 0 669,-2 1-669,1 1 0,-1-1 0,-2-1 0,0 1 0,-1-1 0,0 1 0,1-1 0,-1 2 0,0-1 0,2 0 0,-3 1 0,1-2 0,-2 1 0,1-1 0,-1-2 0,0 0 0,0 1 0,-1 1 0,2 1 0,0-1 0,0-2 0,-2 0 0,-4 0 0,-2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80B3BE-21A9-5446-914F-272FA994E709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2E6C87-3C4F-0846-99E3-F974E90CB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91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E6C87-3C4F-0846-99E3-F974E90CB6F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8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2E965-48A2-0A36-E12F-421D26DCA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9DD977-BDB1-5A51-2783-8357C26B7D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79741-20FB-A0BF-7BDC-FE9D82E39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EF48-956D-AB43-8D96-B2769B096680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22568-D096-443D-1A02-98209506A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811BE-DDF7-9687-3439-C653E2AB0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8B29-53AB-464E-96C3-2C563182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63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9C04-65B7-CF85-3DB7-D7F3759AE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2E8E5-5747-522A-1847-AF384FBC0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61DDD-7B02-C891-117D-34323EC9A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EF48-956D-AB43-8D96-B2769B096680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D78F-2B93-0DD7-AE41-4C5508F8E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7F6FF-DB90-5B02-BE0A-162637797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8B29-53AB-464E-96C3-2C563182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566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684BC-6F20-59A0-6305-F0021349F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1D10A-E2AE-241C-815C-E3D39F228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D50EB-B869-B239-C62A-45EA5765D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EF48-956D-AB43-8D96-B2769B096680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F63FD-B6A9-7B12-1A91-1C094C14C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DD242-CE5D-E7E1-0689-DAB765078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8B29-53AB-464E-96C3-2C563182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20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DE21A-C9CC-C603-D14F-4EEDF23AB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ADF1A-DB4F-CA80-323C-2015FAD1DB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D232A-8840-E0A0-F9B9-19CA2B47D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E955F-AC34-57DE-E1F0-5C5A97B24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EF48-956D-AB43-8D96-B2769B096680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45D62-9213-A1ED-113C-2D2BE50F4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68893-BABC-8C20-768B-A13C9BD84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8B29-53AB-464E-96C3-2C563182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82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D2ADB-6F80-0906-D56F-98F2CF15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FCD80-C9A9-8D61-7911-C067C9E02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A87B8E-8B23-E5EF-E652-4FDE3BB6E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C43FCA-77D0-E0D9-E293-F867875213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DD101C-527D-EE97-48E8-1B952387D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A73A98-19B4-792C-4B2A-D47B496BA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EF48-956D-AB43-8D96-B2769B096680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7056AA-79B5-3736-1EE9-4B9311416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F6342E-BE8A-26BB-1A22-3CCD98D39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8B29-53AB-464E-96C3-2C563182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874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44707-7BF6-BFA2-008D-86090B078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C673E8-7DF2-8179-2C76-F45AE9E27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EF48-956D-AB43-8D96-B2769B096680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098C07-24D9-6FCC-754E-A4C9A472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B0B9E0-C446-FAA8-911E-128606563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8B29-53AB-464E-96C3-2C563182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97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8190EC-CA57-B1AA-DC5C-6AD6ECF1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EF48-956D-AB43-8D96-B2769B096680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973302-AA56-3325-2DC6-5A896C34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07E5B-FCEE-E484-5467-85519E5C6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8B29-53AB-464E-96C3-2C563182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278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E9D8A-19BB-5C83-347A-548E04201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34370-D89F-A4EC-0414-B3868562D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9FC30-070F-7BDC-30FE-E5BBF3003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A1B4D-23D7-A798-05FF-BD357CF36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EF48-956D-AB43-8D96-B2769B096680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102D7-7C13-6C88-8C02-235A4F37B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150E0-3CB7-D99A-43FB-91A51A5B9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8B29-53AB-464E-96C3-2C563182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40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D0C9D-46B4-240A-0FC8-D732D4960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1F18D1-AFBC-62EA-A3E1-28C9249BE6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FAC24C-E0D7-DB67-D4C4-DA3FE7757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80D1D-2234-4E0A-256D-4B0F3355B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EF48-956D-AB43-8D96-B2769B096680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126A17-740A-685F-4B4A-D8EC71E0F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65A67-939B-51C3-F77D-9E238B51E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8B29-53AB-464E-96C3-2C563182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19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4C3A8-672F-17A7-122B-93D1A3167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AC9B5F-AA7A-8B77-EBE7-0BCB63117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68FC4-D357-87BB-4100-F704E19D7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EF48-956D-AB43-8D96-B2769B096680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64E1A-7F1C-B9A4-258C-2B69F3365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855E7-611B-EE5E-9947-245A08666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8B29-53AB-464E-96C3-2C563182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498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B82B40-3395-A2EE-3CE8-2DBF8226D9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FFEE8-956C-E3D7-58BC-32270819C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E1602-3B02-E5F6-FEA9-C7EC1DEFC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EF48-956D-AB43-8D96-B2769B096680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7CC29-0F9B-D5AA-F92B-790DABF4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FC0C1-65EF-A595-1FED-E1DAB4F0A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8B29-53AB-464E-96C3-2C563182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467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B146F9-B3D2-3FC3-69BB-5C1FB27C5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5FCF0-8D65-9D12-068D-7318AC9C5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F8899-68DF-F6D7-172B-7E6DBCD5E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AAEF48-956D-AB43-8D96-B2769B096680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5F055-45A9-613F-5B97-585C130CA4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3473B-E372-3265-53A0-8E4FE190DF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BD8B29-53AB-464E-96C3-2C563182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6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32.png"/><Relationship Id="rId26" Type="http://schemas.openxmlformats.org/officeDocument/2006/relationships/image" Target="../media/image36.png"/><Relationship Id="rId39" Type="http://schemas.openxmlformats.org/officeDocument/2006/relationships/customXml" Target="../ink/ink18.xml"/><Relationship Id="rId21" Type="http://schemas.openxmlformats.org/officeDocument/2006/relationships/customXml" Target="../ink/ink9.xml"/><Relationship Id="rId34" Type="http://schemas.openxmlformats.org/officeDocument/2006/relationships/image" Target="../media/image40.png"/><Relationship Id="rId42" Type="http://schemas.openxmlformats.org/officeDocument/2006/relationships/image" Target="../media/image44.png"/><Relationship Id="rId47" Type="http://schemas.openxmlformats.org/officeDocument/2006/relationships/customXml" Target="../ink/ink22.xml"/><Relationship Id="rId50" Type="http://schemas.openxmlformats.org/officeDocument/2006/relationships/image" Target="../media/image48.png"/><Relationship Id="rId7" Type="http://schemas.openxmlformats.org/officeDocument/2006/relationships/customXml" Target="../ink/ink2.xml"/><Relationship Id="rId2" Type="http://schemas.openxmlformats.org/officeDocument/2006/relationships/image" Target="../media/image21.png"/><Relationship Id="rId16" Type="http://schemas.openxmlformats.org/officeDocument/2006/relationships/image" Target="../media/image31.png"/><Relationship Id="rId29" Type="http://schemas.openxmlformats.org/officeDocument/2006/relationships/customXml" Target="../ink/ink13.xml"/><Relationship Id="rId11" Type="http://schemas.openxmlformats.org/officeDocument/2006/relationships/customXml" Target="../ink/ink4.xml"/><Relationship Id="rId24" Type="http://schemas.openxmlformats.org/officeDocument/2006/relationships/image" Target="../media/image35.png"/><Relationship Id="rId32" Type="http://schemas.openxmlformats.org/officeDocument/2006/relationships/image" Target="../media/image39.png"/><Relationship Id="rId37" Type="http://schemas.openxmlformats.org/officeDocument/2006/relationships/customXml" Target="../ink/ink17.xml"/><Relationship Id="rId40" Type="http://schemas.openxmlformats.org/officeDocument/2006/relationships/image" Target="../media/image43.png"/><Relationship Id="rId45" Type="http://schemas.openxmlformats.org/officeDocument/2006/relationships/customXml" Target="../ink/ink21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37.png"/><Relationship Id="rId36" Type="http://schemas.openxmlformats.org/officeDocument/2006/relationships/image" Target="../media/image41.png"/><Relationship Id="rId49" Type="http://schemas.openxmlformats.org/officeDocument/2006/relationships/customXml" Target="../ink/ink23.xml"/><Relationship Id="rId10" Type="http://schemas.openxmlformats.org/officeDocument/2006/relationships/image" Target="../media/image28.png"/><Relationship Id="rId19" Type="http://schemas.openxmlformats.org/officeDocument/2006/relationships/customXml" Target="../ink/ink8.xml"/><Relationship Id="rId31" Type="http://schemas.openxmlformats.org/officeDocument/2006/relationships/customXml" Target="../ink/ink14.xml"/><Relationship Id="rId44" Type="http://schemas.openxmlformats.org/officeDocument/2006/relationships/image" Target="../media/image45.png"/><Relationship Id="rId4" Type="http://schemas.openxmlformats.org/officeDocument/2006/relationships/image" Target="../media/image7.emf"/><Relationship Id="rId9" Type="http://schemas.openxmlformats.org/officeDocument/2006/relationships/customXml" Target="../ink/ink3.xml"/><Relationship Id="rId14" Type="http://schemas.openxmlformats.org/officeDocument/2006/relationships/image" Target="../media/image30.png"/><Relationship Id="rId22" Type="http://schemas.openxmlformats.org/officeDocument/2006/relationships/image" Target="../media/image34.png"/><Relationship Id="rId27" Type="http://schemas.openxmlformats.org/officeDocument/2006/relationships/customXml" Target="../ink/ink12.xml"/><Relationship Id="rId30" Type="http://schemas.openxmlformats.org/officeDocument/2006/relationships/image" Target="../media/image38.png"/><Relationship Id="rId35" Type="http://schemas.openxmlformats.org/officeDocument/2006/relationships/customXml" Target="../ink/ink16.xml"/><Relationship Id="rId43" Type="http://schemas.openxmlformats.org/officeDocument/2006/relationships/customXml" Target="../ink/ink20.xml"/><Relationship Id="rId48" Type="http://schemas.openxmlformats.org/officeDocument/2006/relationships/image" Target="../media/image47.png"/><Relationship Id="rId8" Type="http://schemas.openxmlformats.org/officeDocument/2006/relationships/image" Target="../media/image27.png"/><Relationship Id="rId3" Type="http://schemas.openxmlformats.org/officeDocument/2006/relationships/image" Target="../media/image25.png"/><Relationship Id="rId12" Type="http://schemas.openxmlformats.org/officeDocument/2006/relationships/image" Target="../media/image29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42.png"/><Relationship Id="rId46" Type="http://schemas.openxmlformats.org/officeDocument/2006/relationships/image" Target="../media/image46.png"/><Relationship Id="rId20" Type="http://schemas.openxmlformats.org/officeDocument/2006/relationships/image" Target="../media/image33.png"/><Relationship Id="rId41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6.xml"/><Relationship Id="rId21" Type="http://schemas.openxmlformats.org/officeDocument/2006/relationships/image" Target="../media/image14.png"/><Relationship Id="rId42" Type="http://schemas.openxmlformats.org/officeDocument/2006/relationships/customXml" Target="../ink/ink44.xml"/><Relationship Id="rId47" Type="http://schemas.openxmlformats.org/officeDocument/2006/relationships/image" Target="../media/image53.png"/><Relationship Id="rId63" Type="http://schemas.openxmlformats.org/officeDocument/2006/relationships/image" Target="../media/image61.png"/><Relationship Id="rId68" Type="http://schemas.openxmlformats.org/officeDocument/2006/relationships/customXml" Target="../ink/ink57.xml"/><Relationship Id="rId84" Type="http://schemas.openxmlformats.org/officeDocument/2006/relationships/customXml" Target="../ink/ink65.xml"/><Relationship Id="rId89" Type="http://schemas.openxmlformats.org/officeDocument/2006/relationships/image" Target="../media/image74.png"/><Relationship Id="rId16" Type="http://schemas.openxmlformats.org/officeDocument/2006/relationships/customXml" Target="../ink/ink31.xml"/><Relationship Id="rId107" Type="http://schemas.openxmlformats.org/officeDocument/2006/relationships/image" Target="../media/image83.png"/><Relationship Id="rId11" Type="http://schemas.openxmlformats.org/officeDocument/2006/relationships/image" Target="../media/image9.png"/><Relationship Id="rId32" Type="http://schemas.openxmlformats.org/officeDocument/2006/relationships/customXml" Target="../ink/ink39.xml"/><Relationship Id="rId37" Type="http://schemas.openxmlformats.org/officeDocument/2006/relationships/image" Target="../media/image24.png"/><Relationship Id="rId53" Type="http://schemas.openxmlformats.org/officeDocument/2006/relationships/image" Target="../media/image56.png"/><Relationship Id="rId58" Type="http://schemas.openxmlformats.org/officeDocument/2006/relationships/customXml" Target="../ink/ink52.xml"/><Relationship Id="rId74" Type="http://schemas.openxmlformats.org/officeDocument/2006/relationships/customXml" Target="../ink/ink60.xml"/><Relationship Id="rId79" Type="http://schemas.openxmlformats.org/officeDocument/2006/relationships/image" Target="../media/image69.png"/><Relationship Id="rId102" Type="http://schemas.openxmlformats.org/officeDocument/2006/relationships/customXml" Target="../ink/ink74.xml"/><Relationship Id="rId5" Type="http://schemas.openxmlformats.org/officeDocument/2006/relationships/image" Target="../media/image6.png"/><Relationship Id="rId90" Type="http://schemas.openxmlformats.org/officeDocument/2006/relationships/customXml" Target="../ink/ink68.xml"/><Relationship Id="rId95" Type="http://schemas.openxmlformats.org/officeDocument/2006/relationships/image" Target="../media/image77.png"/><Relationship Id="rId22" Type="http://schemas.openxmlformats.org/officeDocument/2006/relationships/customXml" Target="../ink/ink34.xml"/><Relationship Id="rId27" Type="http://schemas.openxmlformats.org/officeDocument/2006/relationships/image" Target="../media/image17.png"/><Relationship Id="rId43" Type="http://schemas.openxmlformats.org/officeDocument/2006/relationships/image" Target="../media/image51.png"/><Relationship Id="rId48" Type="http://schemas.openxmlformats.org/officeDocument/2006/relationships/customXml" Target="../ink/ink47.xml"/><Relationship Id="rId64" Type="http://schemas.openxmlformats.org/officeDocument/2006/relationships/customXml" Target="../ink/ink55.xml"/><Relationship Id="rId69" Type="http://schemas.openxmlformats.org/officeDocument/2006/relationships/image" Target="../media/image64.png"/><Relationship Id="rId80" Type="http://schemas.openxmlformats.org/officeDocument/2006/relationships/customXml" Target="../ink/ink63.xml"/><Relationship Id="rId85" Type="http://schemas.openxmlformats.org/officeDocument/2006/relationships/image" Target="../media/image72.png"/><Relationship Id="rId12" Type="http://schemas.openxmlformats.org/officeDocument/2006/relationships/customXml" Target="../ink/ink29.xml"/><Relationship Id="rId17" Type="http://schemas.openxmlformats.org/officeDocument/2006/relationships/image" Target="../media/image12.png"/><Relationship Id="rId33" Type="http://schemas.openxmlformats.org/officeDocument/2006/relationships/image" Target="../media/image22.png"/><Relationship Id="rId38" Type="http://schemas.openxmlformats.org/officeDocument/2006/relationships/customXml" Target="../ink/ink42.xml"/><Relationship Id="rId59" Type="http://schemas.openxmlformats.org/officeDocument/2006/relationships/image" Target="../media/image59.png"/><Relationship Id="rId103" Type="http://schemas.openxmlformats.org/officeDocument/2006/relationships/image" Target="../media/image81.png"/><Relationship Id="rId108" Type="http://schemas.openxmlformats.org/officeDocument/2006/relationships/customXml" Target="../ink/ink77.xml"/><Relationship Id="rId54" Type="http://schemas.openxmlformats.org/officeDocument/2006/relationships/customXml" Target="../ink/ink50.xml"/><Relationship Id="rId70" Type="http://schemas.openxmlformats.org/officeDocument/2006/relationships/customXml" Target="../ink/ink58.xml"/><Relationship Id="rId75" Type="http://schemas.openxmlformats.org/officeDocument/2006/relationships/image" Target="../media/image67.png"/><Relationship Id="rId91" Type="http://schemas.openxmlformats.org/officeDocument/2006/relationships/image" Target="../media/image75.png"/><Relationship Id="rId96" Type="http://schemas.openxmlformats.org/officeDocument/2006/relationships/customXml" Target="../ink/ink7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37.xml"/><Relationship Id="rId36" Type="http://schemas.openxmlformats.org/officeDocument/2006/relationships/customXml" Target="../ink/ink41.xml"/><Relationship Id="rId49" Type="http://schemas.openxmlformats.org/officeDocument/2006/relationships/image" Target="../media/image54.png"/><Relationship Id="rId57" Type="http://schemas.openxmlformats.org/officeDocument/2006/relationships/image" Target="../media/image58.png"/><Relationship Id="rId106" Type="http://schemas.openxmlformats.org/officeDocument/2006/relationships/customXml" Target="../ink/ink76.xml"/><Relationship Id="rId10" Type="http://schemas.openxmlformats.org/officeDocument/2006/relationships/customXml" Target="../ink/ink28.xml"/><Relationship Id="rId31" Type="http://schemas.openxmlformats.org/officeDocument/2006/relationships/image" Target="../media/image20.png"/><Relationship Id="rId44" Type="http://schemas.openxmlformats.org/officeDocument/2006/relationships/customXml" Target="../ink/ink45.xml"/><Relationship Id="rId52" Type="http://schemas.openxmlformats.org/officeDocument/2006/relationships/customXml" Target="../ink/ink49.xml"/><Relationship Id="rId60" Type="http://schemas.openxmlformats.org/officeDocument/2006/relationships/customXml" Target="../ink/ink53.xml"/><Relationship Id="rId65" Type="http://schemas.openxmlformats.org/officeDocument/2006/relationships/image" Target="../media/image62.png"/><Relationship Id="rId73" Type="http://schemas.openxmlformats.org/officeDocument/2006/relationships/image" Target="../media/image66.png"/><Relationship Id="rId78" Type="http://schemas.openxmlformats.org/officeDocument/2006/relationships/customXml" Target="../ink/ink62.xml"/><Relationship Id="rId81" Type="http://schemas.openxmlformats.org/officeDocument/2006/relationships/image" Target="../media/image70.png"/><Relationship Id="rId86" Type="http://schemas.openxmlformats.org/officeDocument/2006/relationships/customXml" Target="../ink/ink66.xml"/><Relationship Id="rId94" Type="http://schemas.openxmlformats.org/officeDocument/2006/relationships/customXml" Target="../ink/ink70.xml"/><Relationship Id="rId99" Type="http://schemas.openxmlformats.org/officeDocument/2006/relationships/image" Target="../media/image79.png"/><Relationship Id="rId101" Type="http://schemas.openxmlformats.org/officeDocument/2006/relationships/image" Target="../media/image80.png"/><Relationship Id="rId4" Type="http://schemas.openxmlformats.org/officeDocument/2006/relationships/customXml" Target="../ink/ink25.xml"/><Relationship Id="rId9" Type="http://schemas.openxmlformats.org/officeDocument/2006/relationships/image" Target="../media/image810.png"/><Relationship Id="rId13" Type="http://schemas.openxmlformats.org/officeDocument/2006/relationships/image" Target="../media/image10.png"/><Relationship Id="rId18" Type="http://schemas.openxmlformats.org/officeDocument/2006/relationships/customXml" Target="../ink/ink32.xml"/><Relationship Id="rId39" Type="http://schemas.openxmlformats.org/officeDocument/2006/relationships/image" Target="../media/image49.png"/><Relationship Id="rId109" Type="http://schemas.openxmlformats.org/officeDocument/2006/relationships/image" Target="../media/image84.png"/><Relationship Id="rId34" Type="http://schemas.openxmlformats.org/officeDocument/2006/relationships/customXml" Target="../ink/ink40.xml"/><Relationship Id="rId50" Type="http://schemas.openxmlformats.org/officeDocument/2006/relationships/customXml" Target="../ink/ink48.xml"/><Relationship Id="rId55" Type="http://schemas.openxmlformats.org/officeDocument/2006/relationships/image" Target="../media/image57.png"/><Relationship Id="rId76" Type="http://schemas.openxmlformats.org/officeDocument/2006/relationships/customXml" Target="../ink/ink61.xml"/><Relationship Id="rId97" Type="http://schemas.openxmlformats.org/officeDocument/2006/relationships/image" Target="../media/image78.png"/><Relationship Id="rId104" Type="http://schemas.openxmlformats.org/officeDocument/2006/relationships/customXml" Target="../ink/ink75.xml"/><Relationship Id="rId7" Type="http://schemas.openxmlformats.org/officeDocument/2006/relationships/image" Target="../media/image7.png"/><Relationship Id="rId71" Type="http://schemas.openxmlformats.org/officeDocument/2006/relationships/image" Target="../media/image65.png"/><Relationship Id="rId92" Type="http://schemas.openxmlformats.org/officeDocument/2006/relationships/customXml" Target="../ink/ink69.xml"/><Relationship Id="rId2" Type="http://schemas.openxmlformats.org/officeDocument/2006/relationships/customXml" Target="../ink/ink24.xml"/><Relationship Id="rId29" Type="http://schemas.openxmlformats.org/officeDocument/2006/relationships/image" Target="../media/image18.png"/><Relationship Id="rId24" Type="http://schemas.openxmlformats.org/officeDocument/2006/relationships/customXml" Target="../ink/ink35.xml"/><Relationship Id="rId40" Type="http://schemas.openxmlformats.org/officeDocument/2006/relationships/customXml" Target="../ink/ink43.xml"/><Relationship Id="rId45" Type="http://schemas.openxmlformats.org/officeDocument/2006/relationships/image" Target="../media/image52.png"/><Relationship Id="rId66" Type="http://schemas.openxmlformats.org/officeDocument/2006/relationships/customXml" Target="../ink/ink56.xml"/><Relationship Id="rId87" Type="http://schemas.openxmlformats.org/officeDocument/2006/relationships/image" Target="../media/image73.png"/><Relationship Id="rId110" Type="http://schemas.openxmlformats.org/officeDocument/2006/relationships/customXml" Target="../ink/ink78.xml"/><Relationship Id="rId61" Type="http://schemas.openxmlformats.org/officeDocument/2006/relationships/image" Target="../media/image60.png"/><Relationship Id="rId82" Type="http://schemas.openxmlformats.org/officeDocument/2006/relationships/customXml" Target="../ink/ink64.xml"/><Relationship Id="rId19" Type="http://schemas.openxmlformats.org/officeDocument/2006/relationships/image" Target="../media/image13.png"/><Relationship Id="rId14" Type="http://schemas.openxmlformats.org/officeDocument/2006/relationships/customXml" Target="../ink/ink30.xml"/><Relationship Id="rId30" Type="http://schemas.openxmlformats.org/officeDocument/2006/relationships/customXml" Target="../ink/ink38.xml"/><Relationship Id="rId35" Type="http://schemas.openxmlformats.org/officeDocument/2006/relationships/image" Target="../media/image23.png"/><Relationship Id="rId56" Type="http://schemas.openxmlformats.org/officeDocument/2006/relationships/customXml" Target="../ink/ink51.xml"/><Relationship Id="rId77" Type="http://schemas.openxmlformats.org/officeDocument/2006/relationships/image" Target="../media/image68.png"/><Relationship Id="rId100" Type="http://schemas.openxmlformats.org/officeDocument/2006/relationships/customXml" Target="../ink/ink73.xml"/><Relationship Id="rId105" Type="http://schemas.openxmlformats.org/officeDocument/2006/relationships/image" Target="../media/image82.png"/><Relationship Id="rId8" Type="http://schemas.openxmlformats.org/officeDocument/2006/relationships/customXml" Target="../ink/ink27.xml"/><Relationship Id="rId51" Type="http://schemas.openxmlformats.org/officeDocument/2006/relationships/image" Target="../media/image55.png"/><Relationship Id="rId72" Type="http://schemas.openxmlformats.org/officeDocument/2006/relationships/customXml" Target="../ink/ink59.xml"/><Relationship Id="rId93" Type="http://schemas.openxmlformats.org/officeDocument/2006/relationships/image" Target="../media/image76.png"/><Relationship Id="rId98" Type="http://schemas.openxmlformats.org/officeDocument/2006/relationships/customXml" Target="../ink/ink72.xml"/><Relationship Id="rId3" Type="http://schemas.openxmlformats.org/officeDocument/2006/relationships/image" Target="../media/image5.png"/><Relationship Id="rId25" Type="http://schemas.openxmlformats.org/officeDocument/2006/relationships/image" Target="../media/image16.png"/><Relationship Id="rId46" Type="http://schemas.openxmlformats.org/officeDocument/2006/relationships/customXml" Target="../ink/ink46.xml"/><Relationship Id="rId67" Type="http://schemas.openxmlformats.org/officeDocument/2006/relationships/image" Target="../media/image63.png"/><Relationship Id="rId20" Type="http://schemas.openxmlformats.org/officeDocument/2006/relationships/customXml" Target="../ink/ink33.xml"/><Relationship Id="rId41" Type="http://schemas.openxmlformats.org/officeDocument/2006/relationships/image" Target="../media/image50.png"/><Relationship Id="rId62" Type="http://schemas.openxmlformats.org/officeDocument/2006/relationships/customXml" Target="../ink/ink54.xml"/><Relationship Id="rId83" Type="http://schemas.openxmlformats.org/officeDocument/2006/relationships/image" Target="../media/image71.png"/><Relationship Id="rId88" Type="http://schemas.openxmlformats.org/officeDocument/2006/relationships/customXml" Target="../ink/ink67.xml"/><Relationship Id="rId111" Type="http://schemas.openxmlformats.org/officeDocument/2006/relationships/image" Target="../media/image85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4.xml"/><Relationship Id="rId18" Type="http://schemas.openxmlformats.org/officeDocument/2006/relationships/image" Target="../media/image94.png"/><Relationship Id="rId26" Type="http://schemas.openxmlformats.org/officeDocument/2006/relationships/image" Target="../media/image98.png"/><Relationship Id="rId21" Type="http://schemas.openxmlformats.org/officeDocument/2006/relationships/customXml" Target="../ink/ink88.xml"/><Relationship Id="rId34" Type="http://schemas.openxmlformats.org/officeDocument/2006/relationships/image" Target="../media/image102.png"/><Relationship Id="rId7" Type="http://schemas.openxmlformats.org/officeDocument/2006/relationships/customXml" Target="../ink/ink81.xml"/><Relationship Id="rId12" Type="http://schemas.openxmlformats.org/officeDocument/2006/relationships/image" Target="../media/image91.png"/><Relationship Id="rId17" Type="http://schemas.openxmlformats.org/officeDocument/2006/relationships/customXml" Target="../ink/ink86.xml"/><Relationship Id="rId25" Type="http://schemas.openxmlformats.org/officeDocument/2006/relationships/customXml" Target="../ink/ink90.xml"/><Relationship Id="rId33" Type="http://schemas.openxmlformats.org/officeDocument/2006/relationships/customXml" Target="../ink/ink94.xml"/><Relationship Id="rId2" Type="http://schemas.openxmlformats.org/officeDocument/2006/relationships/image" Target="../media/image9.gif"/><Relationship Id="rId16" Type="http://schemas.openxmlformats.org/officeDocument/2006/relationships/image" Target="../media/image93.png"/><Relationship Id="rId20" Type="http://schemas.openxmlformats.org/officeDocument/2006/relationships/image" Target="../media/image95.png"/><Relationship Id="rId29" Type="http://schemas.openxmlformats.org/officeDocument/2006/relationships/customXml" Target="../ink/ink9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customXml" Target="../ink/ink83.xml"/><Relationship Id="rId24" Type="http://schemas.openxmlformats.org/officeDocument/2006/relationships/image" Target="../media/image97.png"/><Relationship Id="rId32" Type="http://schemas.openxmlformats.org/officeDocument/2006/relationships/image" Target="../media/image101.png"/><Relationship Id="rId37" Type="http://schemas.openxmlformats.org/officeDocument/2006/relationships/image" Target="../media/image104.png"/><Relationship Id="rId5" Type="http://schemas.openxmlformats.org/officeDocument/2006/relationships/customXml" Target="../ink/ink80.xml"/><Relationship Id="rId15" Type="http://schemas.openxmlformats.org/officeDocument/2006/relationships/customXml" Target="../ink/ink85.xml"/><Relationship Id="rId23" Type="http://schemas.openxmlformats.org/officeDocument/2006/relationships/customXml" Target="../ink/ink89.xml"/><Relationship Id="rId28" Type="http://schemas.openxmlformats.org/officeDocument/2006/relationships/image" Target="../media/image99.png"/><Relationship Id="rId36" Type="http://schemas.openxmlformats.org/officeDocument/2006/relationships/image" Target="../media/image103.png"/><Relationship Id="rId10" Type="http://schemas.openxmlformats.org/officeDocument/2006/relationships/image" Target="../media/image90.png"/><Relationship Id="rId19" Type="http://schemas.openxmlformats.org/officeDocument/2006/relationships/customXml" Target="../ink/ink87.xml"/><Relationship Id="rId31" Type="http://schemas.openxmlformats.org/officeDocument/2006/relationships/customXml" Target="../ink/ink93.xml"/><Relationship Id="rId4" Type="http://schemas.openxmlformats.org/officeDocument/2006/relationships/image" Target="../media/image87.png"/><Relationship Id="rId9" Type="http://schemas.openxmlformats.org/officeDocument/2006/relationships/customXml" Target="../ink/ink82.xml"/><Relationship Id="rId14" Type="http://schemas.openxmlformats.org/officeDocument/2006/relationships/image" Target="../media/image92.png"/><Relationship Id="rId22" Type="http://schemas.openxmlformats.org/officeDocument/2006/relationships/image" Target="../media/image96.png"/><Relationship Id="rId27" Type="http://schemas.openxmlformats.org/officeDocument/2006/relationships/customXml" Target="../ink/ink91.xml"/><Relationship Id="rId30" Type="http://schemas.openxmlformats.org/officeDocument/2006/relationships/image" Target="../media/image100.png"/><Relationship Id="rId35" Type="http://schemas.openxmlformats.org/officeDocument/2006/relationships/customXml" Target="../ink/ink95.xml"/><Relationship Id="rId8" Type="http://schemas.openxmlformats.org/officeDocument/2006/relationships/image" Target="../media/image89.png"/><Relationship Id="rId3" Type="http://schemas.openxmlformats.org/officeDocument/2006/relationships/customXml" Target="../ink/ink79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8.xml"/><Relationship Id="rId21" Type="http://schemas.openxmlformats.org/officeDocument/2006/relationships/image" Target="../media/image14.png"/><Relationship Id="rId42" Type="http://schemas.openxmlformats.org/officeDocument/2006/relationships/customXml" Target="../ink/ink116.xml"/><Relationship Id="rId47" Type="http://schemas.openxmlformats.org/officeDocument/2006/relationships/image" Target="../media/image53.png"/><Relationship Id="rId63" Type="http://schemas.openxmlformats.org/officeDocument/2006/relationships/image" Target="../media/image61.png"/><Relationship Id="rId68" Type="http://schemas.openxmlformats.org/officeDocument/2006/relationships/customXml" Target="../ink/ink129.xml"/><Relationship Id="rId84" Type="http://schemas.openxmlformats.org/officeDocument/2006/relationships/image" Target="../media/image19.png"/><Relationship Id="rId16" Type="http://schemas.openxmlformats.org/officeDocument/2006/relationships/customXml" Target="../ink/ink103.xml"/><Relationship Id="rId11" Type="http://schemas.openxmlformats.org/officeDocument/2006/relationships/image" Target="../media/image9.png"/><Relationship Id="rId32" Type="http://schemas.openxmlformats.org/officeDocument/2006/relationships/customXml" Target="../ink/ink111.xml"/><Relationship Id="rId37" Type="http://schemas.openxmlformats.org/officeDocument/2006/relationships/image" Target="../media/image24.png"/><Relationship Id="rId53" Type="http://schemas.openxmlformats.org/officeDocument/2006/relationships/image" Target="../media/image56.png"/><Relationship Id="rId58" Type="http://schemas.openxmlformats.org/officeDocument/2006/relationships/customXml" Target="../ink/ink124.xml"/><Relationship Id="rId74" Type="http://schemas.openxmlformats.org/officeDocument/2006/relationships/customXml" Target="../ink/ink132.xml"/><Relationship Id="rId79" Type="http://schemas.openxmlformats.org/officeDocument/2006/relationships/image" Target="../media/image69.png"/><Relationship Id="rId5" Type="http://schemas.openxmlformats.org/officeDocument/2006/relationships/image" Target="../media/image6.png"/><Relationship Id="rId61" Type="http://schemas.openxmlformats.org/officeDocument/2006/relationships/image" Target="../media/image60.png"/><Relationship Id="rId82" Type="http://schemas.openxmlformats.org/officeDocument/2006/relationships/customXml" Target="../ink/ink136.xml"/><Relationship Id="rId19" Type="http://schemas.openxmlformats.org/officeDocument/2006/relationships/image" Target="../media/image13.png"/><Relationship Id="rId14" Type="http://schemas.openxmlformats.org/officeDocument/2006/relationships/customXml" Target="../ink/ink102.xml"/><Relationship Id="rId22" Type="http://schemas.openxmlformats.org/officeDocument/2006/relationships/customXml" Target="../ink/ink106.xml"/><Relationship Id="rId27" Type="http://schemas.openxmlformats.org/officeDocument/2006/relationships/image" Target="../media/image17.png"/><Relationship Id="rId30" Type="http://schemas.openxmlformats.org/officeDocument/2006/relationships/customXml" Target="../ink/ink110.xml"/><Relationship Id="rId35" Type="http://schemas.openxmlformats.org/officeDocument/2006/relationships/image" Target="../media/image23.png"/><Relationship Id="rId43" Type="http://schemas.openxmlformats.org/officeDocument/2006/relationships/image" Target="../media/image51.png"/><Relationship Id="rId48" Type="http://schemas.openxmlformats.org/officeDocument/2006/relationships/customXml" Target="../ink/ink119.xml"/><Relationship Id="rId56" Type="http://schemas.openxmlformats.org/officeDocument/2006/relationships/customXml" Target="../ink/ink123.xml"/><Relationship Id="rId64" Type="http://schemas.openxmlformats.org/officeDocument/2006/relationships/customXml" Target="../ink/ink127.xml"/><Relationship Id="rId69" Type="http://schemas.openxmlformats.org/officeDocument/2006/relationships/image" Target="../media/image64.png"/><Relationship Id="rId77" Type="http://schemas.openxmlformats.org/officeDocument/2006/relationships/image" Target="../media/image68.png"/><Relationship Id="rId8" Type="http://schemas.openxmlformats.org/officeDocument/2006/relationships/customXml" Target="../ink/ink99.xml"/><Relationship Id="rId51" Type="http://schemas.openxmlformats.org/officeDocument/2006/relationships/image" Target="../media/image55.png"/><Relationship Id="rId72" Type="http://schemas.openxmlformats.org/officeDocument/2006/relationships/customXml" Target="../ink/ink131.xml"/><Relationship Id="rId80" Type="http://schemas.openxmlformats.org/officeDocument/2006/relationships/customXml" Target="../ink/ink135.xml"/><Relationship Id="rId3" Type="http://schemas.openxmlformats.org/officeDocument/2006/relationships/image" Target="../media/image5.png"/><Relationship Id="rId12" Type="http://schemas.openxmlformats.org/officeDocument/2006/relationships/customXml" Target="../ink/ink101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2.png"/><Relationship Id="rId38" Type="http://schemas.openxmlformats.org/officeDocument/2006/relationships/customXml" Target="../ink/ink114.xml"/><Relationship Id="rId46" Type="http://schemas.openxmlformats.org/officeDocument/2006/relationships/customXml" Target="../ink/ink118.xml"/><Relationship Id="rId59" Type="http://schemas.openxmlformats.org/officeDocument/2006/relationships/image" Target="../media/image59.png"/><Relationship Id="rId67" Type="http://schemas.openxmlformats.org/officeDocument/2006/relationships/image" Target="../media/image63.png"/><Relationship Id="rId20" Type="http://schemas.openxmlformats.org/officeDocument/2006/relationships/customXml" Target="../ink/ink105.xml"/><Relationship Id="rId41" Type="http://schemas.openxmlformats.org/officeDocument/2006/relationships/image" Target="../media/image50.png"/><Relationship Id="rId54" Type="http://schemas.openxmlformats.org/officeDocument/2006/relationships/customXml" Target="../ink/ink122.xml"/><Relationship Id="rId62" Type="http://schemas.openxmlformats.org/officeDocument/2006/relationships/customXml" Target="../ink/ink126.xml"/><Relationship Id="rId70" Type="http://schemas.openxmlformats.org/officeDocument/2006/relationships/customXml" Target="../ink/ink130.xml"/><Relationship Id="rId75" Type="http://schemas.openxmlformats.org/officeDocument/2006/relationships/image" Target="../media/image67.png"/><Relationship Id="rId83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8.xm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109.xml"/><Relationship Id="rId36" Type="http://schemas.openxmlformats.org/officeDocument/2006/relationships/customXml" Target="../ink/ink113.xml"/><Relationship Id="rId49" Type="http://schemas.openxmlformats.org/officeDocument/2006/relationships/image" Target="../media/image54.png"/><Relationship Id="rId57" Type="http://schemas.openxmlformats.org/officeDocument/2006/relationships/image" Target="../media/image58.png"/><Relationship Id="rId10" Type="http://schemas.openxmlformats.org/officeDocument/2006/relationships/customXml" Target="../ink/ink100.xml"/><Relationship Id="rId31" Type="http://schemas.openxmlformats.org/officeDocument/2006/relationships/image" Target="../media/image20.png"/><Relationship Id="rId44" Type="http://schemas.openxmlformats.org/officeDocument/2006/relationships/customXml" Target="../ink/ink117.xml"/><Relationship Id="rId52" Type="http://schemas.openxmlformats.org/officeDocument/2006/relationships/customXml" Target="../ink/ink121.xml"/><Relationship Id="rId60" Type="http://schemas.openxmlformats.org/officeDocument/2006/relationships/customXml" Target="../ink/ink125.xml"/><Relationship Id="rId65" Type="http://schemas.openxmlformats.org/officeDocument/2006/relationships/image" Target="../media/image62.png"/><Relationship Id="rId73" Type="http://schemas.openxmlformats.org/officeDocument/2006/relationships/image" Target="../media/image66.png"/><Relationship Id="rId78" Type="http://schemas.openxmlformats.org/officeDocument/2006/relationships/customXml" Target="../ink/ink134.xml"/><Relationship Id="rId81" Type="http://schemas.openxmlformats.org/officeDocument/2006/relationships/image" Target="../media/image70.png"/><Relationship Id="rId4" Type="http://schemas.openxmlformats.org/officeDocument/2006/relationships/customXml" Target="../ink/ink97.xml"/><Relationship Id="rId9" Type="http://schemas.openxmlformats.org/officeDocument/2006/relationships/image" Target="../media/image810.png"/><Relationship Id="rId13" Type="http://schemas.openxmlformats.org/officeDocument/2006/relationships/image" Target="../media/image10.png"/><Relationship Id="rId18" Type="http://schemas.openxmlformats.org/officeDocument/2006/relationships/customXml" Target="../ink/ink104.xml"/><Relationship Id="rId39" Type="http://schemas.openxmlformats.org/officeDocument/2006/relationships/image" Target="../media/image49.png"/><Relationship Id="rId34" Type="http://schemas.openxmlformats.org/officeDocument/2006/relationships/customXml" Target="../ink/ink112.xml"/><Relationship Id="rId50" Type="http://schemas.openxmlformats.org/officeDocument/2006/relationships/customXml" Target="../ink/ink120.xml"/><Relationship Id="rId55" Type="http://schemas.openxmlformats.org/officeDocument/2006/relationships/image" Target="../media/image57.png"/><Relationship Id="rId76" Type="http://schemas.openxmlformats.org/officeDocument/2006/relationships/customXml" Target="../ink/ink133.xml"/><Relationship Id="rId7" Type="http://schemas.openxmlformats.org/officeDocument/2006/relationships/image" Target="../media/image7.png"/><Relationship Id="rId71" Type="http://schemas.openxmlformats.org/officeDocument/2006/relationships/image" Target="../media/image65.png"/><Relationship Id="rId2" Type="http://schemas.openxmlformats.org/officeDocument/2006/relationships/customXml" Target="../ink/ink96.xml"/><Relationship Id="rId29" Type="http://schemas.openxmlformats.org/officeDocument/2006/relationships/image" Target="../media/image18.png"/><Relationship Id="rId24" Type="http://schemas.openxmlformats.org/officeDocument/2006/relationships/customXml" Target="../ink/ink107.xml"/><Relationship Id="rId40" Type="http://schemas.openxmlformats.org/officeDocument/2006/relationships/customXml" Target="../ink/ink115.xml"/><Relationship Id="rId45" Type="http://schemas.openxmlformats.org/officeDocument/2006/relationships/image" Target="../media/image52.png"/><Relationship Id="rId66" Type="http://schemas.openxmlformats.org/officeDocument/2006/relationships/customXml" Target="../ink/ink12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0.xml"/><Relationship Id="rId13" Type="http://schemas.openxmlformats.org/officeDocument/2006/relationships/image" Target="../media/image77.png"/><Relationship Id="rId18" Type="http://schemas.openxmlformats.org/officeDocument/2006/relationships/customXml" Target="../ink/ink145.xml"/><Relationship Id="rId26" Type="http://schemas.openxmlformats.org/officeDocument/2006/relationships/customXml" Target="../ink/ink149.xml"/><Relationship Id="rId3" Type="http://schemas.openxmlformats.org/officeDocument/2006/relationships/image" Target="../media/image72.png"/><Relationship Id="rId21" Type="http://schemas.openxmlformats.org/officeDocument/2006/relationships/image" Target="../media/image81.png"/><Relationship Id="rId7" Type="http://schemas.openxmlformats.org/officeDocument/2006/relationships/image" Target="../media/image74.png"/><Relationship Id="rId12" Type="http://schemas.openxmlformats.org/officeDocument/2006/relationships/customXml" Target="../ink/ink142.xml"/><Relationship Id="rId17" Type="http://schemas.openxmlformats.org/officeDocument/2006/relationships/image" Target="../media/image79.png"/><Relationship Id="rId25" Type="http://schemas.openxmlformats.org/officeDocument/2006/relationships/image" Target="../media/image83.png"/><Relationship Id="rId2" Type="http://schemas.openxmlformats.org/officeDocument/2006/relationships/customXml" Target="../ink/ink137.xml"/><Relationship Id="rId16" Type="http://schemas.openxmlformats.org/officeDocument/2006/relationships/customXml" Target="../ink/ink144.xml"/><Relationship Id="rId20" Type="http://schemas.openxmlformats.org/officeDocument/2006/relationships/customXml" Target="../ink/ink146.xml"/><Relationship Id="rId29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9.xml"/><Relationship Id="rId11" Type="http://schemas.openxmlformats.org/officeDocument/2006/relationships/image" Target="../media/image76.png"/><Relationship Id="rId24" Type="http://schemas.openxmlformats.org/officeDocument/2006/relationships/customXml" Target="../ink/ink148.xml"/><Relationship Id="rId5" Type="http://schemas.openxmlformats.org/officeDocument/2006/relationships/image" Target="../media/image73.png"/><Relationship Id="rId15" Type="http://schemas.openxmlformats.org/officeDocument/2006/relationships/image" Target="../media/image78.png"/><Relationship Id="rId23" Type="http://schemas.openxmlformats.org/officeDocument/2006/relationships/image" Target="../media/image82.png"/><Relationship Id="rId28" Type="http://schemas.openxmlformats.org/officeDocument/2006/relationships/customXml" Target="../ink/ink150.xml"/><Relationship Id="rId10" Type="http://schemas.openxmlformats.org/officeDocument/2006/relationships/customXml" Target="../ink/ink141.xml"/><Relationship Id="rId19" Type="http://schemas.openxmlformats.org/officeDocument/2006/relationships/image" Target="../media/image80.png"/><Relationship Id="rId4" Type="http://schemas.openxmlformats.org/officeDocument/2006/relationships/customXml" Target="../ink/ink138.xml"/><Relationship Id="rId9" Type="http://schemas.openxmlformats.org/officeDocument/2006/relationships/image" Target="../media/image75.png"/><Relationship Id="rId14" Type="http://schemas.openxmlformats.org/officeDocument/2006/relationships/customXml" Target="../ink/ink143.xml"/><Relationship Id="rId22" Type="http://schemas.openxmlformats.org/officeDocument/2006/relationships/customXml" Target="../ink/ink147.xml"/><Relationship Id="rId27" Type="http://schemas.openxmlformats.org/officeDocument/2006/relationships/image" Target="../media/image84.png"/><Relationship Id="rId30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0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png"/><Relationship Id="rId4" Type="http://schemas.openxmlformats.org/officeDocument/2006/relationships/image" Target="../media/image11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3.xml"/><Relationship Id="rId13" Type="http://schemas.openxmlformats.org/officeDocument/2006/relationships/image" Target="../media/image124.png"/><Relationship Id="rId18" Type="http://schemas.openxmlformats.org/officeDocument/2006/relationships/customXml" Target="../ink/ink158.xml"/><Relationship Id="rId3" Type="http://schemas.openxmlformats.org/officeDocument/2006/relationships/image" Target="../media/image1152.png"/><Relationship Id="rId21" Type="http://schemas.openxmlformats.org/officeDocument/2006/relationships/image" Target="../media/image19.png"/><Relationship Id="rId7" Type="http://schemas.openxmlformats.org/officeDocument/2006/relationships/image" Target="../media/image121.png"/><Relationship Id="rId12" Type="http://schemas.openxmlformats.org/officeDocument/2006/relationships/customXml" Target="../ink/ink155.xml"/><Relationship Id="rId17" Type="http://schemas.openxmlformats.org/officeDocument/2006/relationships/image" Target="../media/image126.png"/><Relationship Id="rId2" Type="http://schemas.openxmlformats.org/officeDocument/2006/relationships/image" Target="../media/image115.png"/><Relationship Id="rId16" Type="http://schemas.openxmlformats.org/officeDocument/2006/relationships/customXml" Target="../ink/ink157.xml"/><Relationship Id="rId20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2.xml"/><Relationship Id="rId11" Type="http://schemas.openxmlformats.org/officeDocument/2006/relationships/image" Target="../media/image123.png"/><Relationship Id="rId24" Type="http://schemas.openxmlformats.org/officeDocument/2006/relationships/image" Target="../media/image131.png"/><Relationship Id="rId5" Type="http://schemas.openxmlformats.org/officeDocument/2006/relationships/image" Target="../media/image120.png"/><Relationship Id="rId15" Type="http://schemas.openxmlformats.org/officeDocument/2006/relationships/image" Target="../media/image125.png"/><Relationship Id="rId23" Type="http://schemas.openxmlformats.org/officeDocument/2006/relationships/image" Target="../media/image130.png"/><Relationship Id="rId10" Type="http://schemas.openxmlformats.org/officeDocument/2006/relationships/customXml" Target="../ink/ink154.xml"/><Relationship Id="rId19" Type="http://schemas.openxmlformats.org/officeDocument/2006/relationships/image" Target="../media/image127.png"/><Relationship Id="rId4" Type="http://schemas.openxmlformats.org/officeDocument/2006/relationships/customXml" Target="../ink/ink151.xml"/><Relationship Id="rId9" Type="http://schemas.openxmlformats.org/officeDocument/2006/relationships/image" Target="../media/image122.png"/><Relationship Id="rId14" Type="http://schemas.openxmlformats.org/officeDocument/2006/relationships/customXml" Target="../ink/ink156.xml"/><Relationship Id="rId22" Type="http://schemas.openxmlformats.org/officeDocument/2006/relationships/image" Target="../media/image1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1.png"/><Relationship Id="rId2" Type="http://schemas.openxmlformats.org/officeDocument/2006/relationships/customXml" Target="../ink/ink159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16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18.xml"/><Relationship Id="rId21" Type="http://schemas.openxmlformats.org/officeDocument/2006/relationships/image" Target="../media/image14.png"/><Relationship Id="rId42" Type="http://schemas.openxmlformats.org/officeDocument/2006/relationships/customXml" Target="../ink/ink181.xml"/><Relationship Id="rId47" Type="http://schemas.openxmlformats.org/officeDocument/2006/relationships/image" Target="../media/image53.png"/><Relationship Id="rId63" Type="http://schemas.openxmlformats.org/officeDocument/2006/relationships/image" Target="../media/image61.png"/><Relationship Id="rId68" Type="http://schemas.openxmlformats.org/officeDocument/2006/relationships/customXml" Target="../ink/ink194.xml"/><Relationship Id="rId84" Type="http://schemas.openxmlformats.org/officeDocument/2006/relationships/image" Target="../media/image19.png"/><Relationship Id="rId89" Type="http://schemas.openxmlformats.org/officeDocument/2006/relationships/customXml" Target="../ink/ink204.xml"/><Relationship Id="rId112" Type="http://schemas.openxmlformats.org/officeDocument/2006/relationships/image" Target="../media/image147.png"/><Relationship Id="rId16" Type="http://schemas.openxmlformats.org/officeDocument/2006/relationships/customXml" Target="../ink/ink168.xml"/><Relationship Id="rId107" Type="http://schemas.openxmlformats.org/officeDocument/2006/relationships/customXml" Target="../ink/ink213.xml"/><Relationship Id="rId11" Type="http://schemas.openxmlformats.org/officeDocument/2006/relationships/image" Target="../media/image9.png"/><Relationship Id="rId32" Type="http://schemas.openxmlformats.org/officeDocument/2006/relationships/customXml" Target="../ink/ink176.xml"/><Relationship Id="rId37" Type="http://schemas.openxmlformats.org/officeDocument/2006/relationships/image" Target="../media/image24.png"/><Relationship Id="rId53" Type="http://schemas.openxmlformats.org/officeDocument/2006/relationships/image" Target="../media/image56.png"/><Relationship Id="rId58" Type="http://schemas.openxmlformats.org/officeDocument/2006/relationships/customXml" Target="../ink/ink189.xml"/><Relationship Id="rId74" Type="http://schemas.openxmlformats.org/officeDocument/2006/relationships/customXml" Target="../ink/ink197.xml"/><Relationship Id="rId79" Type="http://schemas.openxmlformats.org/officeDocument/2006/relationships/image" Target="../media/image69.png"/><Relationship Id="rId102" Type="http://schemas.openxmlformats.org/officeDocument/2006/relationships/image" Target="../media/image142.png"/><Relationship Id="rId123" Type="http://schemas.openxmlformats.org/officeDocument/2006/relationships/customXml" Target="../ink/ink221.xml"/><Relationship Id="rId128" Type="http://schemas.openxmlformats.org/officeDocument/2006/relationships/image" Target="../media/image155.png"/><Relationship Id="rId5" Type="http://schemas.openxmlformats.org/officeDocument/2006/relationships/image" Target="../media/image6.png"/><Relationship Id="rId90" Type="http://schemas.openxmlformats.org/officeDocument/2006/relationships/image" Target="../media/image136.png"/><Relationship Id="rId95" Type="http://schemas.openxmlformats.org/officeDocument/2006/relationships/customXml" Target="../ink/ink207.xml"/><Relationship Id="rId22" Type="http://schemas.openxmlformats.org/officeDocument/2006/relationships/customXml" Target="../ink/ink171.xml"/><Relationship Id="rId27" Type="http://schemas.openxmlformats.org/officeDocument/2006/relationships/image" Target="../media/image17.png"/><Relationship Id="rId43" Type="http://schemas.openxmlformats.org/officeDocument/2006/relationships/image" Target="../media/image51.png"/><Relationship Id="rId48" Type="http://schemas.openxmlformats.org/officeDocument/2006/relationships/customXml" Target="../ink/ink184.xml"/><Relationship Id="rId64" Type="http://schemas.openxmlformats.org/officeDocument/2006/relationships/customXml" Target="../ink/ink192.xml"/><Relationship Id="rId69" Type="http://schemas.openxmlformats.org/officeDocument/2006/relationships/image" Target="../media/image64.png"/><Relationship Id="rId113" Type="http://schemas.openxmlformats.org/officeDocument/2006/relationships/customXml" Target="../ink/ink216.xml"/><Relationship Id="rId118" Type="http://schemas.openxmlformats.org/officeDocument/2006/relationships/image" Target="../media/image150.png"/><Relationship Id="rId80" Type="http://schemas.openxmlformats.org/officeDocument/2006/relationships/customXml" Target="../ink/ink200.xml"/><Relationship Id="rId85" Type="http://schemas.openxmlformats.org/officeDocument/2006/relationships/customXml" Target="../ink/ink202.xml"/><Relationship Id="rId12" Type="http://schemas.openxmlformats.org/officeDocument/2006/relationships/customXml" Target="../ink/ink166.xml"/><Relationship Id="rId17" Type="http://schemas.openxmlformats.org/officeDocument/2006/relationships/image" Target="../media/image12.png"/><Relationship Id="rId33" Type="http://schemas.openxmlformats.org/officeDocument/2006/relationships/image" Target="../media/image22.png"/><Relationship Id="rId38" Type="http://schemas.openxmlformats.org/officeDocument/2006/relationships/customXml" Target="../ink/ink179.xml"/><Relationship Id="rId59" Type="http://schemas.openxmlformats.org/officeDocument/2006/relationships/image" Target="../media/image59.png"/><Relationship Id="rId103" Type="http://schemas.openxmlformats.org/officeDocument/2006/relationships/customXml" Target="../ink/ink211.xml"/><Relationship Id="rId108" Type="http://schemas.openxmlformats.org/officeDocument/2006/relationships/image" Target="../media/image145.png"/><Relationship Id="rId124" Type="http://schemas.openxmlformats.org/officeDocument/2006/relationships/image" Target="../media/image153.png"/><Relationship Id="rId129" Type="http://schemas.openxmlformats.org/officeDocument/2006/relationships/customXml" Target="../ink/ink224.xml"/><Relationship Id="rId54" Type="http://schemas.openxmlformats.org/officeDocument/2006/relationships/customXml" Target="../ink/ink187.xml"/><Relationship Id="rId70" Type="http://schemas.openxmlformats.org/officeDocument/2006/relationships/customXml" Target="../ink/ink195.xml"/><Relationship Id="rId75" Type="http://schemas.openxmlformats.org/officeDocument/2006/relationships/image" Target="../media/image67.png"/><Relationship Id="rId91" Type="http://schemas.openxmlformats.org/officeDocument/2006/relationships/customXml" Target="../ink/ink205.xml"/><Relationship Id="rId96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3.xml"/><Relationship Id="rId23" Type="http://schemas.openxmlformats.org/officeDocument/2006/relationships/image" Target="../media/image15.png"/><Relationship Id="rId28" Type="http://schemas.openxmlformats.org/officeDocument/2006/relationships/customXml" Target="../ink/ink174.xml"/><Relationship Id="rId49" Type="http://schemas.openxmlformats.org/officeDocument/2006/relationships/image" Target="../media/image54.png"/><Relationship Id="rId114" Type="http://schemas.openxmlformats.org/officeDocument/2006/relationships/image" Target="../media/image148.png"/><Relationship Id="rId119" Type="http://schemas.openxmlformats.org/officeDocument/2006/relationships/customXml" Target="../ink/ink219.xml"/><Relationship Id="rId44" Type="http://schemas.openxmlformats.org/officeDocument/2006/relationships/customXml" Target="../ink/ink182.xml"/><Relationship Id="rId60" Type="http://schemas.openxmlformats.org/officeDocument/2006/relationships/customXml" Target="../ink/ink190.xml"/><Relationship Id="rId65" Type="http://schemas.openxmlformats.org/officeDocument/2006/relationships/image" Target="../media/image62.png"/><Relationship Id="rId81" Type="http://schemas.openxmlformats.org/officeDocument/2006/relationships/image" Target="../media/image70.png"/><Relationship Id="rId86" Type="http://schemas.openxmlformats.org/officeDocument/2006/relationships/image" Target="../media/image134.png"/><Relationship Id="rId130" Type="http://schemas.openxmlformats.org/officeDocument/2006/relationships/image" Target="../media/image156.png"/><Relationship Id="rId13" Type="http://schemas.openxmlformats.org/officeDocument/2006/relationships/image" Target="../media/image10.png"/><Relationship Id="rId18" Type="http://schemas.openxmlformats.org/officeDocument/2006/relationships/customXml" Target="../ink/ink169.xml"/><Relationship Id="rId39" Type="http://schemas.openxmlformats.org/officeDocument/2006/relationships/image" Target="../media/image49.png"/><Relationship Id="rId109" Type="http://schemas.openxmlformats.org/officeDocument/2006/relationships/customXml" Target="../ink/ink214.xml"/><Relationship Id="rId34" Type="http://schemas.openxmlformats.org/officeDocument/2006/relationships/customXml" Target="../ink/ink177.xml"/><Relationship Id="rId50" Type="http://schemas.openxmlformats.org/officeDocument/2006/relationships/customXml" Target="../ink/ink185.xml"/><Relationship Id="rId55" Type="http://schemas.openxmlformats.org/officeDocument/2006/relationships/image" Target="../media/image57.png"/><Relationship Id="rId76" Type="http://schemas.openxmlformats.org/officeDocument/2006/relationships/customXml" Target="../ink/ink198.xml"/><Relationship Id="rId97" Type="http://schemas.openxmlformats.org/officeDocument/2006/relationships/customXml" Target="../ink/ink208.xml"/><Relationship Id="rId104" Type="http://schemas.openxmlformats.org/officeDocument/2006/relationships/image" Target="../media/image143.png"/><Relationship Id="rId120" Type="http://schemas.openxmlformats.org/officeDocument/2006/relationships/image" Target="../media/image151.png"/><Relationship Id="rId125" Type="http://schemas.openxmlformats.org/officeDocument/2006/relationships/customXml" Target="../ink/ink222.xml"/><Relationship Id="rId7" Type="http://schemas.openxmlformats.org/officeDocument/2006/relationships/image" Target="../media/image7.png"/><Relationship Id="rId71" Type="http://schemas.openxmlformats.org/officeDocument/2006/relationships/image" Target="../media/image65.png"/><Relationship Id="rId92" Type="http://schemas.openxmlformats.org/officeDocument/2006/relationships/image" Target="../media/image137.png"/><Relationship Id="rId2" Type="http://schemas.openxmlformats.org/officeDocument/2006/relationships/customXml" Target="../ink/ink161.xml"/><Relationship Id="rId29" Type="http://schemas.openxmlformats.org/officeDocument/2006/relationships/image" Target="../media/image18.png"/><Relationship Id="rId24" Type="http://schemas.openxmlformats.org/officeDocument/2006/relationships/customXml" Target="../ink/ink172.xml"/><Relationship Id="rId40" Type="http://schemas.openxmlformats.org/officeDocument/2006/relationships/customXml" Target="../ink/ink180.xml"/><Relationship Id="rId45" Type="http://schemas.openxmlformats.org/officeDocument/2006/relationships/image" Target="../media/image52.png"/><Relationship Id="rId66" Type="http://schemas.openxmlformats.org/officeDocument/2006/relationships/customXml" Target="../ink/ink193.xml"/><Relationship Id="rId87" Type="http://schemas.openxmlformats.org/officeDocument/2006/relationships/customXml" Target="../ink/ink203.xml"/><Relationship Id="rId110" Type="http://schemas.openxmlformats.org/officeDocument/2006/relationships/image" Target="../media/image146.png"/><Relationship Id="rId115" Type="http://schemas.openxmlformats.org/officeDocument/2006/relationships/customXml" Target="../ink/ink217.xml"/><Relationship Id="rId131" Type="http://schemas.openxmlformats.org/officeDocument/2006/relationships/customXml" Target="../ink/ink225.xml"/><Relationship Id="rId61" Type="http://schemas.openxmlformats.org/officeDocument/2006/relationships/image" Target="../media/image60.png"/><Relationship Id="rId82" Type="http://schemas.openxmlformats.org/officeDocument/2006/relationships/customXml" Target="../ink/ink201.xml"/><Relationship Id="rId19" Type="http://schemas.openxmlformats.org/officeDocument/2006/relationships/image" Target="../media/image13.png"/><Relationship Id="rId14" Type="http://schemas.openxmlformats.org/officeDocument/2006/relationships/customXml" Target="../ink/ink167.xml"/><Relationship Id="rId30" Type="http://schemas.openxmlformats.org/officeDocument/2006/relationships/customXml" Target="../ink/ink175.xml"/><Relationship Id="rId35" Type="http://schemas.openxmlformats.org/officeDocument/2006/relationships/image" Target="../media/image23.png"/><Relationship Id="rId56" Type="http://schemas.openxmlformats.org/officeDocument/2006/relationships/customXml" Target="../ink/ink188.xml"/><Relationship Id="rId77" Type="http://schemas.openxmlformats.org/officeDocument/2006/relationships/image" Target="../media/image68.png"/><Relationship Id="rId100" Type="http://schemas.openxmlformats.org/officeDocument/2006/relationships/image" Target="../media/image141.png"/><Relationship Id="rId105" Type="http://schemas.openxmlformats.org/officeDocument/2006/relationships/customXml" Target="../ink/ink212.xml"/><Relationship Id="rId126" Type="http://schemas.openxmlformats.org/officeDocument/2006/relationships/image" Target="../media/image154.png"/><Relationship Id="rId8" Type="http://schemas.openxmlformats.org/officeDocument/2006/relationships/customXml" Target="../ink/ink164.xml"/><Relationship Id="rId51" Type="http://schemas.openxmlformats.org/officeDocument/2006/relationships/image" Target="../media/image55.png"/><Relationship Id="rId72" Type="http://schemas.openxmlformats.org/officeDocument/2006/relationships/customXml" Target="../ink/ink196.xml"/><Relationship Id="rId93" Type="http://schemas.openxmlformats.org/officeDocument/2006/relationships/customXml" Target="../ink/ink206.xml"/><Relationship Id="rId98" Type="http://schemas.openxmlformats.org/officeDocument/2006/relationships/image" Target="../media/image140.png"/><Relationship Id="rId121" Type="http://schemas.openxmlformats.org/officeDocument/2006/relationships/customXml" Target="../ink/ink220.xml"/><Relationship Id="rId3" Type="http://schemas.openxmlformats.org/officeDocument/2006/relationships/image" Target="../media/image5.png"/><Relationship Id="rId25" Type="http://schemas.openxmlformats.org/officeDocument/2006/relationships/image" Target="../media/image16.png"/><Relationship Id="rId46" Type="http://schemas.openxmlformats.org/officeDocument/2006/relationships/customXml" Target="../ink/ink183.xml"/><Relationship Id="rId67" Type="http://schemas.openxmlformats.org/officeDocument/2006/relationships/image" Target="../media/image63.png"/><Relationship Id="rId116" Type="http://schemas.openxmlformats.org/officeDocument/2006/relationships/image" Target="../media/image149.png"/><Relationship Id="rId20" Type="http://schemas.openxmlformats.org/officeDocument/2006/relationships/customXml" Target="../ink/ink170.xml"/><Relationship Id="rId41" Type="http://schemas.openxmlformats.org/officeDocument/2006/relationships/image" Target="../media/image50.png"/><Relationship Id="rId62" Type="http://schemas.openxmlformats.org/officeDocument/2006/relationships/customXml" Target="../ink/ink191.xml"/><Relationship Id="rId83" Type="http://schemas.openxmlformats.org/officeDocument/2006/relationships/image" Target="../media/image71.png"/><Relationship Id="rId88" Type="http://schemas.openxmlformats.org/officeDocument/2006/relationships/image" Target="../media/image135.png"/><Relationship Id="rId111" Type="http://schemas.openxmlformats.org/officeDocument/2006/relationships/customXml" Target="../ink/ink215.xml"/><Relationship Id="rId132" Type="http://schemas.openxmlformats.org/officeDocument/2006/relationships/image" Target="../media/image157.png"/><Relationship Id="rId15" Type="http://schemas.openxmlformats.org/officeDocument/2006/relationships/image" Target="../media/image11.png"/><Relationship Id="rId36" Type="http://schemas.openxmlformats.org/officeDocument/2006/relationships/customXml" Target="../ink/ink178.xml"/><Relationship Id="rId57" Type="http://schemas.openxmlformats.org/officeDocument/2006/relationships/image" Target="../media/image58.png"/><Relationship Id="rId106" Type="http://schemas.openxmlformats.org/officeDocument/2006/relationships/image" Target="../media/image144.png"/><Relationship Id="rId127" Type="http://schemas.openxmlformats.org/officeDocument/2006/relationships/customXml" Target="../ink/ink223.xml"/><Relationship Id="rId10" Type="http://schemas.openxmlformats.org/officeDocument/2006/relationships/customXml" Target="../ink/ink165.xml"/><Relationship Id="rId31" Type="http://schemas.openxmlformats.org/officeDocument/2006/relationships/image" Target="../media/image20.png"/><Relationship Id="rId52" Type="http://schemas.openxmlformats.org/officeDocument/2006/relationships/customXml" Target="../ink/ink186.xml"/><Relationship Id="rId73" Type="http://schemas.openxmlformats.org/officeDocument/2006/relationships/image" Target="../media/image66.png"/><Relationship Id="rId78" Type="http://schemas.openxmlformats.org/officeDocument/2006/relationships/customXml" Target="../ink/ink199.xml"/><Relationship Id="rId94" Type="http://schemas.openxmlformats.org/officeDocument/2006/relationships/image" Target="../media/image138.png"/><Relationship Id="rId99" Type="http://schemas.openxmlformats.org/officeDocument/2006/relationships/customXml" Target="../ink/ink209.xml"/><Relationship Id="rId101" Type="http://schemas.openxmlformats.org/officeDocument/2006/relationships/customXml" Target="../ink/ink210.xml"/><Relationship Id="rId122" Type="http://schemas.openxmlformats.org/officeDocument/2006/relationships/image" Target="../media/image152.png"/><Relationship Id="rId4" Type="http://schemas.openxmlformats.org/officeDocument/2006/relationships/customXml" Target="../ink/ink162.xml"/><Relationship Id="rId9" Type="http://schemas.openxmlformats.org/officeDocument/2006/relationships/image" Target="../media/image810.png"/><Relationship Id="rId26" Type="http://schemas.openxmlformats.org/officeDocument/2006/relationships/customXml" Target="../ink/ink173.xml"/></Relationships>
</file>

<file path=ppt/slides/_rels/slide3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7.png"/><Relationship Id="rId21" Type="http://schemas.openxmlformats.org/officeDocument/2006/relationships/image" Target="../media/image14.png"/><Relationship Id="rId42" Type="http://schemas.openxmlformats.org/officeDocument/2006/relationships/customXml" Target="../ink/ink246.xml"/><Relationship Id="rId63" Type="http://schemas.openxmlformats.org/officeDocument/2006/relationships/image" Target="../media/image61.png"/><Relationship Id="rId84" Type="http://schemas.openxmlformats.org/officeDocument/2006/relationships/image" Target="../media/image19.png"/><Relationship Id="rId138" Type="http://schemas.openxmlformats.org/officeDocument/2006/relationships/image" Target="../media/image159.png"/><Relationship Id="rId107" Type="http://schemas.openxmlformats.org/officeDocument/2006/relationships/image" Target="../media/image142.png"/><Relationship Id="rId11" Type="http://schemas.openxmlformats.org/officeDocument/2006/relationships/image" Target="../media/image9.png"/><Relationship Id="rId32" Type="http://schemas.openxmlformats.org/officeDocument/2006/relationships/customXml" Target="../ink/ink241.xml"/><Relationship Id="rId53" Type="http://schemas.openxmlformats.org/officeDocument/2006/relationships/image" Target="../media/image56.png"/><Relationship Id="rId74" Type="http://schemas.openxmlformats.org/officeDocument/2006/relationships/customXml" Target="../ink/ink262.xml"/><Relationship Id="rId128" Type="http://schemas.openxmlformats.org/officeDocument/2006/relationships/image" Target="../media/image153.png"/><Relationship Id="rId5" Type="http://schemas.openxmlformats.org/officeDocument/2006/relationships/image" Target="../media/image6.png"/><Relationship Id="rId90" Type="http://schemas.openxmlformats.org/officeDocument/2006/relationships/customXml" Target="../ink/ink270.xml"/><Relationship Id="rId95" Type="http://schemas.openxmlformats.org/officeDocument/2006/relationships/image" Target="../media/image136.png"/><Relationship Id="rId22" Type="http://schemas.openxmlformats.org/officeDocument/2006/relationships/customXml" Target="../ink/ink236.xml"/><Relationship Id="rId27" Type="http://schemas.openxmlformats.org/officeDocument/2006/relationships/image" Target="../media/image17.png"/><Relationship Id="rId43" Type="http://schemas.openxmlformats.org/officeDocument/2006/relationships/image" Target="../media/image51.png"/><Relationship Id="rId48" Type="http://schemas.openxmlformats.org/officeDocument/2006/relationships/customXml" Target="../ink/ink249.xml"/><Relationship Id="rId64" Type="http://schemas.openxmlformats.org/officeDocument/2006/relationships/customXml" Target="../ink/ink257.xml"/><Relationship Id="rId69" Type="http://schemas.openxmlformats.org/officeDocument/2006/relationships/image" Target="../media/image64.png"/><Relationship Id="rId113" Type="http://schemas.openxmlformats.org/officeDocument/2006/relationships/image" Target="../media/image145.png"/><Relationship Id="rId118" Type="http://schemas.openxmlformats.org/officeDocument/2006/relationships/customXml" Target="../ink/ink284.xml"/><Relationship Id="rId134" Type="http://schemas.openxmlformats.org/officeDocument/2006/relationships/image" Target="../media/image156.png"/><Relationship Id="rId139" Type="http://schemas.openxmlformats.org/officeDocument/2006/relationships/customXml" Target="../ink/ink295.xml"/><Relationship Id="rId80" Type="http://schemas.openxmlformats.org/officeDocument/2006/relationships/customXml" Target="../ink/ink265.xml"/><Relationship Id="rId85" Type="http://schemas.openxmlformats.org/officeDocument/2006/relationships/customXml" Target="../ink/ink267.xml"/><Relationship Id="rId12" Type="http://schemas.openxmlformats.org/officeDocument/2006/relationships/customXml" Target="../ink/ink231.xml"/><Relationship Id="rId17" Type="http://schemas.openxmlformats.org/officeDocument/2006/relationships/image" Target="../media/image12.png"/><Relationship Id="rId33" Type="http://schemas.openxmlformats.org/officeDocument/2006/relationships/image" Target="../media/image22.png"/><Relationship Id="rId38" Type="http://schemas.openxmlformats.org/officeDocument/2006/relationships/customXml" Target="../ink/ink244.xml"/><Relationship Id="rId59" Type="http://schemas.openxmlformats.org/officeDocument/2006/relationships/image" Target="../media/image59.png"/><Relationship Id="rId103" Type="http://schemas.openxmlformats.org/officeDocument/2006/relationships/image" Target="../media/image140.png"/><Relationship Id="rId108" Type="http://schemas.openxmlformats.org/officeDocument/2006/relationships/customXml" Target="../ink/ink279.xml"/><Relationship Id="rId124" Type="http://schemas.openxmlformats.org/officeDocument/2006/relationships/image" Target="../media/image151.png"/><Relationship Id="rId129" Type="http://schemas.openxmlformats.org/officeDocument/2006/relationships/customXml" Target="../ink/ink290.xml"/><Relationship Id="rId54" Type="http://schemas.openxmlformats.org/officeDocument/2006/relationships/customXml" Target="../ink/ink252.xml"/><Relationship Id="rId70" Type="http://schemas.openxmlformats.org/officeDocument/2006/relationships/customXml" Target="../ink/ink260.xml"/><Relationship Id="rId75" Type="http://schemas.openxmlformats.org/officeDocument/2006/relationships/image" Target="../media/image67.png"/><Relationship Id="rId91" Type="http://schemas.openxmlformats.org/officeDocument/2006/relationships/image" Target="../media/image134.png"/><Relationship Id="rId96" Type="http://schemas.openxmlformats.org/officeDocument/2006/relationships/customXml" Target="../ink/ink273.xml"/><Relationship Id="rId140" Type="http://schemas.openxmlformats.org/officeDocument/2006/relationships/image" Target="../media/image160.png"/><Relationship Id="rId145" Type="http://schemas.openxmlformats.org/officeDocument/2006/relationships/customXml" Target="../ink/ink29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8.xml"/><Relationship Id="rId23" Type="http://schemas.openxmlformats.org/officeDocument/2006/relationships/image" Target="../media/image15.png"/><Relationship Id="rId28" Type="http://schemas.openxmlformats.org/officeDocument/2006/relationships/customXml" Target="../ink/ink239.xml"/><Relationship Id="rId49" Type="http://schemas.openxmlformats.org/officeDocument/2006/relationships/image" Target="../media/image54.png"/><Relationship Id="rId114" Type="http://schemas.openxmlformats.org/officeDocument/2006/relationships/customXml" Target="../ink/ink282.xml"/><Relationship Id="rId119" Type="http://schemas.openxmlformats.org/officeDocument/2006/relationships/customXml" Target="../ink/ink285.xml"/><Relationship Id="rId44" Type="http://schemas.openxmlformats.org/officeDocument/2006/relationships/customXml" Target="../ink/ink247.xml"/><Relationship Id="rId60" Type="http://schemas.openxmlformats.org/officeDocument/2006/relationships/customXml" Target="../ink/ink255.xml"/><Relationship Id="rId65" Type="http://schemas.openxmlformats.org/officeDocument/2006/relationships/image" Target="../media/image62.png"/><Relationship Id="rId81" Type="http://schemas.openxmlformats.org/officeDocument/2006/relationships/image" Target="../media/image70.png"/><Relationship Id="rId86" Type="http://schemas.openxmlformats.org/officeDocument/2006/relationships/image" Target="../media/image158.png"/><Relationship Id="rId130" Type="http://schemas.openxmlformats.org/officeDocument/2006/relationships/image" Target="../media/image154.png"/><Relationship Id="rId135" Type="http://schemas.openxmlformats.org/officeDocument/2006/relationships/customXml" Target="../ink/ink293.xml"/><Relationship Id="rId13" Type="http://schemas.openxmlformats.org/officeDocument/2006/relationships/image" Target="../media/image10.png"/><Relationship Id="rId18" Type="http://schemas.openxmlformats.org/officeDocument/2006/relationships/customXml" Target="../ink/ink234.xml"/><Relationship Id="rId39" Type="http://schemas.openxmlformats.org/officeDocument/2006/relationships/image" Target="../media/image49.png"/><Relationship Id="rId109" Type="http://schemas.openxmlformats.org/officeDocument/2006/relationships/image" Target="../media/image143.png"/><Relationship Id="rId34" Type="http://schemas.openxmlformats.org/officeDocument/2006/relationships/customXml" Target="../ink/ink242.xml"/><Relationship Id="rId50" Type="http://schemas.openxmlformats.org/officeDocument/2006/relationships/customXml" Target="../ink/ink250.xml"/><Relationship Id="rId55" Type="http://schemas.openxmlformats.org/officeDocument/2006/relationships/image" Target="../media/image57.png"/><Relationship Id="rId76" Type="http://schemas.openxmlformats.org/officeDocument/2006/relationships/customXml" Target="../ink/ink263.xml"/><Relationship Id="rId97" Type="http://schemas.openxmlformats.org/officeDocument/2006/relationships/image" Target="../media/image137.png"/><Relationship Id="rId104" Type="http://schemas.openxmlformats.org/officeDocument/2006/relationships/customXml" Target="../ink/ink277.xml"/><Relationship Id="rId120" Type="http://schemas.openxmlformats.org/officeDocument/2006/relationships/image" Target="../media/image149.png"/><Relationship Id="rId125" Type="http://schemas.openxmlformats.org/officeDocument/2006/relationships/customXml" Target="../ink/ink288.xml"/><Relationship Id="rId141" Type="http://schemas.openxmlformats.org/officeDocument/2006/relationships/customXml" Target="../ink/ink296.xml"/><Relationship Id="rId146" Type="http://schemas.openxmlformats.org/officeDocument/2006/relationships/image" Target="../media/image163.png"/><Relationship Id="rId7" Type="http://schemas.openxmlformats.org/officeDocument/2006/relationships/image" Target="../media/image7.png"/><Relationship Id="rId71" Type="http://schemas.openxmlformats.org/officeDocument/2006/relationships/image" Target="../media/image65.png"/><Relationship Id="rId92" Type="http://schemas.openxmlformats.org/officeDocument/2006/relationships/customXml" Target="../ink/ink271.xml"/><Relationship Id="rId2" Type="http://schemas.openxmlformats.org/officeDocument/2006/relationships/customXml" Target="../ink/ink226.xml"/><Relationship Id="rId29" Type="http://schemas.openxmlformats.org/officeDocument/2006/relationships/image" Target="../media/image18.png"/><Relationship Id="rId24" Type="http://schemas.openxmlformats.org/officeDocument/2006/relationships/customXml" Target="../ink/ink237.xml"/><Relationship Id="rId40" Type="http://schemas.openxmlformats.org/officeDocument/2006/relationships/customXml" Target="../ink/ink245.xml"/><Relationship Id="rId45" Type="http://schemas.openxmlformats.org/officeDocument/2006/relationships/image" Target="../media/image52.png"/><Relationship Id="rId66" Type="http://schemas.openxmlformats.org/officeDocument/2006/relationships/customXml" Target="../ink/ink258.xml"/><Relationship Id="rId87" Type="http://schemas.openxmlformats.org/officeDocument/2006/relationships/customXml" Target="../ink/ink268.xml"/><Relationship Id="rId110" Type="http://schemas.openxmlformats.org/officeDocument/2006/relationships/customXml" Target="../ink/ink280.xml"/><Relationship Id="rId115" Type="http://schemas.openxmlformats.org/officeDocument/2006/relationships/image" Target="../media/image146.png"/><Relationship Id="rId131" Type="http://schemas.openxmlformats.org/officeDocument/2006/relationships/customXml" Target="../ink/ink291.xml"/><Relationship Id="rId136" Type="http://schemas.openxmlformats.org/officeDocument/2006/relationships/image" Target="../media/image157.png"/><Relationship Id="rId61" Type="http://schemas.openxmlformats.org/officeDocument/2006/relationships/image" Target="../media/image60.png"/><Relationship Id="rId82" Type="http://schemas.openxmlformats.org/officeDocument/2006/relationships/customXml" Target="../ink/ink266.xml"/><Relationship Id="rId19" Type="http://schemas.openxmlformats.org/officeDocument/2006/relationships/image" Target="../media/image13.png"/><Relationship Id="rId14" Type="http://schemas.openxmlformats.org/officeDocument/2006/relationships/customXml" Target="../ink/ink232.xml"/><Relationship Id="rId30" Type="http://schemas.openxmlformats.org/officeDocument/2006/relationships/customXml" Target="../ink/ink240.xml"/><Relationship Id="rId35" Type="http://schemas.openxmlformats.org/officeDocument/2006/relationships/image" Target="../media/image23.png"/><Relationship Id="rId56" Type="http://schemas.openxmlformats.org/officeDocument/2006/relationships/customXml" Target="../ink/ink253.xml"/><Relationship Id="rId77" Type="http://schemas.openxmlformats.org/officeDocument/2006/relationships/image" Target="../media/image68.png"/><Relationship Id="rId100" Type="http://schemas.openxmlformats.org/officeDocument/2006/relationships/customXml" Target="../ink/ink275.xml"/><Relationship Id="rId105" Type="http://schemas.openxmlformats.org/officeDocument/2006/relationships/image" Target="../media/image141.png"/><Relationship Id="rId126" Type="http://schemas.openxmlformats.org/officeDocument/2006/relationships/image" Target="../media/image152.png"/><Relationship Id="rId8" Type="http://schemas.openxmlformats.org/officeDocument/2006/relationships/customXml" Target="../ink/ink229.xml"/><Relationship Id="rId51" Type="http://schemas.openxmlformats.org/officeDocument/2006/relationships/image" Target="../media/image55.png"/><Relationship Id="rId72" Type="http://schemas.openxmlformats.org/officeDocument/2006/relationships/customXml" Target="../ink/ink261.xml"/><Relationship Id="rId93" Type="http://schemas.openxmlformats.org/officeDocument/2006/relationships/image" Target="../media/image135.png"/><Relationship Id="rId98" Type="http://schemas.openxmlformats.org/officeDocument/2006/relationships/customXml" Target="../ink/ink274.xml"/><Relationship Id="rId121" Type="http://schemas.openxmlformats.org/officeDocument/2006/relationships/customXml" Target="../ink/ink286.xml"/><Relationship Id="rId142" Type="http://schemas.openxmlformats.org/officeDocument/2006/relationships/image" Target="../media/image161.png"/><Relationship Id="rId3" Type="http://schemas.openxmlformats.org/officeDocument/2006/relationships/image" Target="../media/image5.png"/><Relationship Id="rId25" Type="http://schemas.openxmlformats.org/officeDocument/2006/relationships/image" Target="../media/image16.png"/><Relationship Id="rId46" Type="http://schemas.openxmlformats.org/officeDocument/2006/relationships/customXml" Target="../ink/ink248.xml"/><Relationship Id="rId67" Type="http://schemas.openxmlformats.org/officeDocument/2006/relationships/image" Target="../media/image63.png"/><Relationship Id="rId116" Type="http://schemas.openxmlformats.org/officeDocument/2006/relationships/customXml" Target="../ink/ink283.xml"/><Relationship Id="rId137" Type="http://schemas.openxmlformats.org/officeDocument/2006/relationships/customXml" Target="../ink/ink294.xml"/><Relationship Id="rId20" Type="http://schemas.openxmlformats.org/officeDocument/2006/relationships/customXml" Target="../ink/ink235.xml"/><Relationship Id="rId41" Type="http://schemas.openxmlformats.org/officeDocument/2006/relationships/image" Target="../media/image50.png"/><Relationship Id="rId62" Type="http://schemas.openxmlformats.org/officeDocument/2006/relationships/customXml" Target="../ink/ink256.xml"/><Relationship Id="rId83" Type="http://schemas.openxmlformats.org/officeDocument/2006/relationships/image" Target="../media/image71.png"/><Relationship Id="rId88" Type="http://schemas.openxmlformats.org/officeDocument/2006/relationships/image" Target="../media/image148.png"/><Relationship Id="rId111" Type="http://schemas.openxmlformats.org/officeDocument/2006/relationships/image" Target="../media/image144.png"/><Relationship Id="rId132" Type="http://schemas.openxmlformats.org/officeDocument/2006/relationships/image" Target="../media/image155.png"/><Relationship Id="rId15" Type="http://schemas.openxmlformats.org/officeDocument/2006/relationships/image" Target="../media/image11.png"/><Relationship Id="rId36" Type="http://schemas.openxmlformats.org/officeDocument/2006/relationships/customXml" Target="../ink/ink243.xml"/><Relationship Id="rId57" Type="http://schemas.openxmlformats.org/officeDocument/2006/relationships/image" Target="../media/image58.png"/><Relationship Id="rId106" Type="http://schemas.openxmlformats.org/officeDocument/2006/relationships/customXml" Target="../ink/ink278.xml"/><Relationship Id="rId127" Type="http://schemas.openxmlformats.org/officeDocument/2006/relationships/customXml" Target="../ink/ink289.xml"/><Relationship Id="rId10" Type="http://schemas.openxmlformats.org/officeDocument/2006/relationships/customXml" Target="../ink/ink230.xml"/><Relationship Id="rId31" Type="http://schemas.openxmlformats.org/officeDocument/2006/relationships/image" Target="../media/image20.png"/><Relationship Id="rId52" Type="http://schemas.openxmlformats.org/officeDocument/2006/relationships/customXml" Target="../ink/ink251.xml"/><Relationship Id="rId73" Type="http://schemas.openxmlformats.org/officeDocument/2006/relationships/image" Target="../media/image66.png"/><Relationship Id="rId78" Type="http://schemas.openxmlformats.org/officeDocument/2006/relationships/customXml" Target="../ink/ink264.xml"/><Relationship Id="rId94" Type="http://schemas.openxmlformats.org/officeDocument/2006/relationships/customXml" Target="../ink/ink272.xml"/><Relationship Id="rId99" Type="http://schemas.openxmlformats.org/officeDocument/2006/relationships/image" Target="../media/image138.png"/><Relationship Id="rId101" Type="http://schemas.openxmlformats.org/officeDocument/2006/relationships/image" Target="../media/image139.png"/><Relationship Id="rId122" Type="http://schemas.openxmlformats.org/officeDocument/2006/relationships/image" Target="../media/image150.png"/><Relationship Id="rId143" Type="http://schemas.openxmlformats.org/officeDocument/2006/relationships/customXml" Target="../ink/ink297.xml"/><Relationship Id="rId4" Type="http://schemas.openxmlformats.org/officeDocument/2006/relationships/customXml" Target="../ink/ink227.xml"/><Relationship Id="rId9" Type="http://schemas.openxmlformats.org/officeDocument/2006/relationships/image" Target="../media/image810.png"/><Relationship Id="rId26" Type="http://schemas.openxmlformats.org/officeDocument/2006/relationships/customXml" Target="../ink/ink238.xml"/><Relationship Id="rId47" Type="http://schemas.openxmlformats.org/officeDocument/2006/relationships/image" Target="../media/image53.png"/><Relationship Id="rId68" Type="http://schemas.openxmlformats.org/officeDocument/2006/relationships/customXml" Target="../ink/ink259.xml"/><Relationship Id="rId89" Type="http://schemas.openxmlformats.org/officeDocument/2006/relationships/customXml" Target="../ink/ink269.xml"/><Relationship Id="rId112" Type="http://schemas.openxmlformats.org/officeDocument/2006/relationships/customXml" Target="../ink/ink281.xml"/><Relationship Id="rId133" Type="http://schemas.openxmlformats.org/officeDocument/2006/relationships/customXml" Target="../ink/ink292.xml"/><Relationship Id="rId16" Type="http://schemas.openxmlformats.org/officeDocument/2006/relationships/customXml" Target="../ink/ink233.xml"/><Relationship Id="rId37" Type="http://schemas.openxmlformats.org/officeDocument/2006/relationships/image" Target="../media/image24.png"/><Relationship Id="rId58" Type="http://schemas.openxmlformats.org/officeDocument/2006/relationships/customXml" Target="../ink/ink254.xml"/><Relationship Id="rId79" Type="http://schemas.openxmlformats.org/officeDocument/2006/relationships/image" Target="../media/image69.png"/><Relationship Id="rId102" Type="http://schemas.openxmlformats.org/officeDocument/2006/relationships/customXml" Target="../ink/ink276.xml"/><Relationship Id="rId123" Type="http://schemas.openxmlformats.org/officeDocument/2006/relationships/customXml" Target="../ink/ink287.xml"/><Relationship Id="rId144" Type="http://schemas.openxmlformats.org/officeDocument/2006/relationships/image" Target="../media/image162.png"/></Relationships>
</file>

<file path=ppt/slides/_rels/slide3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7.png"/><Relationship Id="rId21" Type="http://schemas.openxmlformats.org/officeDocument/2006/relationships/image" Target="../media/image14.png"/><Relationship Id="rId42" Type="http://schemas.openxmlformats.org/officeDocument/2006/relationships/customXml" Target="../ink/ink319.xml"/><Relationship Id="rId63" Type="http://schemas.openxmlformats.org/officeDocument/2006/relationships/image" Target="../media/image61.png"/><Relationship Id="rId84" Type="http://schemas.openxmlformats.org/officeDocument/2006/relationships/image" Target="../media/image19.png"/><Relationship Id="rId138" Type="http://schemas.openxmlformats.org/officeDocument/2006/relationships/image" Target="../media/image159.png"/><Relationship Id="rId107" Type="http://schemas.openxmlformats.org/officeDocument/2006/relationships/image" Target="../media/image142.png"/><Relationship Id="rId11" Type="http://schemas.openxmlformats.org/officeDocument/2006/relationships/image" Target="../media/image9.png"/><Relationship Id="rId32" Type="http://schemas.openxmlformats.org/officeDocument/2006/relationships/customXml" Target="../ink/ink314.xml"/><Relationship Id="rId53" Type="http://schemas.openxmlformats.org/officeDocument/2006/relationships/image" Target="../media/image56.png"/><Relationship Id="rId74" Type="http://schemas.openxmlformats.org/officeDocument/2006/relationships/customXml" Target="../ink/ink335.xml"/><Relationship Id="rId128" Type="http://schemas.openxmlformats.org/officeDocument/2006/relationships/image" Target="../media/image153.png"/><Relationship Id="rId5" Type="http://schemas.openxmlformats.org/officeDocument/2006/relationships/image" Target="../media/image6.png"/><Relationship Id="rId90" Type="http://schemas.openxmlformats.org/officeDocument/2006/relationships/customXml" Target="../ink/ink343.xml"/><Relationship Id="rId95" Type="http://schemas.openxmlformats.org/officeDocument/2006/relationships/image" Target="../media/image136.png"/><Relationship Id="rId22" Type="http://schemas.openxmlformats.org/officeDocument/2006/relationships/customXml" Target="../ink/ink309.xml"/><Relationship Id="rId27" Type="http://schemas.openxmlformats.org/officeDocument/2006/relationships/image" Target="../media/image17.png"/><Relationship Id="rId43" Type="http://schemas.openxmlformats.org/officeDocument/2006/relationships/image" Target="../media/image51.png"/><Relationship Id="rId48" Type="http://schemas.openxmlformats.org/officeDocument/2006/relationships/customXml" Target="../ink/ink322.xml"/><Relationship Id="rId64" Type="http://schemas.openxmlformats.org/officeDocument/2006/relationships/customXml" Target="../ink/ink330.xml"/><Relationship Id="rId69" Type="http://schemas.openxmlformats.org/officeDocument/2006/relationships/image" Target="../media/image64.png"/><Relationship Id="rId113" Type="http://schemas.openxmlformats.org/officeDocument/2006/relationships/image" Target="../media/image145.png"/><Relationship Id="rId118" Type="http://schemas.openxmlformats.org/officeDocument/2006/relationships/customXml" Target="../ink/ink357.xml"/><Relationship Id="rId134" Type="http://schemas.openxmlformats.org/officeDocument/2006/relationships/image" Target="../media/image156.png"/><Relationship Id="rId139" Type="http://schemas.openxmlformats.org/officeDocument/2006/relationships/customXml" Target="../ink/ink368.xml"/><Relationship Id="rId80" Type="http://schemas.openxmlformats.org/officeDocument/2006/relationships/customXml" Target="../ink/ink338.xml"/><Relationship Id="rId85" Type="http://schemas.openxmlformats.org/officeDocument/2006/relationships/customXml" Target="../ink/ink340.xml"/><Relationship Id="rId12" Type="http://schemas.openxmlformats.org/officeDocument/2006/relationships/customXml" Target="../ink/ink304.xml"/><Relationship Id="rId17" Type="http://schemas.openxmlformats.org/officeDocument/2006/relationships/image" Target="../media/image12.png"/><Relationship Id="rId33" Type="http://schemas.openxmlformats.org/officeDocument/2006/relationships/image" Target="../media/image22.png"/><Relationship Id="rId38" Type="http://schemas.openxmlformats.org/officeDocument/2006/relationships/customXml" Target="../ink/ink317.xml"/><Relationship Id="rId59" Type="http://schemas.openxmlformats.org/officeDocument/2006/relationships/image" Target="../media/image59.png"/><Relationship Id="rId103" Type="http://schemas.openxmlformats.org/officeDocument/2006/relationships/image" Target="../media/image140.png"/><Relationship Id="rId108" Type="http://schemas.openxmlformats.org/officeDocument/2006/relationships/customXml" Target="../ink/ink352.xml"/><Relationship Id="rId124" Type="http://schemas.openxmlformats.org/officeDocument/2006/relationships/image" Target="../media/image151.png"/><Relationship Id="rId129" Type="http://schemas.openxmlformats.org/officeDocument/2006/relationships/customXml" Target="../ink/ink363.xml"/><Relationship Id="rId54" Type="http://schemas.openxmlformats.org/officeDocument/2006/relationships/customXml" Target="../ink/ink325.xml"/><Relationship Id="rId70" Type="http://schemas.openxmlformats.org/officeDocument/2006/relationships/customXml" Target="../ink/ink333.xml"/><Relationship Id="rId75" Type="http://schemas.openxmlformats.org/officeDocument/2006/relationships/image" Target="../media/image67.png"/><Relationship Id="rId91" Type="http://schemas.openxmlformats.org/officeDocument/2006/relationships/image" Target="../media/image134.png"/><Relationship Id="rId96" Type="http://schemas.openxmlformats.org/officeDocument/2006/relationships/customXml" Target="../ink/ink346.xml"/><Relationship Id="rId140" Type="http://schemas.openxmlformats.org/officeDocument/2006/relationships/image" Target="../media/image160.png"/><Relationship Id="rId145" Type="http://schemas.openxmlformats.org/officeDocument/2006/relationships/customXml" Target="../ink/ink37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1.xml"/><Relationship Id="rId23" Type="http://schemas.openxmlformats.org/officeDocument/2006/relationships/image" Target="../media/image15.png"/><Relationship Id="rId28" Type="http://schemas.openxmlformats.org/officeDocument/2006/relationships/customXml" Target="../ink/ink312.xml"/><Relationship Id="rId49" Type="http://schemas.openxmlformats.org/officeDocument/2006/relationships/image" Target="../media/image54.png"/><Relationship Id="rId114" Type="http://schemas.openxmlformats.org/officeDocument/2006/relationships/customXml" Target="../ink/ink355.xml"/><Relationship Id="rId119" Type="http://schemas.openxmlformats.org/officeDocument/2006/relationships/customXml" Target="../ink/ink358.xml"/><Relationship Id="rId44" Type="http://schemas.openxmlformats.org/officeDocument/2006/relationships/customXml" Target="../ink/ink320.xml"/><Relationship Id="rId60" Type="http://schemas.openxmlformats.org/officeDocument/2006/relationships/customXml" Target="../ink/ink328.xml"/><Relationship Id="rId65" Type="http://schemas.openxmlformats.org/officeDocument/2006/relationships/image" Target="../media/image62.png"/><Relationship Id="rId81" Type="http://schemas.openxmlformats.org/officeDocument/2006/relationships/image" Target="../media/image70.png"/><Relationship Id="rId86" Type="http://schemas.openxmlformats.org/officeDocument/2006/relationships/image" Target="../media/image158.png"/><Relationship Id="rId130" Type="http://schemas.openxmlformats.org/officeDocument/2006/relationships/image" Target="../media/image154.png"/><Relationship Id="rId135" Type="http://schemas.openxmlformats.org/officeDocument/2006/relationships/customXml" Target="../ink/ink366.xml"/><Relationship Id="rId13" Type="http://schemas.openxmlformats.org/officeDocument/2006/relationships/image" Target="../media/image10.png"/><Relationship Id="rId18" Type="http://schemas.openxmlformats.org/officeDocument/2006/relationships/customXml" Target="../ink/ink307.xml"/><Relationship Id="rId39" Type="http://schemas.openxmlformats.org/officeDocument/2006/relationships/image" Target="../media/image49.png"/><Relationship Id="rId109" Type="http://schemas.openxmlformats.org/officeDocument/2006/relationships/image" Target="../media/image143.png"/><Relationship Id="rId34" Type="http://schemas.openxmlformats.org/officeDocument/2006/relationships/customXml" Target="../ink/ink315.xml"/><Relationship Id="rId50" Type="http://schemas.openxmlformats.org/officeDocument/2006/relationships/customXml" Target="../ink/ink323.xml"/><Relationship Id="rId55" Type="http://schemas.openxmlformats.org/officeDocument/2006/relationships/image" Target="../media/image57.png"/><Relationship Id="rId76" Type="http://schemas.openxmlformats.org/officeDocument/2006/relationships/customXml" Target="../ink/ink336.xml"/><Relationship Id="rId97" Type="http://schemas.openxmlformats.org/officeDocument/2006/relationships/image" Target="../media/image137.png"/><Relationship Id="rId104" Type="http://schemas.openxmlformats.org/officeDocument/2006/relationships/customXml" Target="../ink/ink350.xml"/><Relationship Id="rId120" Type="http://schemas.openxmlformats.org/officeDocument/2006/relationships/image" Target="../media/image149.png"/><Relationship Id="rId125" Type="http://schemas.openxmlformats.org/officeDocument/2006/relationships/customXml" Target="../ink/ink361.xml"/><Relationship Id="rId141" Type="http://schemas.openxmlformats.org/officeDocument/2006/relationships/customXml" Target="../ink/ink369.xml"/><Relationship Id="rId146" Type="http://schemas.openxmlformats.org/officeDocument/2006/relationships/image" Target="../media/image163.png"/><Relationship Id="rId7" Type="http://schemas.openxmlformats.org/officeDocument/2006/relationships/image" Target="../media/image7.png"/><Relationship Id="rId71" Type="http://schemas.openxmlformats.org/officeDocument/2006/relationships/image" Target="../media/image65.png"/><Relationship Id="rId92" Type="http://schemas.openxmlformats.org/officeDocument/2006/relationships/customXml" Target="../ink/ink344.xml"/><Relationship Id="rId2" Type="http://schemas.openxmlformats.org/officeDocument/2006/relationships/customXml" Target="../ink/ink299.xml"/><Relationship Id="rId29" Type="http://schemas.openxmlformats.org/officeDocument/2006/relationships/image" Target="../media/image18.png"/><Relationship Id="rId24" Type="http://schemas.openxmlformats.org/officeDocument/2006/relationships/customXml" Target="../ink/ink310.xml"/><Relationship Id="rId40" Type="http://schemas.openxmlformats.org/officeDocument/2006/relationships/customXml" Target="../ink/ink318.xml"/><Relationship Id="rId45" Type="http://schemas.openxmlformats.org/officeDocument/2006/relationships/image" Target="../media/image52.png"/><Relationship Id="rId66" Type="http://schemas.openxmlformats.org/officeDocument/2006/relationships/customXml" Target="../ink/ink331.xml"/><Relationship Id="rId87" Type="http://schemas.openxmlformats.org/officeDocument/2006/relationships/customXml" Target="../ink/ink341.xml"/><Relationship Id="rId110" Type="http://schemas.openxmlformats.org/officeDocument/2006/relationships/customXml" Target="../ink/ink353.xml"/><Relationship Id="rId115" Type="http://schemas.openxmlformats.org/officeDocument/2006/relationships/image" Target="../media/image146.png"/><Relationship Id="rId131" Type="http://schemas.openxmlformats.org/officeDocument/2006/relationships/customXml" Target="../ink/ink364.xml"/><Relationship Id="rId136" Type="http://schemas.openxmlformats.org/officeDocument/2006/relationships/image" Target="../media/image157.png"/><Relationship Id="rId61" Type="http://schemas.openxmlformats.org/officeDocument/2006/relationships/image" Target="../media/image60.png"/><Relationship Id="rId82" Type="http://schemas.openxmlformats.org/officeDocument/2006/relationships/customXml" Target="../ink/ink339.xml"/><Relationship Id="rId19" Type="http://schemas.openxmlformats.org/officeDocument/2006/relationships/image" Target="../media/image13.png"/><Relationship Id="rId14" Type="http://schemas.openxmlformats.org/officeDocument/2006/relationships/customXml" Target="../ink/ink305.xml"/><Relationship Id="rId30" Type="http://schemas.openxmlformats.org/officeDocument/2006/relationships/customXml" Target="../ink/ink313.xml"/><Relationship Id="rId35" Type="http://schemas.openxmlformats.org/officeDocument/2006/relationships/image" Target="../media/image23.png"/><Relationship Id="rId56" Type="http://schemas.openxmlformats.org/officeDocument/2006/relationships/customXml" Target="../ink/ink326.xml"/><Relationship Id="rId77" Type="http://schemas.openxmlformats.org/officeDocument/2006/relationships/image" Target="../media/image68.png"/><Relationship Id="rId100" Type="http://schemas.openxmlformats.org/officeDocument/2006/relationships/customXml" Target="../ink/ink348.xml"/><Relationship Id="rId105" Type="http://schemas.openxmlformats.org/officeDocument/2006/relationships/image" Target="../media/image141.png"/><Relationship Id="rId126" Type="http://schemas.openxmlformats.org/officeDocument/2006/relationships/image" Target="../media/image152.png"/><Relationship Id="rId147" Type="http://schemas.openxmlformats.org/officeDocument/2006/relationships/image" Target="../media/image164.png"/><Relationship Id="rId8" Type="http://schemas.openxmlformats.org/officeDocument/2006/relationships/customXml" Target="../ink/ink302.xml"/><Relationship Id="rId51" Type="http://schemas.openxmlformats.org/officeDocument/2006/relationships/image" Target="../media/image55.png"/><Relationship Id="rId72" Type="http://schemas.openxmlformats.org/officeDocument/2006/relationships/customXml" Target="../ink/ink334.xml"/><Relationship Id="rId93" Type="http://schemas.openxmlformats.org/officeDocument/2006/relationships/image" Target="../media/image135.png"/><Relationship Id="rId98" Type="http://schemas.openxmlformats.org/officeDocument/2006/relationships/customXml" Target="../ink/ink347.xml"/><Relationship Id="rId121" Type="http://schemas.openxmlformats.org/officeDocument/2006/relationships/customXml" Target="../ink/ink359.xml"/><Relationship Id="rId142" Type="http://schemas.openxmlformats.org/officeDocument/2006/relationships/image" Target="../media/image161.png"/><Relationship Id="rId3" Type="http://schemas.openxmlformats.org/officeDocument/2006/relationships/image" Target="../media/image5.png"/><Relationship Id="rId25" Type="http://schemas.openxmlformats.org/officeDocument/2006/relationships/image" Target="../media/image16.png"/><Relationship Id="rId46" Type="http://schemas.openxmlformats.org/officeDocument/2006/relationships/customXml" Target="../ink/ink321.xml"/><Relationship Id="rId67" Type="http://schemas.openxmlformats.org/officeDocument/2006/relationships/image" Target="../media/image63.png"/><Relationship Id="rId116" Type="http://schemas.openxmlformats.org/officeDocument/2006/relationships/customXml" Target="../ink/ink356.xml"/><Relationship Id="rId137" Type="http://schemas.openxmlformats.org/officeDocument/2006/relationships/customXml" Target="../ink/ink367.xml"/><Relationship Id="rId20" Type="http://schemas.openxmlformats.org/officeDocument/2006/relationships/customXml" Target="../ink/ink308.xml"/><Relationship Id="rId41" Type="http://schemas.openxmlformats.org/officeDocument/2006/relationships/image" Target="../media/image50.png"/><Relationship Id="rId62" Type="http://schemas.openxmlformats.org/officeDocument/2006/relationships/customXml" Target="../ink/ink329.xml"/><Relationship Id="rId83" Type="http://schemas.openxmlformats.org/officeDocument/2006/relationships/image" Target="../media/image71.png"/><Relationship Id="rId88" Type="http://schemas.openxmlformats.org/officeDocument/2006/relationships/image" Target="../media/image148.png"/><Relationship Id="rId111" Type="http://schemas.openxmlformats.org/officeDocument/2006/relationships/image" Target="../media/image144.png"/><Relationship Id="rId132" Type="http://schemas.openxmlformats.org/officeDocument/2006/relationships/image" Target="../media/image155.png"/><Relationship Id="rId15" Type="http://schemas.openxmlformats.org/officeDocument/2006/relationships/image" Target="../media/image11.png"/><Relationship Id="rId36" Type="http://schemas.openxmlformats.org/officeDocument/2006/relationships/customXml" Target="../ink/ink316.xml"/><Relationship Id="rId57" Type="http://schemas.openxmlformats.org/officeDocument/2006/relationships/image" Target="../media/image58.png"/><Relationship Id="rId106" Type="http://schemas.openxmlformats.org/officeDocument/2006/relationships/customXml" Target="../ink/ink351.xml"/><Relationship Id="rId127" Type="http://schemas.openxmlformats.org/officeDocument/2006/relationships/customXml" Target="../ink/ink362.xml"/><Relationship Id="rId10" Type="http://schemas.openxmlformats.org/officeDocument/2006/relationships/customXml" Target="../ink/ink303.xml"/><Relationship Id="rId31" Type="http://schemas.openxmlformats.org/officeDocument/2006/relationships/image" Target="../media/image20.png"/><Relationship Id="rId52" Type="http://schemas.openxmlformats.org/officeDocument/2006/relationships/customXml" Target="../ink/ink324.xml"/><Relationship Id="rId73" Type="http://schemas.openxmlformats.org/officeDocument/2006/relationships/image" Target="../media/image66.png"/><Relationship Id="rId78" Type="http://schemas.openxmlformats.org/officeDocument/2006/relationships/customXml" Target="../ink/ink337.xml"/><Relationship Id="rId94" Type="http://schemas.openxmlformats.org/officeDocument/2006/relationships/customXml" Target="../ink/ink345.xml"/><Relationship Id="rId99" Type="http://schemas.openxmlformats.org/officeDocument/2006/relationships/image" Target="../media/image138.png"/><Relationship Id="rId101" Type="http://schemas.openxmlformats.org/officeDocument/2006/relationships/image" Target="../media/image139.png"/><Relationship Id="rId122" Type="http://schemas.openxmlformats.org/officeDocument/2006/relationships/image" Target="../media/image150.png"/><Relationship Id="rId143" Type="http://schemas.openxmlformats.org/officeDocument/2006/relationships/customXml" Target="../ink/ink370.xml"/><Relationship Id="rId148" Type="http://schemas.openxmlformats.org/officeDocument/2006/relationships/image" Target="../media/image165.png"/><Relationship Id="rId4" Type="http://schemas.openxmlformats.org/officeDocument/2006/relationships/customXml" Target="../ink/ink300.xml"/><Relationship Id="rId9" Type="http://schemas.openxmlformats.org/officeDocument/2006/relationships/image" Target="../media/image810.png"/><Relationship Id="rId26" Type="http://schemas.openxmlformats.org/officeDocument/2006/relationships/customXml" Target="../ink/ink311.xml"/><Relationship Id="rId47" Type="http://schemas.openxmlformats.org/officeDocument/2006/relationships/image" Target="../media/image53.png"/><Relationship Id="rId68" Type="http://schemas.openxmlformats.org/officeDocument/2006/relationships/customXml" Target="../ink/ink332.xml"/><Relationship Id="rId89" Type="http://schemas.openxmlformats.org/officeDocument/2006/relationships/customXml" Target="../ink/ink342.xml"/><Relationship Id="rId112" Type="http://schemas.openxmlformats.org/officeDocument/2006/relationships/customXml" Target="../ink/ink354.xml"/><Relationship Id="rId133" Type="http://schemas.openxmlformats.org/officeDocument/2006/relationships/customXml" Target="../ink/ink365.xml"/><Relationship Id="rId16" Type="http://schemas.openxmlformats.org/officeDocument/2006/relationships/customXml" Target="../ink/ink306.xml"/><Relationship Id="rId37" Type="http://schemas.openxmlformats.org/officeDocument/2006/relationships/image" Target="../media/image24.png"/><Relationship Id="rId58" Type="http://schemas.openxmlformats.org/officeDocument/2006/relationships/customXml" Target="../ink/ink327.xml"/><Relationship Id="rId79" Type="http://schemas.openxmlformats.org/officeDocument/2006/relationships/image" Target="../media/image69.png"/><Relationship Id="rId102" Type="http://schemas.openxmlformats.org/officeDocument/2006/relationships/customXml" Target="../ink/ink349.xml"/><Relationship Id="rId123" Type="http://schemas.openxmlformats.org/officeDocument/2006/relationships/customXml" Target="../ink/ink360.xml"/><Relationship Id="rId144" Type="http://schemas.openxmlformats.org/officeDocument/2006/relationships/image" Target="../media/image162.png"/></Relationships>
</file>

<file path=ppt/slides/_rels/slide3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7.png"/><Relationship Id="rId21" Type="http://schemas.openxmlformats.org/officeDocument/2006/relationships/image" Target="../media/image14.png"/><Relationship Id="rId42" Type="http://schemas.openxmlformats.org/officeDocument/2006/relationships/customXml" Target="../ink/ink392.xml"/><Relationship Id="rId63" Type="http://schemas.openxmlformats.org/officeDocument/2006/relationships/image" Target="../media/image61.png"/><Relationship Id="rId84" Type="http://schemas.openxmlformats.org/officeDocument/2006/relationships/image" Target="../media/image19.png"/><Relationship Id="rId138" Type="http://schemas.openxmlformats.org/officeDocument/2006/relationships/image" Target="../media/image159.png"/><Relationship Id="rId107" Type="http://schemas.openxmlformats.org/officeDocument/2006/relationships/image" Target="../media/image142.png"/><Relationship Id="rId11" Type="http://schemas.openxmlformats.org/officeDocument/2006/relationships/image" Target="../media/image9.png"/><Relationship Id="rId32" Type="http://schemas.openxmlformats.org/officeDocument/2006/relationships/customXml" Target="../ink/ink387.xml"/><Relationship Id="rId53" Type="http://schemas.openxmlformats.org/officeDocument/2006/relationships/image" Target="../media/image56.png"/><Relationship Id="rId74" Type="http://schemas.openxmlformats.org/officeDocument/2006/relationships/customXml" Target="../ink/ink408.xml"/><Relationship Id="rId128" Type="http://schemas.openxmlformats.org/officeDocument/2006/relationships/image" Target="../media/image153.png"/><Relationship Id="rId5" Type="http://schemas.openxmlformats.org/officeDocument/2006/relationships/image" Target="../media/image6.png"/><Relationship Id="rId90" Type="http://schemas.openxmlformats.org/officeDocument/2006/relationships/customXml" Target="../ink/ink416.xml"/><Relationship Id="rId95" Type="http://schemas.openxmlformats.org/officeDocument/2006/relationships/image" Target="../media/image136.png"/><Relationship Id="rId22" Type="http://schemas.openxmlformats.org/officeDocument/2006/relationships/customXml" Target="../ink/ink382.xml"/><Relationship Id="rId27" Type="http://schemas.openxmlformats.org/officeDocument/2006/relationships/image" Target="../media/image17.png"/><Relationship Id="rId43" Type="http://schemas.openxmlformats.org/officeDocument/2006/relationships/image" Target="../media/image51.png"/><Relationship Id="rId48" Type="http://schemas.openxmlformats.org/officeDocument/2006/relationships/customXml" Target="../ink/ink395.xml"/><Relationship Id="rId64" Type="http://schemas.openxmlformats.org/officeDocument/2006/relationships/customXml" Target="../ink/ink403.xml"/><Relationship Id="rId69" Type="http://schemas.openxmlformats.org/officeDocument/2006/relationships/image" Target="../media/image64.png"/><Relationship Id="rId113" Type="http://schemas.openxmlformats.org/officeDocument/2006/relationships/image" Target="../media/image145.png"/><Relationship Id="rId118" Type="http://schemas.openxmlformats.org/officeDocument/2006/relationships/customXml" Target="../ink/ink430.xml"/><Relationship Id="rId134" Type="http://schemas.openxmlformats.org/officeDocument/2006/relationships/image" Target="../media/image156.png"/><Relationship Id="rId139" Type="http://schemas.openxmlformats.org/officeDocument/2006/relationships/customXml" Target="../ink/ink441.xml"/><Relationship Id="rId80" Type="http://schemas.openxmlformats.org/officeDocument/2006/relationships/customXml" Target="../ink/ink411.xml"/><Relationship Id="rId85" Type="http://schemas.openxmlformats.org/officeDocument/2006/relationships/customXml" Target="../ink/ink413.xml"/><Relationship Id="rId12" Type="http://schemas.openxmlformats.org/officeDocument/2006/relationships/customXml" Target="../ink/ink377.xml"/><Relationship Id="rId17" Type="http://schemas.openxmlformats.org/officeDocument/2006/relationships/image" Target="../media/image12.png"/><Relationship Id="rId33" Type="http://schemas.openxmlformats.org/officeDocument/2006/relationships/image" Target="../media/image22.png"/><Relationship Id="rId38" Type="http://schemas.openxmlformats.org/officeDocument/2006/relationships/customXml" Target="../ink/ink390.xml"/><Relationship Id="rId59" Type="http://schemas.openxmlformats.org/officeDocument/2006/relationships/image" Target="../media/image59.png"/><Relationship Id="rId103" Type="http://schemas.openxmlformats.org/officeDocument/2006/relationships/image" Target="../media/image140.png"/><Relationship Id="rId108" Type="http://schemas.openxmlformats.org/officeDocument/2006/relationships/customXml" Target="../ink/ink425.xml"/><Relationship Id="rId124" Type="http://schemas.openxmlformats.org/officeDocument/2006/relationships/image" Target="../media/image151.png"/><Relationship Id="rId129" Type="http://schemas.openxmlformats.org/officeDocument/2006/relationships/customXml" Target="../ink/ink436.xml"/><Relationship Id="rId54" Type="http://schemas.openxmlformats.org/officeDocument/2006/relationships/customXml" Target="../ink/ink398.xml"/><Relationship Id="rId70" Type="http://schemas.openxmlformats.org/officeDocument/2006/relationships/customXml" Target="../ink/ink406.xml"/><Relationship Id="rId75" Type="http://schemas.openxmlformats.org/officeDocument/2006/relationships/image" Target="../media/image67.png"/><Relationship Id="rId91" Type="http://schemas.openxmlformats.org/officeDocument/2006/relationships/image" Target="../media/image134.png"/><Relationship Id="rId96" Type="http://schemas.openxmlformats.org/officeDocument/2006/relationships/customXml" Target="../ink/ink419.xml"/><Relationship Id="rId140" Type="http://schemas.openxmlformats.org/officeDocument/2006/relationships/image" Target="../media/image160.png"/><Relationship Id="rId145" Type="http://schemas.openxmlformats.org/officeDocument/2006/relationships/customXml" Target="../ink/ink44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4.xml"/><Relationship Id="rId23" Type="http://schemas.openxmlformats.org/officeDocument/2006/relationships/image" Target="../media/image15.png"/><Relationship Id="rId28" Type="http://schemas.openxmlformats.org/officeDocument/2006/relationships/customXml" Target="../ink/ink385.xml"/><Relationship Id="rId49" Type="http://schemas.openxmlformats.org/officeDocument/2006/relationships/image" Target="../media/image54.png"/><Relationship Id="rId114" Type="http://schemas.openxmlformats.org/officeDocument/2006/relationships/customXml" Target="../ink/ink428.xml"/><Relationship Id="rId119" Type="http://schemas.openxmlformats.org/officeDocument/2006/relationships/customXml" Target="../ink/ink431.xml"/><Relationship Id="rId44" Type="http://schemas.openxmlformats.org/officeDocument/2006/relationships/customXml" Target="../ink/ink393.xml"/><Relationship Id="rId60" Type="http://schemas.openxmlformats.org/officeDocument/2006/relationships/customXml" Target="../ink/ink401.xml"/><Relationship Id="rId65" Type="http://schemas.openxmlformats.org/officeDocument/2006/relationships/image" Target="../media/image62.png"/><Relationship Id="rId81" Type="http://schemas.openxmlformats.org/officeDocument/2006/relationships/image" Target="../media/image70.png"/><Relationship Id="rId86" Type="http://schemas.openxmlformats.org/officeDocument/2006/relationships/image" Target="../media/image158.png"/><Relationship Id="rId130" Type="http://schemas.openxmlformats.org/officeDocument/2006/relationships/image" Target="../media/image154.png"/><Relationship Id="rId135" Type="http://schemas.openxmlformats.org/officeDocument/2006/relationships/customXml" Target="../ink/ink439.xml"/><Relationship Id="rId13" Type="http://schemas.openxmlformats.org/officeDocument/2006/relationships/image" Target="../media/image10.png"/><Relationship Id="rId18" Type="http://schemas.openxmlformats.org/officeDocument/2006/relationships/customXml" Target="../ink/ink380.xml"/><Relationship Id="rId39" Type="http://schemas.openxmlformats.org/officeDocument/2006/relationships/image" Target="../media/image49.png"/><Relationship Id="rId109" Type="http://schemas.openxmlformats.org/officeDocument/2006/relationships/image" Target="../media/image143.png"/><Relationship Id="rId34" Type="http://schemas.openxmlformats.org/officeDocument/2006/relationships/customXml" Target="../ink/ink388.xml"/><Relationship Id="rId50" Type="http://schemas.openxmlformats.org/officeDocument/2006/relationships/customXml" Target="../ink/ink396.xml"/><Relationship Id="rId55" Type="http://schemas.openxmlformats.org/officeDocument/2006/relationships/image" Target="../media/image57.png"/><Relationship Id="rId76" Type="http://schemas.openxmlformats.org/officeDocument/2006/relationships/customXml" Target="../ink/ink409.xml"/><Relationship Id="rId97" Type="http://schemas.openxmlformats.org/officeDocument/2006/relationships/image" Target="../media/image137.png"/><Relationship Id="rId104" Type="http://schemas.openxmlformats.org/officeDocument/2006/relationships/customXml" Target="../ink/ink423.xml"/><Relationship Id="rId120" Type="http://schemas.openxmlformats.org/officeDocument/2006/relationships/image" Target="../media/image149.png"/><Relationship Id="rId125" Type="http://schemas.openxmlformats.org/officeDocument/2006/relationships/customXml" Target="../ink/ink434.xml"/><Relationship Id="rId141" Type="http://schemas.openxmlformats.org/officeDocument/2006/relationships/customXml" Target="../ink/ink442.xml"/><Relationship Id="rId146" Type="http://schemas.openxmlformats.org/officeDocument/2006/relationships/image" Target="../media/image163.png"/><Relationship Id="rId7" Type="http://schemas.openxmlformats.org/officeDocument/2006/relationships/image" Target="../media/image7.png"/><Relationship Id="rId71" Type="http://schemas.openxmlformats.org/officeDocument/2006/relationships/image" Target="../media/image65.png"/><Relationship Id="rId92" Type="http://schemas.openxmlformats.org/officeDocument/2006/relationships/customXml" Target="../ink/ink417.xml"/><Relationship Id="rId2" Type="http://schemas.openxmlformats.org/officeDocument/2006/relationships/customXml" Target="../ink/ink372.xml"/><Relationship Id="rId29" Type="http://schemas.openxmlformats.org/officeDocument/2006/relationships/image" Target="../media/image18.png"/><Relationship Id="rId24" Type="http://schemas.openxmlformats.org/officeDocument/2006/relationships/customXml" Target="../ink/ink383.xml"/><Relationship Id="rId40" Type="http://schemas.openxmlformats.org/officeDocument/2006/relationships/customXml" Target="../ink/ink391.xml"/><Relationship Id="rId45" Type="http://schemas.openxmlformats.org/officeDocument/2006/relationships/image" Target="../media/image52.png"/><Relationship Id="rId66" Type="http://schemas.openxmlformats.org/officeDocument/2006/relationships/customXml" Target="../ink/ink404.xml"/><Relationship Id="rId87" Type="http://schemas.openxmlformats.org/officeDocument/2006/relationships/customXml" Target="../ink/ink414.xml"/><Relationship Id="rId110" Type="http://schemas.openxmlformats.org/officeDocument/2006/relationships/customXml" Target="../ink/ink426.xml"/><Relationship Id="rId115" Type="http://schemas.openxmlformats.org/officeDocument/2006/relationships/image" Target="../media/image146.png"/><Relationship Id="rId131" Type="http://schemas.openxmlformats.org/officeDocument/2006/relationships/customXml" Target="../ink/ink437.xml"/><Relationship Id="rId136" Type="http://schemas.openxmlformats.org/officeDocument/2006/relationships/image" Target="../media/image157.png"/><Relationship Id="rId61" Type="http://schemas.openxmlformats.org/officeDocument/2006/relationships/image" Target="../media/image60.png"/><Relationship Id="rId82" Type="http://schemas.openxmlformats.org/officeDocument/2006/relationships/customXml" Target="../ink/ink412.xml"/><Relationship Id="rId19" Type="http://schemas.openxmlformats.org/officeDocument/2006/relationships/image" Target="../media/image13.png"/><Relationship Id="rId14" Type="http://schemas.openxmlformats.org/officeDocument/2006/relationships/customXml" Target="../ink/ink378.xml"/><Relationship Id="rId30" Type="http://schemas.openxmlformats.org/officeDocument/2006/relationships/customXml" Target="../ink/ink386.xml"/><Relationship Id="rId35" Type="http://schemas.openxmlformats.org/officeDocument/2006/relationships/image" Target="../media/image23.png"/><Relationship Id="rId56" Type="http://schemas.openxmlformats.org/officeDocument/2006/relationships/customXml" Target="../ink/ink399.xml"/><Relationship Id="rId77" Type="http://schemas.openxmlformats.org/officeDocument/2006/relationships/image" Target="../media/image68.png"/><Relationship Id="rId100" Type="http://schemas.openxmlformats.org/officeDocument/2006/relationships/customXml" Target="../ink/ink421.xml"/><Relationship Id="rId105" Type="http://schemas.openxmlformats.org/officeDocument/2006/relationships/image" Target="../media/image141.png"/><Relationship Id="rId126" Type="http://schemas.openxmlformats.org/officeDocument/2006/relationships/image" Target="../media/image152.png"/><Relationship Id="rId147" Type="http://schemas.openxmlformats.org/officeDocument/2006/relationships/image" Target="../media/image164.png"/><Relationship Id="rId8" Type="http://schemas.openxmlformats.org/officeDocument/2006/relationships/customXml" Target="../ink/ink375.xml"/><Relationship Id="rId51" Type="http://schemas.openxmlformats.org/officeDocument/2006/relationships/image" Target="../media/image55.png"/><Relationship Id="rId72" Type="http://schemas.openxmlformats.org/officeDocument/2006/relationships/customXml" Target="../ink/ink407.xml"/><Relationship Id="rId93" Type="http://schemas.openxmlformats.org/officeDocument/2006/relationships/image" Target="../media/image135.png"/><Relationship Id="rId98" Type="http://schemas.openxmlformats.org/officeDocument/2006/relationships/customXml" Target="../ink/ink420.xml"/><Relationship Id="rId121" Type="http://schemas.openxmlformats.org/officeDocument/2006/relationships/customXml" Target="../ink/ink432.xml"/><Relationship Id="rId142" Type="http://schemas.openxmlformats.org/officeDocument/2006/relationships/image" Target="../media/image161.png"/><Relationship Id="rId3" Type="http://schemas.openxmlformats.org/officeDocument/2006/relationships/image" Target="../media/image5.png"/><Relationship Id="rId25" Type="http://schemas.openxmlformats.org/officeDocument/2006/relationships/image" Target="../media/image16.png"/><Relationship Id="rId46" Type="http://schemas.openxmlformats.org/officeDocument/2006/relationships/customXml" Target="../ink/ink394.xml"/><Relationship Id="rId67" Type="http://schemas.openxmlformats.org/officeDocument/2006/relationships/image" Target="../media/image63.png"/><Relationship Id="rId116" Type="http://schemas.openxmlformats.org/officeDocument/2006/relationships/customXml" Target="../ink/ink429.xml"/><Relationship Id="rId137" Type="http://schemas.openxmlformats.org/officeDocument/2006/relationships/customXml" Target="../ink/ink440.xml"/><Relationship Id="rId20" Type="http://schemas.openxmlformats.org/officeDocument/2006/relationships/customXml" Target="../ink/ink381.xml"/><Relationship Id="rId41" Type="http://schemas.openxmlformats.org/officeDocument/2006/relationships/image" Target="../media/image50.png"/><Relationship Id="rId62" Type="http://schemas.openxmlformats.org/officeDocument/2006/relationships/customXml" Target="../ink/ink402.xml"/><Relationship Id="rId83" Type="http://schemas.openxmlformats.org/officeDocument/2006/relationships/image" Target="../media/image71.png"/><Relationship Id="rId88" Type="http://schemas.openxmlformats.org/officeDocument/2006/relationships/image" Target="../media/image148.png"/><Relationship Id="rId111" Type="http://schemas.openxmlformats.org/officeDocument/2006/relationships/image" Target="../media/image144.png"/><Relationship Id="rId132" Type="http://schemas.openxmlformats.org/officeDocument/2006/relationships/image" Target="../media/image155.png"/><Relationship Id="rId15" Type="http://schemas.openxmlformats.org/officeDocument/2006/relationships/image" Target="../media/image11.png"/><Relationship Id="rId36" Type="http://schemas.openxmlformats.org/officeDocument/2006/relationships/customXml" Target="../ink/ink389.xml"/><Relationship Id="rId57" Type="http://schemas.openxmlformats.org/officeDocument/2006/relationships/image" Target="../media/image58.png"/><Relationship Id="rId106" Type="http://schemas.openxmlformats.org/officeDocument/2006/relationships/customXml" Target="../ink/ink424.xml"/><Relationship Id="rId127" Type="http://schemas.openxmlformats.org/officeDocument/2006/relationships/customXml" Target="../ink/ink435.xml"/><Relationship Id="rId10" Type="http://schemas.openxmlformats.org/officeDocument/2006/relationships/customXml" Target="../ink/ink376.xml"/><Relationship Id="rId31" Type="http://schemas.openxmlformats.org/officeDocument/2006/relationships/image" Target="../media/image20.png"/><Relationship Id="rId52" Type="http://schemas.openxmlformats.org/officeDocument/2006/relationships/customXml" Target="../ink/ink397.xml"/><Relationship Id="rId73" Type="http://schemas.openxmlformats.org/officeDocument/2006/relationships/image" Target="../media/image66.png"/><Relationship Id="rId78" Type="http://schemas.openxmlformats.org/officeDocument/2006/relationships/customXml" Target="../ink/ink410.xml"/><Relationship Id="rId94" Type="http://schemas.openxmlformats.org/officeDocument/2006/relationships/customXml" Target="../ink/ink418.xml"/><Relationship Id="rId99" Type="http://schemas.openxmlformats.org/officeDocument/2006/relationships/image" Target="../media/image138.png"/><Relationship Id="rId101" Type="http://schemas.openxmlformats.org/officeDocument/2006/relationships/image" Target="../media/image139.png"/><Relationship Id="rId122" Type="http://schemas.openxmlformats.org/officeDocument/2006/relationships/image" Target="../media/image150.png"/><Relationship Id="rId143" Type="http://schemas.openxmlformats.org/officeDocument/2006/relationships/customXml" Target="../ink/ink443.xml"/><Relationship Id="rId148" Type="http://schemas.openxmlformats.org/officeDocument/2006/relationships/image" Target="../media/image165.png"/><Relationship Id="rId4" Type="http://schemas.openxmlformats.org/officeDocument/2006/relationships/customXml" Target="../ink/ink373.xml"/><Relationship Id="rId9" Type="http://schemas.openxmlformats.org/officeDocument/2006/relationships/image" Target="../media/image810.png"/><Relationship Id="rId26" Type="http://schemas.openxmlformats.org/officeDocument/2006/relationships/customXml" Target="../ink/ink384.xml"/><Relationship Id="rId47" Type="http://schemas.openxmlformats.org/officeDocument/2006/relationships/image" Target="../media/image53.png"/><Relationship Id="rId68" Type="http://schemas.openxmlformats.org/officeDocument/2006/relationships/customXml" Target="../ink/ink405.xml"/><Relationship Id="rId89" Type="http://schemas.openxmlformats.org/officeDocument/2006/relationships/customXml" Target="../ink/ink415.xml"/><Relationship Id="rId112" Type="http://schemas.openxmlformats.org/officeDocument/2006/relationships/customXml" Target="../ink/ink427.xml"/><Relationship Id="rId133" Type="http://schemas.openxmlformats.org/officeDocument/2006/relationships/customXml" Target="../ink/ink438.xml"/><Relationship Id="rId16" Type="http://schemas.openxmlformats.org/officeDocument/2006/relationships/customXml" Target="../ink/ink379.xml"/><Relationship Id="rId37" Type="http://schemas.openxmlformats.org/officeDocument/2006/relationships/image" Target="../media/image24.png"/><Relationship Id="rId58" Type="http://schemas.openxmlformats.org/officeDocument/2006/relationships/customXml" Target="../ink/ink400.xml"/><Relationship Id="rId79" Type="http://schemas.openxmlformats.org/officeDocument/2006/relationships/image" Target="../media/image69.png"/><Relationship Id="rId102" Type="http://schemas.openxmlformats.org/officeDocument/2006/relationships/customXml" Target="../ink/ink422.xml"/><Relationship Id="rId123" Type="http://schemas.openxmlformats.org/officeDocument/2006/relationships/customXml" Target="../ink/ink433.xml"/><Relationship Id="rId144" Type="http://schemas.openxmlformats.org/officeDocument/2006/relationships/image" Target="../media/image162.png"/></Relationships>
</file>

<file path=ppt/slides/_rels/slide4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56.xml"/><Relationship Id="rId21" Type="http://schemas.openxmlformats.org/officeDocument/2006/relationships/image" Target="../media/image80.png"/><Relationship Id="rId34" Type="http://schemas.openxmlformats.org/officeDocument/2006/relationships/customXml" Target="../ink/ink460.xml"/><Relationship Id="rId42" Type="http://schemas.openxmlformats.org/officeDocument/2006/relationships/customXml" Target="../ink/ink464.xml"/><Relationship Id="rId47" Type="http://schemas.openxmlformats.org/officeDocument/2006/relationships/image" Target="../media/image170.png"/><Relationship Id="rId50" Type="http://schemas.openxmlformats.org/officeDocument/2006/relationships/customXml" Target="../ink/ink468.xml"/><Relationship Id="rId55" Type="http://schemas.openxmlformats.org/officeDocument/2006/relationships/image" Target="../media/image174.png"/><Relationship Id="rId63" Type="http://schemas.openxmlformats.org/officeDocument/2006/relationships/image" Target="../media/image178.png"/><Relationship Id="rId7" Type="http://schemas.openxmlformats.org/officeDocument/2006/relationships/image" Target="../media/image73.png"/><Relationship Id="rId2" Type="http://schemas.openxmlformats.org/officeDocument/2006/relationships/image" Target="../media/image166.png"/><Relationship Id="rId16" Type="http://schemas.openxmlformats.org/officeDocument/2006/relationships/customXml" Target="../ink/ink451.xml"/><Relationship Id="rId29" Type="http://schemas.openxmlformats.org/officeDocument/2006/relationships/image" Target="../media/image84.png"/><Relationship Id="rId11" Type="http://schemas.openxmlformats.org/officeDocument/2006/relationships/image" Target="../media/image75.png"/><Relationship Id="rId24" Type="http://schemas.openxmlformats.org/officeDocument/2006/relationships/customXml" Target="../ink/ink455.xml"/><Relationship Id="rId32" Type="http://schemas.openxmlformats.org/officeDocument/2006/relationships/customXml" Target="../ink/ink459.xml"/><Relationship Id="rId37" Type="http://schemas.openxmlformats.org/officeDocument/2006/relationships/image" Target="../media/image136.png"/><Relationship Id="rId40" Type="http://schemas.openxmlformats.org/officeDocument/2006/relationships/customXml" Target="../ink/ink463.xml"/><Relationship Id="rId45" Type="http://schemas.openxmlformats.org/officeDocument/2006/relationships/image" Target="../media/image169.png"/><Relationship Id="rId53" Type="http://schemas.openxmlformats.org/officeDocument/2006/relationships/image" Target="../media/image173.png"/><Relationship Id="rId58" Type="http://schemas.openxmlformats.org/officeDocument/2006/relationships/customXml" Target="../ink/ink472.xml"/><Relationship Id="rId66" Type="http://schemas.openxmlformats.org/officeDocument/2006/relationships/customXml" Target="../ink/ink476.xml"/><Relationship Id="rId5" Type="http://schemas.openxmlformats.org/officeDocument/2006/relationships/image" Target="../media/image72.png"/><Relationship Id="rId61" Type="http://schemas.openxmlformats.org/officeDocument/2006/relationships/image" Target="../media/image177.png"/><Relationship Id="rId19" Type="http://schemas.openxmlformats.org/officeDocument/2006/relationships/image" Target="../media/image79.png"/><Relationship Id="rId14" Type="http://schemas.openxmlformats.org/officeDocument/2006/relationships/customXml" Target="../ink/ink450.xml"/><Relationship Id="rId22" Type="http://schemas.openxmlformats.org/officeDocument/2006/relationships/customXml" Target="../ink/ink454.xml"/><Relationship Id="rId27" Type="http://schemas.openxmlformats.org/officeDocument/2006/relationships/image" Target="../media/image83.png"/><Relationship Id="rId30" Type="http://schemas.openxmlformats.org/officeDocument/2006/relationships/customXml" Target="../ink/ink458.xml"/><Relationship Id="rId35" Type="http://schemas.openxmlformats.org/officeDocument/2006/relationships/image" Target="../media/image135.png"/><Relationship Id="rId43" Type="http://schemas.openxmlformats.org/officeDocument/2006/relationships/image" Target="../media/image168.png"/><Relationship Id="rId48" Type="http://schemas.openxmlformats.org/officeDocument/2006/relationships/customXml" Target="../ink/ink467.xml"/><Relationship Id="rId56" Type="http://schemas.openxmlformats.org/officeDocument/2006/relationships/customXml" Target="../ink/ink471.xml"/><Relationship Id="rId64" Type="http://schemas.openxmlformats.org/officeDocument/2006/relationships/customXml" Target="../ink/ink475.xml"/><Relationship Id="rId8" Type="http://schemas.openxmlformats.org/officeDocument/2006/relationships/customXml" Target="../ink/ink447.xml"/><Relationship Id="rId51" Type="http://schemas.openxmlformats.org/officeDocument/2006/relationships/image" Target="../media/image172.png"/><Relationship Id="rId3" Type="http://schemas.openxmlformats.org/officeDocument/2006/relationships/image" Target="../media/image167.png"/><Relationship Id="rId12" Type="http://schemas.openxmlformats.org/officeDocument/2006/relationships/customXml" Target="../ink/ink449.xml"/><Relationship Id="rId17" Type="http://schemas.openxmlformats.org/officeDocument/2006/relationships/image" Target="../media/image78.png"/><Relationship Id="rId25" Type="http://schemas.openxmlformats.org/officeDocument/2006/relationships/image" Target="../media/image82.png"/><Relationship Id="rId33" Type="http://schemas.openxmlformats.org/officeDocument/2006/relationships/image" Target="../media/image134.png"/><Relationship Id="rId38" Type="http://schemas.openxmlformats.org/officeDocument/2006/relationships/customXml" Target="../ink/ink462.xml"/><Relationship Id="rId46" Type="http://schemas.openxmlformats.org/officeDocument/2006/relationships/customXml" Target="../ink/ink466.xml"/><Relationship Id="rId59" Type="http://schemas.openxmlformats.org/officeDocument/2006/relationships/image" Target="../media/image176.png"/><Relationship Id="rId67" Type="http://schemas.openxmlformats.org/officeDocument/2006/relationships/image" Target="../media/image180.png"/><Relationship Id="rId20" Type="http://schemas.openxmlformats.org/officeDocument/2006/relationships/customXml" Target="../ink/ink453.xml"/><Relationship Id="rId41" Type="http://schemas.openxmlformats.org/officeDocument/2006/relationships/image" Target="../media/image138.png"/><Relationship Id="rId54" Type="http://schemas.openxmlformats.org/officeDocument/2006/relationships/customXml" Target="../ink/ink470.xml"/><Relationship Id="rId62" Type="http://schemas.openxmlformats.org/officeDocument/2006/relationships/customXml" Target="../ink/ink47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46.xml"/><Relationship Id="rId15" Type="http://schemas.openxmlformats.org/officeDocument/2006/relationships/image" Target="../media/image77.png"/><Relationship Id="rId23" Type="http://schemas.openxmlformats.org/officeDocument/2006/relationships/image" Target="../media/image81.png"/><Relationship Id="rId28" Type="http://schemas.openxmlformats.org/officeDocument/2006/relationships/customXml" Target="../ink/ink457.xml"/><Relationship Id="rId36" Type="http://schemas.openxmlformats.org/officeDocument/2006/relationships/customXml" Target="../ink/ink461.xml"/><Relationship Id="rId49" Type="http://schemas.openxmlformats.org/officeDocument/2006/relationships/image" Target="../media/image171.png"/><Relationship Id="rId57" Type="http://schemas.openxmlformats.org/officeDocument/2006/relationships/image" Target="../media/image175.png"/><Relationship Id="rId10" Type="http://schemas.openxmlformats.org/officeDocument/2006/relationships/customXml" Target="../ink/ink448.xml"/><Relationship Id="rId31" Type="http://schemas.openxmlformats.org/officeDocument/2006/relationships/image" Target="../media/image85.png"/><Relationship Id="rId44" Type="http://schemas.openxmlformats.org/officeDocument/2006/relationships/customXml" Target="../ink/ink465.xml"/><Relationship Id="rId52" Type="http://schemas.openxmlformats.org/officeDocument/2006/relationships/customXml" Target="../ink/ink469.xml"/><Relationship Id="rId60" Type="http://schemas.openxmlformats.org/officeDocument/2006/relationships/customXml" Target="../ink/ink473.xml"/><Relationship Id="rId65" Type="http://schemas.openxmlformats.org/officeDocument/2006/relationships/image" Target="../media/image179.png"/><Relationship Id="rId4" Type="http://schemas.openxmlformats.org/officeDocument/2006/relationships/customXml" Target="../ink/ink445.xml"/><Relationship Id="rId9" Type="http://schemas.openxmlformats.org/officeDocument/2006/relationships/image" Target="../media/image74.png"/><Relationship Id="rId13" Type="http://schemas.openxmlformats.org/officeDocument/2006/relationships/image" Target="../media/image76.png"/><Relationship Id="rId18" Type="http://schemas.openxmlformats.org/officeDocument/2006/relationships/customXml" Target="../ink/ink452.xml"/><Relationship Id="rId39" Type="http://schemas.openxmlformats.org/officeDocument/2006/relationships/image" Target="../media/image137.png"/></Relationships>
</file>

<file path=ppt/slides/_rels/slide4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.png"/><Relationship Id="rId117" Type="http://schemas.openxmlformats.org/officeDocument/2006/relationships/image" Target="../media/image183.png"/><Relationship Id="rId21" Type="http://schemas.openxmlformats.org/officeDocument/2006/relationships/customXml" Target="../ink/ink486.xml"/><Relationship Id="rId42" Type="http://schemas.openxmlformats.org/officeDocument/2006/relationships/image" Target="../media/image49.png"/><Relationship Id="rId47" Type="http://schemas.openxmlformats.org/officeDocument/2006/relationships/customXml" Target="../ink/ink499.xml"/><Relationship Id="rId63" Type="http://schemas.openxmlformats.org/officeDocument/2006/relationships/customXml" Target="../ink/ink507.xml"/><Relationship Id="rId68" Type="http://schemas.openxmlformats.org/officeDocument/2006/relationships/image" Target="../media/image62.png"/><Relationship Id="rId84" Type="http://schemas.openxmlformats.org/officeDocument/2006/relationships/image" Target="../media/image70.png"/><Relationship Id="rId89" Type="http://schemas.openxmlformats.org/officeDocument/2006/relationships/customXml" Target="../ink/ink520.xml"/><Relationship Id="rId112" Type="http://schemas.openxmlformats.org/officeDocument/2006/relationships/image" Target="../media/image84.png"/><Relationship Id="rId16" Type="http://schemas.openxmlformats.org/officeDocument/2006/relationships/image" Target="../media/image10.png"/><Relationship Id="rId107" Type="http://schemas.openxmlformats.org/officeDocument/2006/relationships/customXml" Target="../ink/ink529.xml"/><Relationship Id="rId11" Type="http://schemas.openxmlformats.org/officeDocument/2006/relationships/customXml" Target="../ink/ink481.xml"/><Relationship Id="rId32" Type="http://schemas.openxmlformats.org/officeDocument/2006/relationships/image" Target="../media/image18.png"/><Relationship Id="rId37" Type="http://schemas.openxmlformats.org/officeDocument/2006/relationships/customXml" Target="../ink/ink494.xml"/><Relationship Id="rId53" Type="http://schemas.openxmlformats.org/officeDocument/2006/relationships/customXml" Target="../ink/ink502.xml"/><Relationship Id="rId58" Type="http://schemas.openxmlformats.org/officeDocument/2006/relationships/image" Target="../media/image57.png"/><Relationship Id="rId74" Type="http://schemas.openxmlformats.org/officeDocument/2006/relationships/image" Target="../media/image65.png"/><Relationship Id="rId79" Type="http://schemas.openxmlformats.org/officeDocument/2006/relationships/customXml" Target="../ink/ink515.xml"/><Relationship Id="rId102" Type="http://schemas.openxmlformats.org/officeDocument/2006/relationships/image" Target="../media/image79.png"/><Relationship Id="rId5" Type="http://schemas.openxmlformats.org/officeDocument/2006/relationships/customXml" Target="../ink/ink478.xml"/><Relationship Id="rId90" Type="http://schemas.openxmlformats.org/officeDocument/2006/relationships/image" Target="../media/image73.png"/><Relationship Id="rId95" Type="http://schemas.openxmlformats.org/officeDocument/2006/relationships/customXml" Target="../ink/ink523.xml"/><Relationship Id="rId22" Type="http://schemas.openxmlformats.org/officeDocument/2006/relationships/image" Target="../media/image13.png"/><Relationship Id="rId27" Type="http://schemas.openxmlformats.org/officeDocument/2006/relationships/customXml" Target="../ink/ink489.xml"/><Relationship Id="rId43" Type="http://schemas.openxmlformats.org/officeDocument/2006/relationships/customXml" Target="../ink/ink497.xml"/><Relationship Id="rId48" Type="http://schemas.openxmlformats.org/officeDocument/2006/relationships/image" Target="../media/image52.png"/><Relationship Id="rId64" Type="http://schemas.openxmlformats.org/officeDocument/2006/relationships/image" Target="../media/image60.png"/><Relationship Id="rId69" Type="http://schemas.openxmlformats.org/officeDocument/2006/relationships/customXml" Target="../ink/ink510.xml"/><Relationship Id="rId113" Type="http://schemas.openxmlformats.org/officeDocument/2006/relationships/customXml" Target="../ink/ink532.xml"/><Relationship Id="rId80" Type="http://schemas.openxmlformats.org/officeDocument/2006/relationships/image" Target="../media/image68.png"/><Relationship Id="rId85" Type="http://schemas.openxmlformats.org/officeDocument/2006/relationships/customXml" Target="../ink/ink518.xml"/><Relationship Id="rId12" Type="http://schemas.openxmlformats.org/officeDocument/2006/relationships/image" Target="../media/image810.png"/><Relationship Id="rId17" Type="http://schemas.openxmlformats.org/officeDocument/2006/relationships/customXml" Target="../ink/ink484.xml"/><Relationship Id="rId33" Type="http://schemas.openxmlformats.org/officeDocument/2006/relationships/customXml" Target="../ink/ink492.xml"/><Relationship Id="rId38" Type="http://schemas.openxmlformats.org/officeDocument/2006/relationships/image" Target="../media/image23.png"/><Relationship Id="rId59" Type="http://schemas.openxmlformats.org/officeDocument/2006/relationships/customXml" Target="../ink/ink505.xml"/><Relationship Id="rId103" Type="http://schemas.openxmlformats.org/officeDocument/2006/relationships/customXml" Target="../ink/ink527.xml"/><Relationship Id="rId108" Type="http://schemas.openxmlformats.org/officeDocument/2006/relationships/image" Target="../media/image82.png"/><Relationship Id="rId54" Type="http://schemas.openxmlformats.org/officeDocument/2006/relationships/image" Target="../media/image55.png"/><Relationship Id="rId70" Type="http://schemas.openxmlformats.org/officeDocument/2006/relationships/image" Target="../media/image63.png"/><Relationship Id="rId75" Type="http://schemas.openxmlformats.org/officeDocument/2006/relationships/customXml" Target="../ink/ink513.xml"/><Relationship Id="rId91" Type="http://schemas.openxmlformats.org/officeDocument/2006/relationships/customXml" Target="../ink/ink521.xml"/><Relationship Id="rId96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23" Type="http://schemas.openxmlformats.org/officeDocument/2006/relationships/customXml" Target="../ink/ink487.xml"/><Relationship Id="rId28" Type="http://schemas.openxmlformats.org/officeDocument/2006/relationships/image" Target="../media/image16.png"/><Relationship Id="rId49" Type="http://schemas.openxmlformats.org/officeDocument/2006/relationships/customXml" Target="../ink/ink500.xml"/><Relationship Id="rId114" Type="http://schemas.openxmlformats.org/officeDocument/2006/relationships/image" Target="../media/image85.png"/><Relationship Id="rId10" Type="http://schemas.openxmlformats.org/officeDocument/2006/relationships/image" Target="../media/image7.png"/><Relationship Id="rId31" Type="http://schemas.openxmlformats.org/officeDocument/2006/relationships/customXml" Target="../ink/ink491.xml"/><Relationship Id="rId44" Type="http://schemas.openxmlformats.org/officeDocument/2006/relationships/image" Target="../media/image50.png"/><Relationship Id="rId52" Type="http://schemas.openxmlformats.org/officeDocument/2006/relationships/image" Target="../media/image54.png"/><Relationship Id="rId60" Type="http://schemas.openxmlformats.org/officeDocument/2006/relationships/image" Target="../media/image58.png"/><Relationship Id="rId65" Type="http://schemas.openxmlformats.org/officeDocument/2006/relationships/customXml" Target="../ink/ink508.xml"/><Relationship Id="rId73" Type="http://schemas.openxmlformats.org/officeDocument/2006/relationships/customXml" Target="../ink/ink512.xml"/><Relationship Id="rId78" Type="http://schemas.openxmlformats.org/officeDocument/2006/relationships/image" Target="../media/image67.png"/><Relationship Id="rId81" Type="http://schemas.openxmlformats.org/officeDocument/2006/relationships/customXml" Target="../ink/ink516.xml"/><Relationship Id="rId86" Type="http://schemas.openxmlformats.org/officeDocument/2006/relationships/image" Target="../media/image71.png"/><Relationship Id="rId94" Type="http://schemas.openxmlformats.org/officeDocument/2006/relationships/image" Target="../media/image75.png"/><Relationship Id="rId99" Type="http://schemas.openxmlformats.org/officeDocument/2006/relationships/customXml" Target="../ink/ink525.xml"/><Relationship Id="rId101" Type="http://schemas.openxmlformats.org/officeDocument/2006/relationships/customXml" Target="../ink/ink526.xml"/><Relationship Id="rId4" Type="http://schemas.openxmlformats.org/officeDocument/2006/relationships/image" Target="../media/image1180.png"/><Relationship Id="rId9" Type="http://schemas.openxmlformats.org/officeDocument/2006/relationships/customXml" Target="../ink/ink480.xml"/><Relationship Id="rId13" Type="http://schemas.openxmlformats.org/officeDocument/2006/relationships/customXml" Target="../ink/ink482.xml"/><Relationship Id="rId18" Type="http://schemas.openxmlformats.org/officeDocument/2006/relationships/image" Target="../media/image11.png"/><Relationship Id="rId39" Type="http://schemas.openxmlformats.org/officeDocument/2006/relationships/customXml" Target="../ink/ink495.xml"/><Relationship Id="rId109" Type="http://schemas.openxmlformats.org/officeDocument/2006/relationships/customXml" Target="../ink/ink530.xml"/><Relationship Id="rId34" Type="http://schemas.openxmlformats.org/officeDocument/2006/relationships/image" Target="../media/image20.png"/><Relationship Id="rId50" Type="http://schemas.openxmlformats.org/officeDocument/2006/relationships/image" Target="../media/image53.png"/><Relationship Id="rId55" Type="http://schemas.openxmlformats.org/officeDocument/2006/relationships/customXml" Target="../ink/ink503.xml"/><Relationship Id="rId76" Type="http://schemas.openxmlformats.org/officeDocument/2006/relationships/image" Target="../media/image66.png"/><Relationship Id="rId97" Type="http://schemas.openxmlformats.org/officeDocument/2006/relationships/customXml" Target="../ink/ink524.xml"/><Relationship Id="rId104" Type="http://schemas.openxmlformats.org/officeDocument/2006/relationships/image" Target="../media/image80.png"/><Relationship Id="rId7" Type="http://schemas.openxmlformats.org/officeDocument/2006/relationships/customXml" Target="../ink/ink479.xml"/><Relationship Id="rId71" Type="http://schemas.openxmlformats.org/officeDocument/2006/relationships/customXml" Target="../ink/ink511.xml"/><Relationship Id="rId92" Type="http://schemas.openxmlformats.org/officeDocument/2006/relationships/image" Target="../media/image74.png"/><Relationship Id="rId2" Type="http://schemas.openxmlformats.org/officeDocument/2006/relationships/image" Target="../media/image1150.png"/><Relationship Id="rId29" Type="http://schemas.openxmlformats.org/officeDocument/2006/relationships/customXml" Target="../ink/ink490.xml"/><Relationship Id="rId24" Type="http://schemas.openxmlformats.org/officeDocument/2006/relationships/image" Target="../media/image14.png"/><Relationship Id="rId40" Type="http://schemas.openxmlformats.org/officeDocument/2006/relationships/image" Target="../media/image24.png"/><Relationship Id="rId45" Type="http://schemas.openxmlformats.org/officeDocument/2006/relationships/customXml" Target="../ink/ink498.xml"/><Relationship Id="rId66" Type="http://schemas.openxmlformats.org/officeDocument/2006/relationships/image" Target="../media/image61.png"/><Relationship Id="rId87" Type="http://schemas.openxmlformats.org/officeDocument/2006/relationships/customXml" Target="../ink/ink519.xml"/><Relationship Id="rId110" Type="http://schemas.openxmlformats.org/officeDocument/2006/relationships/image" Target="../media/image83.png"/><Relationship Id="rId115" Type="http://schemas.openxmlformats.org/officeDocument/2006/relationships/image" Target="../media/image181.png"/><Relationship Id="rId61" Type="http://schemas.openxmlformats.org/officeDocument/2006/relationships/customXml" Target="../ink/ink506.xml"/><Relationship Id="rId82" Type="http://schemas.openxmlformats.org/officeDocument/2006/relationships/image" Target="../media/image69.png"/><Relationship Id="rId19" Type="http://schemas.openxmlformats.org/officeDocument/2006/relationships/customXml" Target="../ink/ink485.xml"/><Relationship Id="rId14" Type="http://schemas.openxmlformats.org/officeDocument/2006/relationships/image" Target="../media/image9.png"/><Relationship Id="rId30" Type="http://schemas.openxmlformats.org/officeDocument/2006/relationships/image" Target="../media/image17.png"/><Relationship Id="rId35" Type="http://schemas.openxmlformats.org/officeDocument/2006/relationships/customXml" Target="../ink/ink493.xml"/><Relationship Id="rId56" Type="http://schemas.openxmlformats.org/officeDocument/2006/relationships/image" Target="../media/image56.png"/><Relationship Id="rId77" Type="http://schemas.openxmlformats.org/officeDocument/2006/relationships/customXml" Target="../ink/ink514.xml"/><Relationship Id="rId100" Type="http://schemas.openxmlformats.org/officeDocument/2006/relationships/image" Target="../media/image78.png"/><Relationship Id="rId105" Type="http://schemas.openxmlformats.org/officeDocument/2006/relationships/customXml" Target="../ink/ink528.xml"/><Relationship Id="rId8" Type="http://schemas.openxmlformats.org/officeDocument/2006/relationships/image" Target="../media/image6.png"/><Relationship Id="rId51" Type="http://schemas.openxmlformats.org/officeDocument/2006/relationships/customXml" Target="../ink/ink501.xml"/><Relationship Id="rId72" Type="http://schemas.openxmlformats.org/officeDocument/2006/relationships/image" Target="../media/image64.png"/><Relationship Id="rId93" Type="http://schemas.openxmlformats.org/officeDocument/2006/relationships/customXml" Target="../ink/ink522.xml"/><Relationship Id="rId98" Type="http://schemas.openxmlformats.org/officeDocument/2006/relationships/image" Target="../media/image77.png"/><Relationship Id="rId3" Type="http://schemas.openxmlformats.org/officeDocument/2006/relationships/customXml" Target="../ink/ink477.xml"/><Relationship Id="rId25" Type="http://schemas.openxmlformats.org/officeDocument/2006/relationships/customXml" Target="../ink/ink488.xml"/><Relationship Id="rId46" Type="http://schemas.openxmlformats.org/officeDocument/2006/relationships/image" Target="../media/image51.png"/><Relationship Id="rId67" Type="http://schemas.openxmlformats.org/officeDocument/2006/relationships/customXml" Target="../ink/ink509.xml"/><Relationship Id="rId116" Type="http://schemas.openxmlformats.org/officeDocument/2006/relationships/image" Target="../media/image182.png"/><Relationship Id="rId20" Type="http://schemas.openxmlformats.org/officeDocument/2006/relationships/image" Target="../media/image12.png"/><Relationship Id="rId41" Type="http://schemas.openxmlformats.org/officeDocument/2006/relationships/customXml" Target="../ink/ink496.xml"/><Relationship Id="rId62" Type="http://schemas.openxmlformats.org/officeDocument/2006/relationships/image" Target="../media/image59.png"/><Relationship Id="rId83" Type="http://schemas.openxmlformats.org/officeDocument/2006/relationships/customXml" Target="../ink/ink517.xml"/><Relationship Id="rId88" Type="http://schemas.openxmlformats.org/officeDocument/2006/relationships/image" Target="../media/image72.png"/><Relationship Id="rId111" Type="http://schemas.openxmlformats.org/officeDocument/2006/relationships/customXml" Target="../ink/ink531.xml"/><Relationship Id="rId15" Type="http://schemas.openxmlformats.org/officeDocument/2006/relationships/customXml" Target="../ink/ink483.xml"/><Relationship Id="rId36" Type="http://schemas.openxmlformats.org/officeDocument/2006/relationships/image" Target="../media/image22.png"/><Relationship Id="rId57" Type="http://schemas.openxmlformats.org/officeDocument/2006/relationships/customXml" Target="../ink/ink504.xml"/><Relationship Id="rId106" Type="http://schemas.openxmlformats.org/officeDocument/2006/relationships/image" Target="../media/image8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customXml" Target="../ink/ink533.xml"/><Relationship Id="rId4" Type="http://schemas.openxmlformats.org/officeDocument/2006/relationships/image" Target="../media/image116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8.png"/><Relationship Id="rId4" Type="http://schemas.openxmlformats.org/officeDocument/2006/relationships/image" Target="../media/image117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1.png"/><Relationship Id="rId4" Type="http://schemas.openxmlformats.org/officeDocument/2006/relationships/image" Target="../media/image19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jp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image" Target="../media/image195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image" Target="../media/image19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8.png"/><Relationship Id="rId4" Type="http://schemas.openxmlformats.org/officeDocument/2006/relationships/image" Target="../media/image19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DA415-EFE4-21EC-0847-F8805F958F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Random walks on graphs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C64DAC-A989-0907-17A7-9FC088B39A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Uthsav Chitra</a:t>
            </a:r>
          </a:p>
        </p:txBody>
      </p:sp>
    </p:spTree>
    <p:extLst>
      <p:ext uri="{BB962C8B-B14F-4D97-AF65-F5344CB8AC3E}">
        <p14:creationId xmlns:p14="http://schemas.microsoft.com/office/powerpoint/2010/main" val="1472369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9816D-E85B-60CD-36A8-F0D7170E9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23EF9-F055-55AC-5311-D080E1262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358"/>
            <a:ext cx="12192000" cy="1325563"/>
          </a:xfrm>
        </p:spPr>
        <p:txBody>
          <a:bodyPr>
            <a:normAutofit/>
          </a:bodyPr>
          <a:lstStyle/>
          <a:p>
            <a:r>
              <a:rPr lang="en-US" dirty="0"/>
              <a:t>Last time: manifolds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C1C08-9653-E989-9F85-19351847C68B}"/>
              </a:ext>
            </a:extLst>
          </p:cNvPr>
          <p:cNvSpPr txBox="1"/>
          <p:nvPr/>
        </p:nvSpPr>
        <p:spPr>
          <a:xfrm>
            <a:off x="674914" y="1166841"/>
            <a:ext cx="105809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Informally: A manifold M is </a:t>
            </a:r>
            <a:r>
              <a:rPr lang="en-US" sz="3000" dirty="0">
                <a:solidFill>
                  <a:srgbClr val="FF0000"/>
                </a:solidFill>
              </a:rPr>
              <a:t>an object in a high-dimensional space </a:t>
            </a:r>
            <a:r>
              <a:rPr lang="en-US" sz="3000" dirty="0"/>
              <a:t>that 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“locally” is low-dimensional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F17BD-88CC-6B5B-15B9-D4A4AF587D1A}"/>
              </a:ext>
            </a:extLst>
          </p:cNvPr>
          <p:cNvSpPr txBox="1"/>
          <p:nvPr/>
        </p:nvSpPr>
        <p:spPr>
          <a:xfrm>
            <a:off x="537826" y="2282531"/>
            <a:ext cx="46741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Example: a sphere (globe)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A0F5167-F252-73CB-806E-83E7E5995F18}"/>
              </a:ext>
            </a:extLst>
          </p:cNvPr>
          <p:cNvGrpSpPr/>
          <p:nvPr/>
        </p:nvGrpSpPr>
        <p:grpSpPr>
          <a:xfrm>
            <a:off x="2132875" y="2936556"/>
            <a:ext cx="7376886" cy="3759292"/>
            <a:chOff x="1584235" y="2936557"/>
            <a:chExt cx="7376886" cy="375929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12649A0-B524-A165-53AE-E62476764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867" b="13015"/>
            <a:stretch>
              <a:fillRect/>
            </a:stretch>
          </p:blipFill>
          <p:spPr>
            <a:xfrm>
              <a:off x="1584235" y="3373150"/>
              <a:ext cx="7376886" cy="3322699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DFB85FC-D878-E654-72D2-5E0A6BC9DA40}"/>
                </a:ext>
              </a:extLst>
            </p:cNvPr>
            <p:cNvSpPr txBox="1"/>
            <p:nvPr/>
          </p:nvSpPr>
          <p:spPr>
            <a:xfrm>
              <a:off x="1584235" y="2936557"/>
              <a:ext cx="25813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Lives in 3-D space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76C83DA-11A5-E0C6-8995-D45CC7C5B9B4}"/>
                </a:ext>
              </a:extLst>
            </p:cNvPr>
            <p:cNvSpPr txBox="1"/>
            <p:nvPr/>
          </p:nvSpPr>
          <p:spPr>
            <a:xfrm>
              <a:off x="5965370" y="2967335"/>
              <a:ext cx="26472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“locally” looks 2-D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7522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36&quot; Diameter Globe - Huge Inflatable World Globe">
            <a:extLst>
              <a:ext uri="{FF2B5EF4-FFF2-40B4-BE49-F238E27FC236}">
                <a16:creationId xmlns:a16="http://schemas.microsoft.com/office/drawing/2014/main" id="{5790AF49-6AFA-918C-81EB-E6C681925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0400"/>
            <a:ext cx="4504195" cy="45041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665C7F-4A75-56F9-9C3F-BC7BC9940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12" y="184042"/>
            <a:ext cx="10515600" cy="1325563"/>
          </a:xfrm>
        </p:spPr>
        <p:txBody>
          <a:bodyPr/>
          <a:lstStyle/>
          <a:p>
            <a:r>
              <a:rPr lang="en-US" dirty="0"/>
              <a:t>Another way to think about manifolds: maps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1A8E84-35F4-ED14-2C2C-9C2AB8D11908}"/>
              </a:ext>
            </a:extLst>
          </p:cNvPr>
          <p:cNvSpPr/>
          <p:nvPr/>
        </p:nvSpPr>
        <p:spPr>
          <a:xfrm>
            <a:off x="1813302" y="2708786"/>
            <a:ext cx="278969" cy="22085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C5D938-66A2-16DD-E9A9-7050A314A502}"/>
              </a:ext>
            </a:extLst>
          </p:cNvPr>
          <p:cNvCxnSpPr/>
          <p:nvPr/>
        </p:nvCxnSpPr>
        <p:spPr>
          <a:xfrm flipV="1">
            <a:off x="2045776" y="1670400"/>
            <a:ext cx="3502617" cy="10228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59364B-39E3-2597-2CAD-CB44F83482BC}"/>
              </a:ext>
            </a:extLst>
          </p:cNvPr>
          <p:cNvCxnSpPr>
            <a:cxnSpLocks/>
          </p:cNvCxnSpPr>
          <p:nvPr/>
        </p:nvCxnSpPr>
        <p:spPr>
          <a:xfrm>
            <a:off x="1952786" y="2947476"/>
            <a:ext cx="3595607" cy="1915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How to Use Google Maps to Plan an Awesome Vacation | WIRED">
            <a:extLst>
              <a:ext uri="{FF2B5EF4-FFF2-40B4-BE49-F238E27FC236}">
                <a16:creationId xmlns:a16="http://schemas.microsoft.com/office/drawing/2014/main" id="{9D51FABC-C0E5-C558-F514-BC72E8005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393" y="1509605"/>
            <a:ext cx="5063087" cy="33728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25C9CB-E2C5-1331-7820-EEE8AB3DBB50}"/>
              </a:ext>
            </a:extLst>
          </p:cNvPr>
          <p:cNvSpPr txBox="1"/>
          <p:nvPr/>
        </p:nvSpPr>
        <p:spPr>
          <a:xfrm>
            <a:off x="5377912" y="4998241"/>
            <a:ext cx="61683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For small trips, we can approximate the distance on a globe with a 2-D map</a:t>
            </a:r>
          </a:p>
        </p:txBody>
      </p:sp>
    </p:spTree>
    <p:extLst>
      <p:ext uri="{BB962C8B-B14F-4D97-AF65-F5344CB8AC3E}">
        <p14:creationId xmlns:p14="http://schemas.microsoft.com/office/powerpoint/2010/main" val="3637565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5736B-A91A-01FC-2926-D51E277C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36&quot; Diameter Globe - Huge Inflatable World Globe">
            <a:extLst>
              <a:ext uri="{FF2B5EF4-FFF2-40B4-BE49-F238E27FC236}">
                <a16:creationId xmlns:a16="http://schemas.microsoft.com/office/drawing/2014/main" id="{826FEEDC-B28D-C435-BEA9-CA2A8EE88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9763"/>
            <a:ext cx="4504195" cy="45041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194683-83C0-7D87-AE7C-5AD2607E1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593" y="113824"/>
            <a:ext cx="10515600" cy="1325563"/>
          </a:xfrm>
        </p:spPr>
        <p:txBody>
          <a:bodyPr/>
          <a:lstStyle/>
          <a:p>
            <a:r>
              <a:rPr lang="en-US" dirty="0"/>
              <a:t>Another way to think about manifolds: maps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9D4457-5D00-453F-51C7-4C14C6559E21}"/>
              </a:ext>
            </a:extLst>
          </p:cNvPr>
          <p:cNvSpPr txBox="1"/>
          <p:nvPr/>
        </p:nvSpPr>
        <p:spPr>
          <a:xfrm>
            <a:off x="4676172" y="5465251"/>
            <a:ext cx="7419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For long trips, 2-D map is </a:t>
            </a:r>
            <a:r>
              <a:rPr lang="en-US" sz="3000" b="1" dirty="0"/>
              <a:t>not</a:t>
            </a:r>
            <a:r>
              <a:rPr lang="en-US" sz="3000" dirty="0"/>
              <a:t> good for calculating distances</a:t>
            </a:r>
          </a:p>
        </p:txBody>
      </p:sp>
      <p:pic>
        <p:nvPicPr>
          <p:cNvPr id="3" name="Picture 2" descr="World Map: A clickable map of world countries :-)">
            <a:extLst>
              <a:ext uri="{FF2B5EF4-FFF2-40B4-BE49-F238E27FC236}">
                <a16:creationId xmlns:a16="http://schemas.microsoft.com/office/drawing/2014/main" id="{2FB3D3A9-9412-E60E-00E1-07BFCF631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292" y="1501237"/>
            <a:ext cx="6479876" cy="3855526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09D34B5-9C8B-AF59-9ACA-A4FD13843BA8}"/>
              </a:ext>
            </a:extLst>
          </p:cNvPr>
          <p:cNvSpPr/>
          <p:nvPr/>
        </p:nvSpPr>
        <p:spPr>
          <a:xfrm>
            <a:off x="5197098" y="2430651"/>
            <a:ext cx="180814" cy="216976"/>
          </a:xfrm>
          <a:prstGeom prst="ellipse">
            <a:avLst/>
          </a:prstGeom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84AB2AB-5A35-0BC3-5C93-7F2284941269}"/>
              </a:ext>
            </a:extLst>
          </p:cNvPr>
          <p:cNvSpPr/>
          <p:nvPr/>
        </p:nvSpPr>
        <p:spPr>
          <a:xfrm>
            <a:off x="10806193" y="2430651"/>
            <a:ext cx="180814" cy="216976"/>
          </a:xfrm>
          <a:prstGeom prst="ellipse">
            <a:avLst/>
          </a:prstGeom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A733E6-D61F-7A3B-7986-1F834C88F0CC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5377912" y="2539139"/>
            <a:ext cx="542828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0389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808B97-A988-1CA7-479E-0389A40EEDF4}"/>
              </a:ext>
            </a:extLst>
          </p:cNvPr>
          <p:cNvSpPr/>
          <p:nvPr/>
        </p:nvSpPr>
        <p:spPr>
          <a:xfrm>
            <a:off x="4733882" y="1933787"/>
            <a:ext cx="731520" cy="3474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F9E19AE-5C4C-C01D-DFED-D33B98887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358"/>
            <a:ext cx="121920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Last time: manifold structure obscured by PCA</a:t>
            </a:r>
            <a:br>
              <a:rPr lang="en-US" sz="4000" dirty="0"/>
            </a:br>
            <a:r>
              <a:rPr lang="en-US" sz="4000" dirty="0"/>
              <a:t>We need geodesic distances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A95CFD-F128-92F1-E64C-BFC7F50AE6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87" t="36519" r="49874"/>
          <a:stretch>
            <a:fillRect/>
          </a:stretch>
        </p:blipFill>
        <p:spPr>
          <a:xfrm>
            <a:off x="704322" y="2956842"/>
            <a:ext cx="3247746" cy="33807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816E9D-A7DE-67D6-E907-9640D380EB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412" t="36519" r="15248"/>
          <a:stretch>
            <a:fillRect/>
          </a:stretch>
        </p:blipFill>
        <p:spPr>
          <a:xfrm>
            <a:off x="4372147" y="2956841"/>
            <a:ext cx="3447706" cy="3588861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EC6679FC-C13A-074C-79F0-87CDE0A6E8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54234" t="42529" r="8549" b="5978"/>
          <a:stretch>
            <a:fillRect/>
          </a:stretch>
        </p:blipFill>
        <p:spPr>
          <a:xfrm>
            <a:off x="7852474" y="3164987"/>
            <a:ext cx="4339526" cy="338071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7D8CBE2-9CAB-76EB-8735-1FF6E180615D}"/>
              </a:ext>
            </a:extLst>
          </p:cNvPr>
          <p:cNvGrpSpPr/>
          <p:nvPr/>
        </p:nvGrpSpPr>
        <p:grpSpPr>
          <a:xfrm>
            <a:off x="139485" y="1119049"/>
            <a:ext cx="11659648" cy="1500001"/>
            <a:chOff x="0" y="1456840"/>
            <a:chExt cx="11659648" cy="1500001"/>
          </a:xfrm>
        </p:grpSpPr>
        <p:pic>
          <p:nvPicPr>
            <p:cNvPr id="8" name="Content Placeholder 4">
              <a:extLst>
                <a:ext uri="{FF2B5EF4-FFF2-40B4-BE49-F238E27FC236}">
                  <a16:creationId xmlns:a16="http://schemas.microsoft.com/office/drawing/2014/main" id="{FEF3C40D-EA54-F832-7AA1-88DA0AD49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683" b="57470"/>
            <a:stretch>
              <a:fillRect/>
            </a:stretch>
          </p:blipFill>
          <p:spPr>
            <a:xfrm>
              <a:off x="0" y="1456840"/>
              <a:ext cx="11659648" cy="1500001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18FF753-C893-111F-EB2C-863D0F3AA003}"/>
                </a:ext>
              </a:extLst>
            </p:cNvPr>
            <p:cNvSpPr/>
            <p:nvPr/>
          </p:nvSpPr>
          <p:spPr>
            <a:xfrm>
              <a:off x="4700016" y="2103120"/>
              <a:ext cx="731520" cy="3474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07935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6DB82-B759-2872-0628-E58970040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3313"/>
            <a:ext cx="12091416" cy="1325563"/>
          </a:xfrm>
        </p:spPr>
        <p:txBody>
          <a:bodyPr>
            <a:normAutofit/>
          </a:bodyPr>
          <a:lstStyle/>
          <a:p>
            <a:r>
              <a:rPr lang="en-US" sz="4000" dirty="0"/>
              <a:t>Last time: </a:t>
            </a:r>
            <a:r>
              <a:rPr lang="en-US" sz="3800" dirty="0"/>
              <a:t>Graphs are used to represent manifold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47F152E-805A-36A3-182B-F569FA435260}"/>
              </a:ext>
            </a:extLst>
          </p:cNvPr>
          <p:cNvGrpSpPr/>
          <p:nvPr/>
        </p:nvGrpSpPr>
        <p:grpSpPr>
          <a:xfrm>
            <a:off x="638835" y="3012601"/>
            <a:ext cx="10652767" cy="3908925"/>
            <a:chOff x="0" y="2175121"/>
            <a:chExt cx="12545569" cy="4542225"/>
          </a:xfrm>
        </p:grpSpPr>
        <p:pic>
          <p:nvPicPr>
            <p:cNvPr id="4" name="Content Placeholder 4">
              <a:extLst>
                <a:ext uri="{FF2B5EF4-FFF2-40B4-BE49-F238E27FC236}">
                  <a16:creationId xmlns:a16="http://schemas.microsoft.com/office/drawing/2014/main" id="{040BC1C7-E1B0-A678-95B8-9C4AAABAF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594" t="45125" r="52789" b="8423"/>
            <a:stretch>
              <a:fillRect/>
            </a:stretch>
          </p:blipFill>
          <p:spPr>
            <a:xfrm>
              <a:off x="0" y="3254020"/>
              <a:ext cx="5522976" cy="331200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5BA10F8-B8C0-CB1D-5470-9A4B374E6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1212" t="58083"/>
            <a:stretch>
              <a:fillRect/>
            </a:stretch>
          </p:blipFill>
          <p:spPr>
            <a:xfrm>
              <a:off x="7296912" y="3268676"/>
              <a:ext cx="4206240" cy="3448670"/>
            </a:xfrm>
            <a:prstGeom prst="rect">
              <a:avLst/>
            </a:prstGeom>
          </p:spPr>
        </p:pic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0FB7BBC6-03EE-B819-9A7D-E7EF5D504F0C}"/>
                </a:ext>
              </a:extLst>
            </p:cNvPr>
            <p:cNvSpPr/>
            <p:nvPr/>
          </p:nvSpPr>
          <p:spPr>
            <a:xfrm>
              <a:off x="5650992" y="4466540"/>
              <a:ext cx="1371600" cy="88696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DB93B6-FDB2-23FF-E9CA-62DEF269E01E}"/>
                </a:ext>
              </a:extLst>
            </p:cNvPr>
            <p:cNvSpPr txBox="1"/>
            <p:nvPr/>
          </p:nvSpPr>
          <p:spPr>
            <a:xfrm>
              <a:off x="993323" y="2322504"/>
              <a:ext cx="4401072" cy="10013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b="1" dirty="0"/>
                <a:t>Data points x</a:t>
              </a:r>
              <a:r>
                <a:rPr lang="en-US" sz="2500" b="1" baseline="-25000" dirty="0"/>
                <a:t>1</a:t>
              </a:r>
              <a:r>
                <a:rPr lang="en-US" sz="2500" b="1" dirty="0"/>
                <a:t>, …, </a:t>
              </a:r>
              <a:r>
                <a:rPr lang="en-US" sz="2500" b="1" dirty="0" err="1"/>
                <a:t>x</a:t>
              </a:r>
              <a:r>
                <a:rPr lang="en-US" sz="2500" b="1" baseline="-25000" dirty="0" err="1"/>
                <a:t>N</a:t>
              </a:r>
              <a:r>
                <a:rPr lang="en-US" sz="2500" b="1" dirty="0"/>
                <a:t> in original 3D space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C142002-1FF9-16EE-4B9D-6285C4E8073B}"/>
                </a:ext>
              </a:extLst>
            </p:cNvPr>
            <p:cNvSpPr txBox="1"/>
            <p:nvPr/>
          </p:nvSpPr>
          <p:spPr>
            <a:xfrm>
              <a:off x="6644881" y="2175121"/>
              <a:ext cx="5900688" cy="1448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b="1" dirty="0"/>
                <a:t>Graph G=(V,E) w/ vertices V={x</a:t>
              </a:r>
              <a:r>
                <a:rPr lang="en-US" sz="2500" b="1" baseline="-25000" dirty="0"/>
                <a:t>1</a:t>
              </a:r>
              <a:r>
                <a:rPr lang="en-US" sz="2500" b="1" dirty="0"/>
                <a:t>, …, </a:t>
              </a:r>
              <a:r>
                <a:rPr lang="en-US" sz="2500" b="1" dirty="0" err="1"/>
                <a:t>x</a:t>
              </a:r>
              <a:r>
                <a:rPr lang="en-US" sz="2500" b="1" baseline="-25000" dirty="0" err="1"/>
                <a:t>N</a:t>
              </a:r>
              <a:r>
                <a:rPr lang="en-US" sz="2500" b="1" dirty="0"/>
                <a:t>} formed by connecting “nearby” datapoints x</a:t>
              </a:r>
              <a:r>
                <a:rPr lang="en-US" sz="2500" b="1" baseline="-25000" dirty="0"/>
                <a:t>i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74EBBF5-83AF-101A-1FEE-31AC1F5E22EB}"/>
                  </a:ext>
                </a:extLst>
              </p:cNvPr>
              <p:cNvSpPr txBox="1"/>
              <p:nvPr/>
            </p:nvSpPr>
            <p:spPr>
              <a:xfrm>
                <a:off x="408402" y="1094225"/>
                <a:ext cx="646685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 (undirected, unweighted) </a:t>
                </a:r>
                <a:r>
                  <a:rPr lang="en-US" sz="2400" u="sng" dirty="0"/>
                  <a:t>graph</a:t>
                </a:r>
                <a:r>
                  <a:rPr lang="en-US" sz="2400" dirty="0"/>
                  <a:t> G = (V, E) has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vertex (node) set V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edges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/>
                  <a:t> where each edge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a pair of vertices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74EBBF5-83AF-101A-1FEE-31AC1F5E2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02" y="1094225"/>
                <a:ext cx="6466857" cy="1569660"/>
              </a:xfrm>
              <a:prstGeom prst="rect">
                <a:avLst/>
              </a:prstGeom>
              <a:blipFill>
                <a:blip r:embed="rId4"/>
                <a:stretch>
                  <a:fillRect l="-1569" t="-2400" b="-8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C2D2A3F3-4A1E-6E42-6683-827EA08BCC37}"/>
              </a:ext>
            </a:extLst>
          </p:cNvPr>
          <p:cNvGrpSpPr/>
          <p:nvPr/>
        </p:nvGrpSpPr>
        <p:grpSpPr>
          <a:xfrm rot="5400000">
            <a:off x="8210491" y="454143"/>
            <a:ext cx="1151793" cy="2871993"/>
            <a:chOff x="758711" y="2997376"/>
            <a:chExt cx="1109936" cy="2663658"/>
          </a:xfrm>
        </p:grpSpPr>
        <p:cxnSp>
          <p:nvCxnSpPr>
            <p:cNvPr id="11" name="Google Shape;140;p13">
              <a:extLst>
                <a:ext uri="{FF2B5EF4-FFF2-40B4-BE49-F238E27FC236}">
                  <a16:creationId xmlns:a16="http://schemas.microsoft.com/office/drawing/2014/main" id="{276CB080-1FC2-1BD1-6C28-B8C519655997}"/>
                </a:ext>
              </a:extLst>
            </p:cNvPr>
            <p:cNvCxnSpPr/>
            <p:nvPr/>
          </p:nvCxnSpPr>
          <p:spPr>
            <a:xfrm>
              <a:off x="1047458" y="3718927"/>
              <a:ext cx="629565" cy="13933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57;p13">
              <a:extLst>
                <a:ext uri="{FF2B5EF4-FFF2-40B4-BE49-F238E27FC236}">
                  <a16:creationId xmlns:a16="http://schemas.microsoft.com/office/drawing/2014/main" id="{CAC349B1-090F-44CD-C442-8BA911DC1A4C}"/>
                </a:ext>
              </a:extLst>
            </p:cNvPr>
            <p:cNvCxnSpPr/>
            <p:nvPr/>
          </p:nvCxnSpPr>
          <p:spPr>
            <a:xfrm rot="10800000">
              <a:off x="1338407" y="3191294"/>
              <a:ext cx="324573" cy="54166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8;p13">
              <a:extLst>
                <a:ext uri="{FF2B5EF4-FFF2-40B4-BE49-F238E27FC236}">
                  <a16:creationId xmlns:a16="http://schemas.microsoft.com/office/drawing/2014/main" id="{96456F40-1D7B-E401-90E7-A1529371FEB9}"/>
                </a:ext>
              </a:extLst>
            </p:cNvPr>
            <p:cNvCxnSpPr/>
            <p:nvPr/>
          </p:nvCxnSpPr>
          <p:spPr>
            <a:xfrm rot="10800000">
              <a:off x="1667776" y="3728120"/>
              <a:ext cx="4747" cy="863876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4;p13">
              <a:extLst>
                <a:ext uri="{FF2B5EF4-FFF2-40B4-BE49-F238E27FC236}">
                  <a16:creationId xmlns:a16="http://schemas.microsoft.com/office/drawing/2014/main" id="{C552B7DB-BD11-157C-C6CC-77F76C725806}"/>
                </a:ext>
              </a:extLst>
            </p:cNvPr>
            <p:cNvCxnSpPr/>
            <p:nvPr/>
          </p:nvCxnSpPr>
          <p:spPr>
            <a:xfrm rot="10800000" flipH="1">
              <a:off x="953911" y="4585147"/>
              <a:ext cx="725690" cy="27867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65;p13">
              <a:extLst>
                <a:ext uri="{FF2B5EF4-FFF2-40B4-BE49-F238E27FC236}">
                  <a16:creationId xmlns:a16="http://schemas.microsoft.com/office/drawing/2014/main" id="{1E958486-4074-DF48-E72C-26CF65D9BCEE}"/>
                </a:ext>
              </a:extLst>
            </p:cNvPr>
            <p:cNvCxnSpPr/>
            <p:nvPr/>
          </p:nvCxnSpPr>
          <p:spPr>
            <a:xfrm flipH="1">
              <a:off x="1412669" y="4585317"/>
              <a:ext cx="267016" cy="895226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68;p13">
              <a:extLst>
                <a:ext uri="{FF2B5EF4-FFF2-40B4-BE49-F238E27FC236}">
                  <a16:creationId xmlns:a16="http://schemas.microsoft.com/office/drawing/2014/main" id="{80CADC9F-9F0C-3C1C-861C-939162E85195}"/>
                </a:ext>
              </a:extLst>
            </p:cNvPr>
            <p:cNvCxnSpPr/>
            <p:nvPr/>
          </p:nvCxnSpPr>
          <p:spPr>
            <a:xfrm>
              <a:off x="955165" y="4870822"/>
              <a:ext cx="462828" cy="600301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" name="Google Shape;169;p13">
              <a:extLst>
                <a:ext uri="{FF2B5EF4-FFF2-40B4-BE49-F238E27FC236}">
                  <a16:creationId xmlns:a16="http://schemas.microsoft.com/office/drawing/2014/main" id="{708925A9-F8BF-B78E-D68E-9E732EA07E88}"/>
                </a:ext>
              </a:extLst>
            </p:cNvPr>
            <p:cNvSpPr/>
            <p:nvPr/>
          </p:nvSpPr>
          <p:spPr>
            <a:xfrm>
              <a:off x="758711" y="4659790"/>
              <a:ext cx="390437" cy="3820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3000" dirty="0"/>
            </a:p>
          </p:txBody>
        </p:sp>
        <p:sp>
          <p:nvSpPr>
            <p:cNvPr id="20" name="Google Shape;170;p13">
              <a:extLst>
                <a:ext uri="{FF2B5EF4-FFF2-40B4-BE49-F238E27FC236}">
                  <a16:creationId xmlns:a16="http://schemas.microsoft.com/office/drawing/2014/main" id="{C202EA1B-D821-4BC0-2ADA-09AE89176CBA}"/>
                </a:ext>
              </a:extLst>
            </p:cNvPr>
            <p:cNvSpPr/>
            <p:nvPr/>
          </p:nvSpPr>
          <p:spPr>
            <a:xfrm>
              <a:off x="1478210" y="4394190"/>
              <a:ext cx="390437" cy="3820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3000" dirty="0"/>
            </a:p>
          </p:txBody>
        </p:sp>
        <p:sp>
          <p:nvSpPr>
            <p:cNvPr id="21" name="Google Shape;172;p13">
              <a:extLst>
                <a:ext uri="{FF2B5EF4-FFF2-40B4-BE49-F238E27FC236}">
                  <a16:creationId xmlns:a16="http://schemas.microsoft.com/office/drawing/2014/main" id="{9E3F56C5-95FA-4D0C-768B-46B0E6B3C00A}"/>
                </a:ext>
              </a:extLst>
            </p:cNvPr>
            <p:cNvSpPr/>
            <p:nvPr/>
          </p:nvSpPr>
          <p:spPr>
            <a:xfrm>
              <a:off x="1222355" y="5279024"/>
              <a:ext cx="390437" cy="3820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3000" dirty="0"/>
            </a:p>
          </p:txBody>
        </p:sp>
        <p:sp>
          <p:nvSpPr>
            <p:cNvPr id="22" name="Google Shape;189;p13">
              <a:extLst>
                <a:ext uri="{FF2B5EF4-FFF2-40B4-BE49-F238E27FC236}">
                  <a16:creationId xmlns:a16="http://schemas.microsoft.com/office/drawing/2014/main" id="{F4D40300-FF98-8C43-460E-9FDA53797597}"/>
                </a:ext>
              </a:extLst>
            </p:cNvPr>
            <p:cNvSpPr/>
            <p:nvPr/>
          </p:nvSpPr>
          <p:spPr>
            <a:xfrm>
              <a:off x="1461879" y="3543629"/>
              <a:ext cx="390437" cy="3820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3000" dirty="0"/>
            </a:p>
          </p:txBody>
        </p:sp>
        <p:sp>
          <p:nvSpPr>
            <p:cNvPr id="23" name="Google Shape;191;p13">
              <a:extLst>
                <a:ext uri="{FF2B5EF4-FFF2-40B4-BE49-F238E27FC236}">
                  <a16:creationId xmlns:a16="http://schemas.microsoft.com/office/drawing/2014/main" id="{0E5B2CC8-8C3A-4FEE-C7F7-FE045ADFD2CF}"/>
                </a:ext>
              </a:extLst>
            </p:cNvPr>
            <p:cNvSpPr/>
            <p:nvPr/>
          </p:nvSpPr>
          <p:spPr>
            <a:xfrm>
              <a:off x="1138477" y="2997376"/>
              <a:ext cx="390437" cy="3820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3000" dirty="0"/>
            </a:p>
          </p:txBody>
        </p:sp>
        <p:sp>
          <p:nvSpPr>
            <p:cNvPr id="24" name="Google Shape;195;p13">
              <a:extLst>
                <a:ext uri="{FF2B5EF4-FFF2-40B4-BE49-F238E27FC236}">
                  <a16:creationId xmlns:a16="http://schemas.microsoft.com/office/drawing/2014/main" id="{22809E0F-CCB2-DC3F-26F9-B1E89886E76E}"/>
                </a:ext>
              </a:extLst>
            </p:cNvPr>
            <p:cNvSpPr/>
            <p:nvPr/>
          </p:nvSpPr>
          <p:spPr>
            <a:xfrm>
              <a:off x="844931" y="3510206"/>
              <a:ext cx="390437" cy="3820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3000" dirty="0"/>
            </a:p>
          </p:txBody>
        </p: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A0CBB9D-E24A-8ECC-C456-DDBD936835CB}"/>
              </a:ext>
            </a:extLst>
          </p:cNvPr>
          <p:cNvSpPr/>
          <p:nvPr/>
        </p:nvSpPr>
        <p:spPr>
          <a:xfrm>
            <a:off x="100584" y="968991"/>
            <a:ext cx="11404479" cy="193825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24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DCF3D-03FE-6FB5-D635-89F4D37F4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24" y="328549"/>
            <a:ext cx="10515600" cy="1325563"/>
          </a:xfrm>
        </p:spPr>
        <p:txBody>
          <a:bodyPr/>
          <a:lstStyle/>
          <a:p>
            <a:r>
              <a:rPr lang="en-US" dirty="0"/>
              <a:t>Last time: Multidimensional scaling (MDS)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FCFA26-10F4-919D-4847-A6F62BB5EA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Given distances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between every pair of datapoints v, w : find K-dimensional embeddings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dirty="0"/>
                  <a:t> such that: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𝑣𝑤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FCFA26-10F4-919D-4847-A6F62BB5EA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1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68EBA11D-9642-B977-217B-D232B35E3FD2}"/>
              </a:ext>
            </a:extLst>
          </p:cNvPr>
          <p:cNvSpPr/>
          <p:nvPr/>
        </p:nvSpPr>
        <p:spPr>
          <a:xfrm>
            <a:off x="620508" y="4001294"/>
            <a:ext cx="3054096" cy="2798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6DDDC8-B042-2150-1910-10FABF714911}"/>
                  </a:ext>
                </a:extLst>
              </p:cNvPr>
              <p:cNvSpPr txBox="1"/>
              <p:nvPr/>
            </p:nvSpPr>
            <p:spPr>
              <a:xfrm>
                <a:off x="911352" y="5000216"/>
                <a:ext cx="2545080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Distance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=[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𝑣𝑤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2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6DDDC8-B042-2150-1910-10FABF714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352" y="5000216"/>
                <a:ext cx="2545080" cy="800219"/>
              </a:xfrm>
              <a:prstGeom prst="rect">
                <a:avLst/>
              </a:prstGeom>
              <a:blipFill>
                <a:blip r:embed="rId3"/>
                <a:stretch>
                  <a:fillRect l="-3483" t="-4688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B0FE64C-9164-4B35-E7AE-F246FDF7A366}"/>
              </a:ext>
            </a:extLst>
          </p:cNvPr>
          <p:cNvSpPr txBox="1"/>
          <p:nvPr/>
        </p:nvSpPr>
        <p:spPr>
          <a:xfrm rot="16200000">
            <a:off x="-446261" y="5215660"/>
            <a:ext cx="1685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observations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DE18D1-692D-9EDB-E953-B59BD98E09DB}"/>
              </a:ext>
            </a:extLst>
          </p:cNvPr>
          <p:cNvSpPr txBox="1"/>
          <p:nvPr/>
        </p:nvSpPr>
        <p:spPr>
          <a:xfrm>
            <a:off x="1304697" y="3631962"/>
            <a:ext cx="1685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observations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751368E-DA32-D350-B733-5725173136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212" t="58083"/>
          <a:stretch>
            <a:fillRect/>
          </a:stretch>
        </p:blipFill>
        <p:spPr>
          <a:xfrm>
            <a:off x="4768288" y="3858951"/>
            <a:ext cx="3571627" cy="2967839"/>
          </a:xfrm>
          <a:prstGeom prst="rect">
            <a:avLst/>
          </a:prstGeom>
        </p:spPr>
      </p:pic>
      <p:sp>
        <p:nvSpPr>
          <p:cNvPr id="19" name="Right Arrow 18">
            <a:extLst>
              <a:ext uri="{FF2B5EF4-FFF2-40B4-BE49-F238E27FC236}">
                <a16:creationId xmlns:a16="http://schemas.microsoft.com/office/drawing/2014/main" id="{18253349-3DC2-E34D-899F-DFC6623D675A}"/>
              </a:ext>
            </a:extLst>
          </p:cNvPr>
          <p:cNvSpPr/>
          <p:nvPr/>
        </p:nvSpPr>
        <p:spPr>
          <a:xfrm>
            <a:off x="8339915" y="5000216"/>
            <a:ext cx="932101" cy="3426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B20A926-910D-24BD-A6B8-91D08C50C448}"/>
              </a:ext>
            </a:extLst>
          </p:cNvPr>
          <p:cNvGrpSpPr/>
          <p:nvPr/>
        </p:nvGrpSpPr>
        <p:grpSpPr>
          <a:xfrm>
            <a:off x="9597384" y="4381128"/>
            <a:ext cx="2027160" cy="2474640"/>
            <a:chOff x="9597384" y="4381128"/>
            <a:chExt cx="2027160" cy="247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809701B-557A-76AE-3C87-B6F0E735D10F}"/>
                    </a:ext>
                  </a:extLst>
                </p14:cNvPr>
                <p14:cNvContentPartPr/>
                <p14:nvPr/>
              </p14:nvContentPartPr>
              <p14:xfrm>
                <a:off x="9597384" y="4381128"/>
                <a:ext cx="1901520" cy="1665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809701B-557A-76AE-3C87-B6F0E735D10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591264" y="4375008"/>
                  <a:ext cx="1913760" cy="167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4055B29-F29F-1F3E-2716-8C255E8FC3FB}"/>
                    </a:ext>
                  </a:extLst>
                </p14:cNvPr>
                <p14:cNvContentPartPr/>
                <p14:nvPr/>
              </p14:nvContentPartPr>
              <p14:xfrm>
                <a:off x="11236824" y="6311448"/>
                <a:ext cx="280440" cy="338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4055B29-F29F-1F3E-2716-8C255E8FC3F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230704" y="6305328"/>
                  <a:ext cx="2926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D3AEB98-9313-D37C-5150-2FBE7B0C10A5}"/>
                    </a:ext>
                  </a:extLst>
                </p14:cNvPr>
                <p14:cNvContentPartPr/>
                <p14:nvPr/>
              </p14:nvContentPartPr>
              <p14:xfrm>
                <a:off x="11276064" y="6451848"/>
                <a:ext cx="156600" cy="4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D3AEB98-9313-D37C-5150-2FBE7B0C10A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269944" y="6445728"/>
                  <a:ext cx="16884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0E1203F-0224-F418-5AEA-16B22F4AA594}"/>
                    </a:ext>
                  </a:extLst>
                </p14:cNvPr>
                <p14:cNvContentPartPr/>
                <p14:nvPr/>
              </p14:nvContentPartPr>
              <p14:xfrm>
                <a:off x="11624184" y="6701688"/>
                <a:ext cx="360" cy="154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0E1203F-0224-F418-5AEA-16B22F4AA59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618064" y="6695568"/>
                  <a:ext cx="1260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4D99EEA-B458-B78E-FD5B-6D65E085349D}"/>
              </a:ext>
            </a:extLst>
          </p:cNvPr>
          <p:cNvGrpSpPr/>
          <p:nvPr/>
        </p:nvGrpSpPr>
        <p:grpSpPr>
          <a:xfrm>
            <a:off x="9181224" y="3909528"/>
            <a:ext cx="456480" cy="620640"/>
            <a:chOff x="9181224" y="3909528"/>
            <a:chExt cx="456480" cy="62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EDE30B2-8CB7-C381-2861-751E226892E0}"/>
                    </a:ext>
                  </a:extLst>
                </p14:cNvPr>
                <p14:cNvContentPartPr/>
                <p14:nvPr/>
              </p14:nvContentPartPr>
              <p14:xfrm>
                <a:off x="9223344" y="3909528"/>
                <a:ext cx="245880" cy="439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EDE30B2-8CB7-C381-2861-751E226892E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217224" y="3903408"/>
                  <a:ext cx="25812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B255085-B936-714B-8D7A-7F591990E168}"/>
                    </a:ext>
                  </a:extLst>
                </p14:cNvPr>
                <p14:cNvContentPartPr/>
                <p14:nvPr/>
              </p14:nvContentPartPr>
              <p14:xfrm>
                <a:off x="9181224" y="4165848"/>
                <a:ext cx="21312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B255085-B936-714B-8D7A-7F591990E16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175104" y="4159728"/>
                  <a:ext cx="225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978BE01-0E57-9D0F-A3F0-2684C94068F5}"/>
                    </a:ext>
                  </a:extLst>
                </p14:cNvPr>
                <p14:cNvContentPartPr/>
                <p14:nvPr/>
              </p14:nvContentPartPr>
              <p14:xfrm>
                <a:off x="9474624" y="4274208"/>
                <a:ext cx="163080" cy="255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978BE01-0E57-9D0F-A3F0-2684C94068F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468504" y="4268088"/>
                  <a:ext cx="175320" cy="26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2D08D73-75B8-BD52-9A36-EC7E5C2E4792}"/>
                  </a:ext>
                </a:extLst>
              </p14:cNvPr>
              <p14:cNvContentPartPr/>
              <p14:nvPr/>
            </p14:nvContentPartPr>
            <p14:xfrm>
              <a:off x="6452784" y="5016528"/>
              <a:ext cx="165600" cy="2757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2D08D73-75B8-BD52-9A36-EC7E5C2E479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446664" y="5010408"/>
                <a:ext cx="17784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D3BFDDF-6294-F268-7B59-B6E40DC751EE}"/>
                  </a:ext>
                </a:extLst>
              </p14:cNvPr>
              <p14:cNvContentPartPr/>
              <p14:nvPr/>
            </p14:nvContentPartPr>
            <p14:xfrm>
              <a:off x="7703784" y="4603608"/>
              <a:ext cx="331560" cy="4251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D3BFDDF-6294-F268-7B59-B6E40DC751E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697664" y="4597488"/>
                <a:ext cx="343800" cy="43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D181EAE4-0BCA-9249-4ECB-C2E017A8F0DB}"/>
              </a:ext>
            </a:extLst>
          </p:cNvPr>
          <p:cNvGrpSpPr/>
          <p:nvPr/>
        </p:nvGrpSpPr>
        <p:grpSpPr>
          <a:xfrm>
            <a:off x="9969264" y="3459528"/>
            <a:ext cx="1865520" cy="2393280"/>
            <a:chOff x="9969264" y="3459528"/>
            <a:chExt cx="1865520" cy="239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A2A3BEB-4215-4EB2-E2BE-21F64067FFB7}"/>
                    </a:ext>
                  </a:extLst>
                </p14:cNvPr>
                <p14:cNvContentPartPr/>
                <p14:nvPr/>
              </p14:nvContentPartPr>
              <p14:xfrm>
                <a:off x="9969264" y="5629968"/>
                <a:ext cx="90720" cy="55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A2A3BEB-4215-4EB2-E2BE-21F64067FFB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963144" y="5623848"/>
                  <a:ext cx="1029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F0AE6C4-7DB5-3AAD-F990-4E21D2892F98}"/>
                    </a:ext>
                  </a:extLst>
                </p14:cNvPr>
                <p14:cNvContentPartPr/>
                <p14:nvPr/>
              </p14:nvContentPartPr>
              <p14:xfrm>
                <a:off x="10239624" y="5552568"/>
                <a:ext cx="104040" cy="300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F0AE6C4-7DB5-3AAD-F990-4E21D2892F9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233504" y="5546448"/>
                  <a:ext cx="11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E420BE1-122D-6401-3145-1B7C08A6C6FC}"/>
                    </a:ext>
                  </a:extLst>
                </p14:cNvPr>
                <p14:cNvContentPartPr/>
                <p14:nvPr/>
              </p14:nvContentPartPr>
              <p14:xfrm>
                <a:off x="10029744" y="3507768"/>
                <a:ext cx="984600" cy="2100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E420BE1-122D-6401-3145-1B7C08A6C6F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023624" y="3501648"/>
                  <a:ext cx="996840" cy="21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1731592-5583-C2E4-9CE6-E8D3F5754E1C}"/>
                    </a:ext>
                  </a:extLst>
                </p14:cNvPr>
                <p14:cNvContentPartPr/>
                <p14:nvPr/>
              </p14:nvContentPartPr>
              <p14:xfrm>
                <a:off x="11083464" y="3461688"/>
                <a:ext cx="83520" cy="77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1731592-5583-C2E4-9CE6-E8D3F5754E1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077344" y="3455568"/>
                  <a:ext cx="957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4D4828D-FC53-532A-6DFF-51B475F3ED71}"/>
                    </a:ext>
                  </a:extLst>
                </p14:cNvPr>
                <p14:cNvContentPartPr/>
                <p14:nvPr/>
              </p14:nvContentPartPr>
              <p14:xfrm>
                <a:off x="11132784" y="3459528"/>
                <a:ext cx="421560" cy="391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4D4828D-FC53-532A-6DFF-51B475F3ED7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126664" y="3453408"/>
                  <a:ext cx="43380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605DE1F-2C8F-7634-1D1E-246E763C2DAA}"/>
                    </a:ext>
                  </a:extLst>
                </p14:cNvPr>
                <p14:cNvContentPartPr/>
                <p14:nvPr/>
              </p14:nvContentPartPr>
              <p14:xfrm>
                <a:off x="10950624" y="4460328"/>
                <a:ext cx="144000" cy="346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605DE1F-2C8F-7634-1D1E-246E763C2DA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944504" y="4454208"/>
                  <a:ext cx="15624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2C1A190-BB00-5DE7-712E-3F4E31AE0058}"/>
                    </a:ext>
                  </a:extLst>
                </p14:cNvPr>
                <p14:cNvContentPartPr/>
                <p14:nvPr/>
              </p14:nvContentPartPr>
              <p14:xfrm>
                <a:off x="10870344" y="4713048"/>
                <a:ext cx="18792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2C1A190-BB00-5DE7-712E-3F4E31AE005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864224" y="4706928"/>
                  <a:ext cx="200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A15982B-E162-1CFB-8098-23E0F34AF47E}"/>
                    </a:ext>
                  </a:extLst>
                </p14:cNvPr>
                <p14:cNvContentPartPr/>
                <p14:nvPr/>
              </p14:nvContentPartPr>
              <p14:xfrm>
                <a:off x="11190744" y="4709088"/>
                <a:ext cx="145080" cy="139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A15982B-E162-1CFB-8098-23E0F34AF47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184624" y="4702968"/>
                  <a:ext cx="1573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8D350A3-902C-6374-B7A2-750E425E3E8F}"/>
                    </a:ext>
                  </a:extLst>
                </p14:cNvPr>
                <p14:cNvContentPartPr/>
                <p14:nvPr/>
              </p14:nvContentPartPr>
              <p14:xfrm>
                <a:off x="11361384" y="4642488"/>
                <a:ext cx="177120" cy="137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8D350A3-902C-6374-B7A2-750E425E3E8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355264" y="4636368"/>
                  <a:ext cx="1893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67C1FC3-4AC6-4B10-505E-DB42E26F1540}"/>
                    </a:ext>
                  </a:extLst>
                </p14:cNvPr>
                <p14:cNvContentPartPr/>
                <p14:nvPr/>
              </p14:nvContentPartPr>
              <p14:xfrm>
                <a:off x="10921464" y="5127768"/>
                <a:ext cx="181080" cy="185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67C1FC3-4AC6-4B10-505E-DB42E26F154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915344" y="5121648"/>
                  <a:ext cx="1933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D37DE25-11D1-3C4E-B1BA-A35511CE09CE}"/>
                    </a:ext>
                  </a:extLst>
                </p14:cNvPr>
                <p14:cNvContentPartPr/>
                <p14:nvPr/>
              </p14:nvContentPartPr>
              <p14:xfrm>
                <a:off x="11196144" y="5079168"/>
                <a:ext cx="186120" cy="169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D37DE25-11D1-3C4E-B1BA-A35511CE09C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190024" y="5073048"/>
                  <a:ext cx="1983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37FC3C2-F429-1F4D-9588-511A010854F2}"/>
                    </a:ext>
                  </a:extLst>
                </p14:cNvPr>
                <p14:cNvContentPartPr/>
                <p14:nvPr/>
              </p14:nvContentPartPr>
              <p14:xfrm>
                <a:off x="11542824" y="5138928"/>
                <a:ext cx="106560" cy="140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37FC3C2-F429-1F4D-9588-511A010854F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536704" y="5132808"/>
                  <a:ext cx="1188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3672898-5134-526D-1124-2082A94050A3}"/>
                    </a:ext>
                  </a:extLst>
                </p14:cNvPr>
                <p14:cNvContentPartPr/>
                <p14:nvPr/>
              </p14:nvContentPartPr>
              <p14:xfrm>
                <a:off x="11667384" y="5118408"/>
                <a:ext cx="46440" cy="89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3672898-5134-526D-1124-2082A94050A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661264" y="5112288"/>
                  <a:ext cx="586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0CF7006-C3C5-3FF7-1A3D-C056A1C2CEF3}"/>
                    </a:ext>
                  </a:extLst>
                </p14:cNvPr>
                <p14:cNvContentPartPr/>
                <p14:nvPr/>
              </p14:nvContentPartPr>
              <p14:xfrm>
                <a:off x="11445984" y="5110128"/>
                <a:ext cx="388800" cy="380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0CF7006-C3C5-3FF7-1A3D-C056A1C2CEF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439864" y="5104008"/>
                  <a:ext cx="401040" cy="392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60848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F0B65-16BA-0ED1-9963-0F9B23170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477" y="197787"/>
            <a:ext cx="12191999" cy="1325563"/>
          </a:xfrm>
        </p:spPr>
        <p:txBody>
          <a:bodyPr/>
          <a:lstStyle/>
          <a:p>
            <a:r>
              <a:rPr lang="en-US" dirty="0"/>
              <a:t>Major challenge of MDS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566A9-8BBE-7F50-F6E6-F20C5C048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904" y="1531618"/>
            <a:ext cx="11200191" cy="76259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i="1" dirty="0"/>
              <a:t>What if graph distances (shortest path distance) don’t show the full picture?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0D914-BEFA-F5B7-B72F-8CFF0B2CE654}"/>
              </a:ext>
            </a:extLst>
          </p:cNvPr>
          <p:cNvSpPr txBox="1"/>
          <p:nvPr/>
        </p:nvSpPr>
        <p:spPr>
          <a:xfrm>
            <a:off x="339589" y="2671229"/>
            <a:ext cx="542373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Case 1:</a:t>
            </a:r>
            <a:r>
              <a:rPr lang="en-US" sz="2500" dirty="0"/>
              <a:t> A and B </a:t>
            </a:r>
            <a:r>
              <a:rPr lang="en-US" sz="2500" i="1" dirty="0"/>
              <a:t>are</a:t>
            </a:r>
            <a:r>
              <a:rPr lang="en-US" sz="2500" dirty="0"/>
              <a:t> connected… but likely not that related </a:t>
            </a:r>
          </a:p>
          <a:p>
            <a:r>
              <a:rPr lang="en-US" sz="2500" dirty="0"/>
              <a:t>Few paths from A -&gt; 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270D75C-EEAD-6B4D-6BF0-AE7B425D5D75}"/>
              </a:ext>
            </a:extLst>
          </p:cNvPr>
          <p:cNvSpPr txBox="1"/>
          <p:nvPr/>
        </p:nvSpPr>
        <p:spPr>
          <a:xfrm>
            <a:off x="2525248" y="4300438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A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31116A99-B09F-CE57-7FC5-CEC0081E0CAE}"/>
              </a:ext>
            </a:extLst>
          </p:cNvPr>
          <p:cNvGrpSpPr/>
          <p:nvPr/>
        </p:nvGrpSpPr>
        <p:grpSpPr>
          <a:xfrm>
            <a:off x="629359" y="3907678"/>
            <a:ext cx="5422680" cy="2680200"/>
            <a:chOff x="629359" y="3907678"/>
            <a:chExt cx="5422680" cy="268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3C8D0BC-91F2-3844-C69D-F78C687A8A69}"/>
                    </a:ext>
                  </a:extLst>
                </p14:cNvPr>
                <p14:cNvContentPartPr/>
                <p14:nvPr/>
              </p14:nvContentPartPr>
              <p14:xfrm>
                <a:off x="2444479" y="4928998"/>
                <a:ext cx="340200" cy="327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3C8D0BC-91F2-3844-C69D-F78C687A8A6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38359" y="4922878"/>
                  <a:ext cx="3524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38AE839-CDA2-77E6-1100-F215E4B507F3}"/>
                    </a:ext>
                  </a:extLst>
                </p14:cNvPr>
                <p14:cNvContentPartPr/>
                <p14:nvPr/>
              </p14:nvContentPartPr>
              <p14:xfrm>
                <a:off x="2908879" y="5092078"/>
                <a:ext cx="890280" cy="5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38AE839-CDA2-77E6-1100-F215E4B507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02759" y="5085958"/>
                  <a:ext cx="9025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BD268BC-5DA7-EB71-DDE1-D39CED9B3BED}"/>
                    </a:ext>
                  </a:extLst>
                </p14:cNvPr>
                <p14:cNvContentPartPr/>
                <p14:nvPr/>
              </p14:nvContentPartPr>
              <p14:xfrm>
                <a:off x="3933439" y="4905958"/>
                <a:ext cx="214200" cy="299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BD268BC-5DA7-EB71-DDE1-D39CED9B3BE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27319" y="4899838"/>
                  <a:ext cx="226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D27B7F1-63FB-884C-AC28-7D0B4686948A}"/>
                    </a:ext>
                  </a:extLst>
                </p14:cNvPr>
                <p14:cNvContentPartPr/>
                <p14:nvPr/>
              </p14:nvContentPartPr>
              <p14:xfrm>
                <a:off x="1156759" y="4151398"/>
                <a:ext cx="245880" cy="389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D27B7F1-63FB-884C-AC28-7D0B468694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0639" y="4145278"/>
                  <a:ext cx="25812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D95FF0E-549F-3ABA-8CEA-B91EC8DC04FE}"/>
                    </a:ext>
                  </a:extLst>
                </p14:cNvPr>
                <p14:cNvContentPartPr/>
                <p14:nvPr/>
              </p14:nvContentPartPr>
              <p14:xfrm>
                <a:off x="629359" y="5176678"/>
                <a:ext cx="220680" cy="273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D95FF0E-549F-3ABA-8CEA-B91EC8DC04F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239" y="5170558"/>
                  <a:ext cx="232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7E1AE97-1FEA-7AD8-F239-8D21BFFB1A07}"/>
                    </a:ext>
                  </a:extLst>
                </p14:cNvPr>
                <p14:cNvContentPartPr/>
                <p14:nvPr/>
              </p14:nvContentPartPr>
              <p14:xfrm>
                <a:off x="817999" y="6098638"/>
                <a:ext cx="273240" cy="292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E1AE97-1FEA-7AD8-F239-8D21BFFB1A0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1879" y="6092518"/>
                  <a:ext cx="2854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DC3C5D2-414C-D498-F1E2-CFDB2D38EAD3}"/>
                    </a:ext>
                  </a:extLst>
                </p14:cNvPr>
                <p14:cNvContentPartPr/>
                <p14:nvPr/>
              </p14:nvContentPartPr>
              <p14:xfrm>
                <a:off x="1834279" y="6189358"/>
                <a:ext cx="287640" cy="398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DC3C5D2-414C-D498-F1E2-CFDB2D38EAD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28159" y="6183238"/>
                  <a:ext cx="2998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17D1662-3DA2-0997-FCD4-D561C663E314}"/>
                    </a:ext>
                  </a:extLst>
                </p14:cNvPr>
                <p14:cNvContentPartPr/>
                <p14:nvPr/>
              </p14:nvContentPartPr>
              <p14:xfrm>
                <a:off x="2374279" y="5647198"/>
                <a:ext cx="126720" cy="307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17D1662-3DA2-0997-FCD4-D561C663E3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68159" y="5641078"/>
                  <a:ext cx="1389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C4FD105-D0FA-F442-E13F-27E226B00AB8}"/>
                    </a:ext>
                  </a:extLst>
                </p14:cNvPr>
                <p14:cNvContentPartPr/>
                <p14:nvPr/>
              </p14:nvContentPartPr>
              <p14:xfrm>
                <a:off x="1457359" y="4534798"/>
                <a:ext cx="828720" cy="508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C4FD105-D0FA-F442-E13F-27E226B00AB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51239" y="4528678"/>
                  <a:ext cx="84096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27DA649-3625-6467-66E2-4FD502EAC6AB}"/>
                    </a:ext>
                  </a:extLst>
                </p14:cNvPr>
                <p14:cNvContentPartPr/>
                <p14:nvPr/>
              </p14:nvContentPartPr>
              <p14:xfrm>
                <a:off x="2560399" y="5502118"/>
                <a:ext cx="360" cy="171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7DA649-3625-6467-66E2-4FD502EAC6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54279" y="5495998"/>
                  <a:ext cx="12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7262E8F-A69A-844E-521F-F6378E1B38D5}"/>
                    </a:ext>
                  </a:extLst>
                </p14:cNvPr>
                <p14:cNvContentPartPr/>
                <p14:nvPr/>
              </p14:nvContentPartPr>
              <p14:xfrm>
                <a:off x="2208319" y="6143278"/>
                <a:ext cx="164160" cy="83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7262E8F-A69A-844E-521F-F6378E1B38D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02199" y="6137158"/>
                  <a:ext cx="1764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163C150-F426-832F-EDDD-9B274E0237FF}"/>
                    </a:ext>
                  </a:extLst>
                </p14:cNvPr>
                <p14:cNvContentPartPr/>
                <p14:nvPr/>
              </p14:nvContentPartPr>
              <p14:xfrm>
                <a:off x="1345039" y="6255598"/>
                <a:ext cx="476640" cy="31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163C150-F426-832F-EDDD-9B274E0237F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38919" y="6249478"/>
                  <a:ext cx="488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D0D31A4-BF89-80C2-1520-E7BF65F53D01}"/>
                    </a:ext>
                  </a:extLst>
                </p14:cNvPr>
                <p14:cNvContentPartPr/>
                <p14:nvPr/>
              </p14:nvContentPartPr>
              <p14:xfrm>
                <a:off x="779839" y="5579158"/>
                <a:ext cx="360" cy="298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D0D31A4-BF89-80C2-1520-E7BF65F53D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3719" y="5573038"/>
                  <a:ext cx="126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B9BE93A-7E34-113B-24F5-09B1620E089C}"/>
                    </a:ext>
                  </a:extLst>
                </p14:cNvPr>
                <p14:cNvContentPartPr/>
                <p14:nvPr/>
              </p14:nvContentPartPr>
              <p14:xfrm>
                <a:off x="855799" y="4812718"/>
                <a:ext cx="268560" cy="279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B9BE93A-7E34-113B-24F5-09B1620E08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9679" y="4806598"/>
                  <a:ext cx="280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544CE9B-9ED1-5ED2-A4FA-769F8F4FCCB6}"/>
                    </a:ext>
                  </a:extLst>
                </p14:cNvPr>
                <p14:cNvContentPartPr/>
                <p14:nvPr/>
              </p14:nvContentPartPr>
              <p14:xfrm>
                <a:off x="994399" y="5428678"/>
                <a:ext cx="658800" cy="632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544CE9B-9ED1-5ED2-A4FA-769F8F4FCCB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8279" y="5422558"/>
                  <a:ext cx="67104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D6D5AC1-5555-9510-1370-FDBDAD19DDD3}"/>
                    </a:ext>
                  </a:extLst>
                </p14:cNvPr>
                <p14:cNvContentPartPr/>
                <p14:nvPr/>
              </p14:nvContentPartPr>
              <p14:xfrm>
                <a:off x="1192399" y="5283598"/>
                <a:ext cx="1157760" cy="425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D6D5AC1-5555-9510-1370-FDBDAD19DDD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86279" y="5277478"/>
                  <a:ext cx="11700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0A0A0E3-BA59-D890-57A3-38194812A15E}"/>
                    </a:ext>
                  </a:extLst>
                </p14:cNvPr>
                <p14:cNvContentPartPr/>
                <p14:nvPr/>
              </p14:nvContentPartPr>
              <p14:xfrm>
                <a:off x="1254319" y="5117638"/>
                <a:ext cx="1037160" cy="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0A0A0E3-BA59-D890-57A3-38194812A15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48199" y="5111518"/>
                  <a:ext cx="1049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FD38E0C-46D2-4972-713F-4B7289ACCFBC}"/>
                    </a:ext>
                  </a:extLst>
                </p14:cNvPr>
                <p14:cNvContentPartPr/>
                <p14:nvPr/>
              </p14:nvContentPartPr>
              <p14:xfrm>
                <a:off x="1298959" y="4655398"/>
                <a:ext cx="14400" cy="1332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D38E0C-46D2-4972-713F-4B7289ACCF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92839" y="4649278"/>
                  <a:ext cx="26640" cy="13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768F70C-53CC-8E2D-132C-3AFA67E39418}"/>
                    </a:ext>
                  </a:extLst>
                </p14:cNvPr>
                <p14:cNvContentPartPr/>
                <p14:nvPr/>
              </p14:nvContentPartPr>
              <p14:xfrm>
                <a:off x="1544839" y="4940878"/>
                <a:ext cx="213120" cy="1337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768F70C-53CC-8E2D-132C-3AFA67E3941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38719" y="4934758"/>
                  <a:ext cx="225360" cy="13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FA3DCEB-F86E-04C3-E485-7605D5F24308}"/>
                    </a:ext>
                  </a:extLst>
                </p14:cNvPr>
                <p14:cNvContentPartPr/>
                <p14:nvPr/>
              </p14:nvContentPartPr>
              <p14:xfrm>
                <a:off x="1716919" y="5009638"/>
                <a:ext cx="660960" cy="572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FA3DCEB-F86E-04C3-E485-7605D5F2430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10799" y="5003518"/>
                  <a:ext cx="67320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BB00413-5EC1-2258-D1F3-299359EF0310}"/>
                    </a:ext>
                  </a:extLst>
                </p14:cNvPr>
                <p14:cNvContentPartPr/>
                <p14:nvPr/>
              </p14:nvContentPartPr>
              <p14:xfrm>
                <a:off x="1014559" y="5251198"/>
                <a:ext cx="1172520" cy="766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BB00413-5EC1-2258-D1F3-299359EF03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8439" y="5245078"/>
                  <a:ext cx="1184760" cy="77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5FD9031-42AE-3E12-F10C-0303A789D1E7}"/>
                    </a:ext>
                  </a:extLst>
                </p14:cNvPr>
                <p14:cNvContentPartPr/>
                <p14:nvPr/>
              </p14:nvContentPartPr>
              <p14:xfrm>
                <a:off x="1032199" y="5024398"/>
                <a:ext cx="135720" cy="996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5FD9031-42AE-3E12-F10C-0303A789D1E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6079" y="5018278"/>
                  <a:ext cx="147960" cy="10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9435C8C-5D3C-CC9F-6C5C-DB23099298A9}"/>
                    </a:ext>
                  </a:extLst>
                </p14:cNvPr>
                <p14:cNvContentPartPr/>
                <p14:nvPr/>
              </p14:nvContentPartPr>
              <p14:xfrm>
                <a:off x="4816159" y="3907678"/>
                <a:ext cx="223560" cy="211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9435C8C-5D3C-CC9F-6C5C-DB23099298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10039" y="3901558"/>
                  <a:ext cx="235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75651DA-3451-AA50-1DEF-63BE175A6691}"/>
                    </a:ext>
                  </a:extLst>
                </p14:cNvPr>
                <p14:cNvContentPartPr/>
                <p14:nvPr/>
              </p14:nvContentPartPr>
              <p14:xfrm>
                <a:off x="5638039" y="4424278"/>
                <a:ext cx="185400" cy="221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75651DA-3451-AA50-1DEF-63BE175A669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31919" y="4418158"/>
                  <a:ext cx="1976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0F3059E-7332-6FB8-59F7-C0026D580F36}"/>
                    </a:ext>
                  </a:extLst>
                </p14:cNvPr>
                <p14:cNvContentPartPr/>
                <p14:nvPr/>
              </p14:nvContentPartPr>
              <p14:xfrm>
                <a:off x="5831719" y="5423638"/>
                <a:ext cx="220320" cy="219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0F3059E-7332-6FB8-59F7-C0026D580F3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25599" y="5417518"/>
                  <a:ext cx="232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907E5D4-9034-9626-1366-89A1A91FBE17}"/>
                    </a:ext>
                  </a:extLst>
                </p14:cNvPr>
                <p14:cNvContentPartPr/>
                <p14:nvPr/>
              </p14:nvContentPartPr>
              <p14:xfrm>
                <a:off x="5280559" y="6140398"/>
                <a:ext cx="250920" cy="261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907E5D4-9034-9626-1366-89A1A91FBE1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74439" y="6134278"/>
                  <a:ext cx="2631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C04006B-5101-554E-0325-E540936D789A}"/>
                    </a:ext>
                  </a:extLst>
                </p14:cNvPr>
                <p14:cNvContentPartPr/>
                <p14:nvPr/>
              </p14:nvContentPartPr>
              <p14:xfrm>
                <a:off x="4322599" y="5899198"/>
                <a:ext cx="268920" cy="417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C04006B-5101-554E-0325-E540936D78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16479" y="5893078"/>
                  <a:ext cx="2811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DEEB4D0-1996-B948-DABB-EA6D34C031A3}"/>
                    </a:ext>
                  </a:extLst>
                </p14:cNvPr>
                <p14:cNvContentPartPr/>
                <p14:nvPr/>
              </p14:nvContentPartPr>
              <p14:xfrm>
                <a:off x="4120279" y="5404918"/>
                <a:ext cx="181800" cy="520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DEEB4D0-1996-B948-DABB-EA6D34C031A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14159" y="5398798"/>
                  <a:ext cx="19404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F5F017B-53E4-3BD3-A52A-46F35C0E3BBC}"/>
                    </a:ext>
                  </a:extLst>
                </p14:cNvPr>
                <p14:cNvContentPartPr/>
                <p14:nvPr/>
              </p14:nvContentPartPr>
              <p14:xfrm>
                <a:off x="4239079" y="4242838"/>
                <a:ext cx="494640" cy="478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F5F017B-53E4-3BD3-A52A-46F35C0E3BB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32959" y="4236718"/>
                  <a:ext cx="5068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51369E5-77E1-F396-9177-E2B8224F9771}"/>
                    </a:ext>
                  </a:extLst>
                </p14:cNvPr>
                <p14:cNvContentPartPr/>
                <p14:nvPr/>
              </p14:nvContentPartPr>
              <p14:xfrm>
                <a:off x="5094439" y="4300438"/>
                <a:ext cx="321480" cy="191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51369E5-77E1-F396-9177-E2B8224F977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88319" y="4294318"/>
                  <a:ext cx="333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31CFFDF-BDE1-4AE1-4E27-35C032707CD0}"/>
                    </a:ext>
                  </a:extLst>
                </p14:cNvPr>
                <p14:cNvContentPartPr/>
                <p14:nvPr/>
              </p14:nvContentPartPr>
              <p14:xfrm>
                <a:off x="5730919" y="4878958"/>
                <a:ext cx="72000" cy="402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31CFFDF-BDE1-4AE1-4E27-35C032707CD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24799" y="4872838"/>
                  <a:ext cx="842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E6F2024-06CF-EBEC-DE58-905C04402ADC}"/>
                    </a:ext>
                  </a:extLst>
                </p14:cNvPr>
                <p14:cNvContentPartPr/>
                <p14:nvPr/>
              </p14:nvContentPartPr>
              <p14:xfrm>
                <a:off x="5595559" y="5790478"/>
                <a:ext cx="167760" cy="332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E6F2024-06CF-EBEC-DE58-905C04402AD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89439" y="5784358"/>
                  <a:ext cx="1800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22A5244-8317-8493-6549-207B7C6768D3}"/>
                    </a:ext>
                  </a:extLst>
                </p14:cNvPr>
                <p14:cNvContentPartPr/>
                <p14:nvPr/>
              </p14:nvContentPartPr>
              <p14:xfrm>
                <a:off x="4828759" y="6282238"/>
                <a:ext cx="339840" cy="4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22A5244-8317-8493-6549-207B7C6768D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22639" y="6276118"/>
                  <a:ext cx="3520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4EE77E5-08C9-FAB7-382C-A817F0465C21}"/>
                    </a:ext>
                  </a:extLst>
                </p14:cNvPr>
                <p14:cNvContentPartPr/>
                <p14:nvPr/>
              </p14:nvContentPartPr>
              <p14:xfrm>
                <a:off x="4385959" y="5169838"/>
                <a:ext cx="950040" cy="319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4EE77E5-08C9-FAB7-382C-A817F0465C2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79839" y="5163718"/>
                  <a:ext cx="9622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56B88ED-7EA7-64A6-D27F-CE1880EB1D19}"/>
                    </a:ext>
                  </a:extLst>
                </p14:cNvPr>
                <p14:cNvContentPartPr/>
                <p14:nvPr/>
              </p14:nvContentPartPr>
              <p14:xfrm>
                <a:off x="4636519" y="5838718"/>
                <a:ext cx="817920" cy="155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56B88ED-7EA7-64A6-D27F-CE1880EB1D1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30399" y="5832598"/>
                  <a:ext cx="830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9180F6F-3F32-1306-4DD6-703C5580D9DE}"/>
                    </a:ext>
                  </a:extLst>
                </p14:cNvPr>
                <p14:cNvContentPartPr/>
                <p14:nvPr/>
              </p14:nvContentPartPr>
              <p14:xfrm>
                <a:off x="4948279" y="4427158"/>
                <a:ext cx="139320" cy="1631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9180F6F-3F32-1306-4DD6-703C5580D9D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42159" y="4421038"/>
                  <a:ext cx="151560" cy="16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8959768-2AEE-2731-9684-BEA1078B82DF}"/>
                    </a:ext>
                  </a:extLst>
                </p14:cNvPr>
                <p14:cNvContentPartPr/>
                <p14:nvPr/>
              </p14:nvContentPartPr>
              <p14:xfrm>
                <a:off x="4492879" y="4644958"/>
                <a:ext cx="966960" cy="1063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8959768-2AEE-2731-9684-BEA1078B82D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486759" y="4638838"/>
                  <a:ext cx="979200" cy="10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D922454-6F89-7072-7B7B-EB4DADCE72DB}"/>
                    </a:ext>
                  </a:extLst>
                </p14:cNvPr>
                <p14:cNvContentPartPr/>
                <p14:nvPr/>
              </p14:nvContentPartPr>
              <p14:xfrm>
                <a:off x="5095519" y="4484038"/>
                <a:ext cx="479880" cy="1061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D922454-6F89-7072-7B7B-EB4DADCE72D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89399" y="4477918"/>
                  <a:ext cx="492120" cy="10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A702E83-E027-A049-BC5D-C3A4F3ABF8C6}"/>
                    </a:ext>
                  </a:extLst>
                </p14:cNvPr>
                <p14:cNvContentPartPr/>
                <p14:nvPr/>
              </p14:nvContentPartPr>
              <p14:xfrm>
                <a:off x="4443199" y="4757638"/>
                <a:ext cx="914040" cy="144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A702E83-E027-A049-BC5D-C3A4F3ABF8C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37079" y="4751518"/>
                  <a:ext cx="926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EC3500D-FD30-EDB1-312A-F53C3C0A4DC2}"/>
                    </a:ext>
                  </a:extLst>
                </p14:cNvPr>
                <p14:cNvContentPartPr/>
                <p14:nvPr/>
              </p14:nvContentPartPr>
              <p14:xfrm>
                <a:off x="5128999" y="5665918"/>
                <a:ext cx="490680" cy="345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EC3500D-FD30-EDB1-312A-F53C3C0A4DC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22879" y="5659798"/>
                  <a:ext cx="5029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FC0DF84-D884-C5A8-C915-C1E3F2BBB8C7}"/>
                    </a:ext>
                  </a:extLst>
                </p14:cNvPr>
                <p14:cNvContentPartPr/>
                <p14:nvPr/>
              </p14:nvContentPartPr>
              <p14:xfrm>
                <a:off x="4644079" y="4856998"/>
                <a:ext cx="987840" cy="992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FC0DF84-D884-C5A8-C915-C1E3F2BBB8C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37959" y="4850878"/>
                  <a:ext cx="1000080" cy="1004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E7FD46C3-F0D1-CB32-ECF8-89FE63F2A5E8}"/>
              </a:ext>
            </a:extLst>
          </p:cNvPr>
          <p:cNvSpPr txBox="1"/>
          <p:nvPr/>
        </p:nvSpPr>
        <p:spPr>
          <a:xfrm>
            <a:off x="3663465" y="4300438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B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606842A-6D52-D7A6-9C0C-42950EEA4992}"/>
              </a:ext>
            </a:extLst>
          </p:cNvPr>
          <p:cNvGrpSpPr/>
          <p:nvPr/>
        </p:nvGrpSpPr>
        <p:grpSpPr>
          <a:xfrm>
            <a:off x="8358937" y="4082799"/>
            <a:ext cx="2838240" cy="2634840"/>
            <a:chOff x="8358937" y="4082799"/>
            <a:chExt cx="2838240" cy="263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388033F-DD6A-87C2-15ED-B6FA93BA2308}"/>
                    </a:ext>
                  </a:extLst>
                </p14:cNvPr>
                <p14:cNvContentPartPr/>
                <p14:nvPr/>
              </p14:nvContentPartPr>
              <p14:xfrm>
                <a:off x="8358937" y="4850679"/>
                <a:ext cx="248760" cy="309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388033F-DD6A-87C2-15ED-B6FA93BA230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352817" y="4844559"/>
                  <a:ext cx="2610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2E577E5-400F-96DC-D596-0D107A39472B}"/>
                    </a:ext>
                  </a:extLst>
                </p14:cNvPr>
                <p14:cNvContentPartPr/>
                <p14:nvPr/>
              </p14:nvContentPartPr>
              <p14:xfrm>
                <a:off x="8563057" y="4211319"/>
                <a:ext cx="667440" cy="691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2E577E5-400F-96DC-D596-0D107A39472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556937" y="4205199"/>
                  <a:ext cx="67968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EAAC60F-8D47-D7E4-0081-8A9614B6B7BC}"/>
                    </a:ext>
                  </a:extLst>
                </p14:cNvPr>
                <p14:cNvContentPartPr/>
                <p14:nvPr/>
              </p14:nvContentPartPr>
              <p14:xfrm>
                <a:off x="9266857" y="4082799"/>
                <a:ext cx="180360" cy="234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EAAC60F-8D47-D7E4-0081-8A9614B6B7B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260737" y="4076679"/>
                  <a:ext cx="1926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AA8425E-BCB3-E59B-12F0-BD95EF75FDE5}"/>
                    </a:ext>
                  </a:extLst>
                </p14:cNvPr>
                <p14:cNvContentPartPr/>
                <p14:nvPr/>
              </p14:nvContentPartPr>
              <p14:xfrm>
                <a:off x="8666017" y="5049399"/>
                <a:ext cx="783000" cy="3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AA8425E-BCB3-E59B-12F0-BD95EF75FDE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659897" y="5043279"/>
                  <a:ext cx="79524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4579162-A63D-D8A7-4E5F-2B2BAECAB3E1}"/>
                    </a:ext>
                  </a:extLst>
                </p14:cNvPr>
                <p14:cNvContentPartPr/>
                <p14:nvPr/>
              </p14:nvContentPartPr>
              <p14:xfrm>
                <a:off x="9436057" y="4949679"/>
                <a:ext cx="162360" cy="229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4579162-A63D-D8A7-4E5F-2B2BAECAB3E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429937" y="4943559"/>
                  <a:ext cx="1746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325875B-B13E-22EE-9F25-FD28D0F1CF6B}"/>
                    </a:ext>
                  </a:extLst>
                </p14:cNvPr>
                <p14:cNvContentPartPr/>
                <p14:nvPr/>
              </p14:nvContentPartPr>
              <p14:xfrm>
                <a:off x="8642617" y="4565199"/>
                <a:ext cx="928800" cy="416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325875B-B13E-22EE-9F25-FD28D0F1CF6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636497" y="4559079"/>
                  <a:ext cx="9410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B68F6D1-87F4-C54D-7A1B-7C249C333825}"/>
                    </a:ext>
                  </a:extLst>
                </p14:cNvPr>
                <p14:cNvContentPartPr/>
                <p14:nvPr/>
              </p14:nvContentPartPr>
              <p14:xfrm>
                <a:off x="8703097" y="5152719"/>
                <a:ext cx="978840" cy="853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B68F6D1-87F4-C54D-7A1B-7C249C33382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696977" y="5146599"/>
                  <a:ext cx="991080" cy="86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87BC211-CC6A-4C26-0958-C3F557979C7B}"/>
                    </a:ext>
                  </a:extLst>
                </p14:cNvPr>
                <p14:cNvContentPartPr/>
                <p14:nvPr/>
              </p14:nvContentPartPr>
              <p14:xfrm>
                <a:off x="8676457" y="5278359"/>
                <a:ext cx="1073880" cy="1439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87BC211-CC6A-4C26-0958-C3F557979C7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670337" y="5272239"/>
                  <a:ext cx="1086120" cy="14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9C2CA3F-6824-84BB-1960-E8908F11CB7F}"/>
                    </a:ext>
                  </a:extLst>
                </p14:cNvPr>
                <p14:cNvContentPartPr/>
                <p14:nvPr/>
              </p14:nvContentPartPr>
              <p14:xfrm>
                <a:off x="10808017" y="4734039"/>
                <a:ext cx="389160" cy="443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9C2CA3F-6824-84BB-1960-E8908F11CB7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801897" y="4727919"/>
                  <a:ext cx="40140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C88E551-0D36-A681-99E0-94281745C110}"/>
                    </a:ext>
                  </a:extLst>
                </p14:cNvPr>
                <p14:cNvContentPartPr/>
                <p14:nvPr/>
              </p14:nvContentPartPr>
              <p14:xfrm>
                <a:off x="9631177" y="4187919"/>
                <a:ext cx="915840" cy="648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C88E551-0D36-A681-99E0-94281745C11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25057" y="4181799"/>
                  <a:ext cx="92808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AFE408E-7597-3B98-EF38-F6BA455850F0}"/>
                    </a:ext>
                  </a:extLst>
                </p14:cNvPr>
                <p14:cNvContentPartPr/>
                <p14:nvPr/>
              </p14:nvContentPartPr>
              <p14:xfrm>
                <a:off x="9776977" y="4748439"/>
                <a:ext cx="534240" cy="112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AFE408E-7597-3B98-EF38-F6BA455850F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770857" y="4742319"/>
                  <a:ext cx="546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C3BFB33-9757-5DFD-742F-3AD4A2EBCE7B}"/>
                    </a:ext>
                  </a:extLst>
                </p14:cNvPr>
                <p14:cNvContentPartPr/>
                <p14:nvPr/>
              </p14:nvContentPartPr>
              <p14:xfrm>
                <a:off x="9684457" y="5196639"/>
                <a:ext cx="683280" cy="23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C3BFB33-9757-5DFD-742F-3AD4A2EBCE7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678337" y="5190519"/>
                  <a:ext cx="695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E2C48ED-2B5D-3231-B311-CF7E55F3F5B9}"/>
                    </a:ext>
                  </a:extLst>
                </p14:cNvPr>
                <p14:cNvContentPartPr/>
                <p14:nvPr/>
              </p14:nvContentPartPr>
              <p14:xfrm>
                <a:off x="9771217" y="5468799"/>
                <a:ext cx="737640" cy="460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E2C48ED-2B5D-3231-B311-CF7E55F3F5B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765097" y="5462679"/>
                  <a:ext cx="74988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8E45CFE-5F9C-D198-205F-8E586452EB42}"/>
                    </a:ext>
                  </a:extLst>
                </p14:cNvPr>
                <p14:cNvContentPartPr/>
                <p14:nvPr/>
              </p14:nvContentPartPr>
              <p14:xfrm>
                <a:off x="9836017" y="5551959"/>
                <a:ext cx="925560" cy="954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8E45CFE-5F9C-D198-205F-8E586452EB4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829897" y="5545839"/>
                  <a:ext cx="937800" cy="966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7AD5B3D6-EB2D-8B38-2890-9DDFE0C55E7C}"/>
              </a:ext>
            </a:extLst>
          </p:cNvPr>
          <p:cNvSpPr txBox="1"/>
          <p:nvPr/>
        </p:nvSpPr>
        <p:spPr>
          <a:xfrm>
            <a:off x="8020255" y="4282281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A2FA96-8C30-DFA8-B347-A81FAA200CFC}"/>
              </a:ext>
            </a:extLst>
          </p:cNvPr>
          <p:cNvSpPr txBox="1"/>
          <p:nvPr/>
        </p:nvSpPr>
        <p:spPr>
          <a:xfrm>
            <a:off x="11002597" y="4131914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7729DE-BFE2-7CD3-0EED-59E63488964C}"/>
              </a:ext>
            </a:extLst>
          </p:cNvPr>
          <p:cNvSpPr txBox="1"/>
          <p:nvPr/>
        </p:nvSpPr>
        <p:spPr>
          <a:xfrm>
            <a:off x="6554992" y="2615264"/>
            <a:ext cx="542373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Case 2:</a:t>
            </a:r>
            <a:r>
              <a:rPr lang="en-US" sz="2500" dirty="0"/>
              <a:t> A and B </a:t>
            </a:r>
            <a:r>
              <a:rPr lang="en-US" sz="2500" i="1" dirty="0"/>
              <a:t>are not </a:t>
            </a:r>
            <a:r>
              <a:rPr lang="en-US" sz="2500" dirty="0"/>
              <a:t>connected… but likely related</a:t>
            </a:r>
          </a:p>
          <a:p>
            <a:r>
              <a:rPr lang="en-US" sz="2500" dirty="0"/>
              <a:t>Many paths from A -&gt; B</a:t>
            </a:r>
          </a:p>
        </p:txBody>
      </p:sp>
    </p:spTree>
    <p:extLst>
      <p:ext uri="{BB962C8B-B14F-4D97-AF65-F5344CB8AC3E}">
        <p14:creationId xmlns:p14="http://schemas.microsoft.com/office/powerpoint/2010/main" val="3172094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9188B-2607-2FEF-FF43-0D2F4D36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3780C-B63D-926D-8A28-7E8C41E4E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322262"/>
            <a:ext cx="10515600" cy="1325563"/>
          </a:xfrm>
        </p:spPr>
        <p:txBody>
          <a:bodyPr/>
          <a:lstStyle/>
          <a:p>
            <a:r>
              <a:rPr lang="en-US" dirty="0"/>
              <a:t>Today’s new idea: random walks on a graph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78D902-F850-8C44-270C-319D9B01E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44" y="1814689"/>
            <a:ext cx="3665834" cy="36658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ED4C63-9048-A2C0-9463-A5C569C0098B}"/>
              </a:ext>
            </a:extLst>
          </p:cNvPr>
          <p:cNvSpPr txBox="1"/>
          <p:nvPr/>
        </p:nvSpPr>
        <p:spPr>
          <a:xfrm>
            <a:off x="4679089" y="1712736"/>
            <a:ext cx="7343578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Imagine a “walker” moving between vertices</a:t>
            </a:r>
          </a:p>
          <a:p>
            <a:r>
              <a:rPr lang="en-US" sz="2500" b="1" dirty="0"/>
              <a:t>Step 0:</a:t>
            </a:r>
            <a:r>
              <a:rPr lang="en-US" sz="2500" dirty="0"/>
              <a:t> walker at vertex v</a:t>
            </a:r>
          </a:p>
          <a:p>
            <a:r>
              <a:rPr lang="en-US" sz="2500" b="1" dirty="0"/>
              <a:t>Step 1:</a:t>
            </a:r>
            <a:r>
              <a:rPr lang="en-US" sz="2500" dirty="0"/>
              <a:t> moves to vertex w with probability proportional to edge weight </a:t>
            </a:r>
            <a:r>
              <a:rPr lang="en-US" sz="2500" dirty="0" err="1"/>
              <a:t>e</a:t>
            </a:r>
            <a:r>
              <a:rPr lang="en-US" sz="2500" baseline="-25000" dirty="0" err="1"/>
              <a:t>vw</a:t>
            </a:r>
            <a:endParaRPr lang="en-US" sz="2500" baseline="-25000" dirty="0"/>
          </a:p>
          <a:p>
            <a:r>
              <a:rPr lang="en-US" sz="2500" b="1" dirty="0"/>
              <a:t>Step 2:</a:t>
            </a:r>
            <a:r>
              <a:rPr lang="en-US" sz="2500" dirty="0"/>
              <a:t> repeat…</a:t>
            </a:r>
          </a:p>
          <a:p>
            <a:endParaRPr lang="en-US" sz="2500" dirty="0"/>
          </a:p>
          <a:p>
            <a:endParaRPr lang="en-US" sz="25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818C901-F377-DFAD-EE6C-03C57A2A151B}"/>
              </a:ext>
            </a:extLst>
          </p:cNvPr>
          <p:cNvGrpSpPr/>
          <p:nvPr/>
        </p:nvGrpSpPr>
        <p:grpSpPr>
          <a:xfrm>
            <a:off x="5155102" y="4136676"/>
            <a:ext cx="2104920" cy="2247120"/>
            <a:chOff x="5155102" y="4136676"/>
            <a:chExt cx="2104920" cy="224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B2582B3-7ADA-C83E-FF2B-55E4506BB5BD}"/>
                    </a:ext>
                  </a:extLst>
                </p14:cNvPr>
                <p14:cNvContentPartPr/>
                <p14:nvPr/>
              </p14:nvContentPartPr>
              <p14:xfrm>
                <a:off x="5155102" y="5197596"/>
                <a:ext cx="322200" cy="342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B2582B3-7ADA-C83E-FF2B-55E4506BB5B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148982" y="5191476"/>
                  <a:ext cx="33444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1241545-3722-C721-CAF4-328D3CD909FC}"/>
                    </a:ext>
                  </a:extLst>
                </p14:cNvPr>
                <p14:cNvContentPartPr/>
                <p14:nvPr/>
              </p14:nvContentPartPr>
              <p14:xfrm>
                <a:off x="5485942" y="4305516"/>
                <a:ext cx="812880" cy="916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1241545-3722-C721-CAF4-328D3CD909F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79822" y="4299396"/>
                  <a:ext cx="825120" cy="9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5B4863A-B828-7753-095B-6C637B9CA250}"/>
                    </a:ext>
                  </a:extLst>
                </p14:cNvPr>
                <p14:cNvContentPartPr/>
                <p14:nvPr/>
              </p14:nvContentPartPr>
              <p14:xfrm>
                <a:off x="5516182" y="5380476"/>
                <a:ext cx="804960" cy="272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5B4863A-B828-7753-095B-6C637B9CA25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10062" y="5374356"/>
                  <a:ext cx="8172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78BCA4E-ED8E-BAC5-667B-3984C08AE6D1}"/>
                    </a:ext>
                  </a:extLst>
                </p14:cNvPr>
                <p14:cNvContentPartPr/>
                <p14:nvPr/>
              </p14:nvContentPartPr>
              <p14:xfrm>
                <a:off x="5566222" y="5115876"/>
                <a:ext cx="1165680" cy="176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78BCA4E-ED8E-BAC5-667B-3984C08AE6D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60102" y="5109756"/>
                  <a:ext cx="11779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52F9CB2-1434-8F02-AF37-B49D1BB0470A}"/>
                    </a:ext>
                  </a:extLst>
                </p14:cNvPr>
                <p14:cNvContentPartPr/>
                <p14:nvPr/>
              </p14:nvContentPartPr>
              <p14:xfrm>
                <a:off x="5499262" y="5577036"/>
                <a:ext cx="1008720" cy="716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52F9CB2-1434-8F02-AF37-B49D1BB0470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493142" y="5570916"/>
                  <a:ext cx="1020960" cy="72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6C13B07-DEAA-3AE2-B14C-E389078A3734}"/>
                    </a:ext>
                  </a:extLst>
                </p14:cNvPr>
                <p14:cNvContentPartPr/>
                <p14:nvPr/>
              </p14:nvContentPartPr>
              <p14:xfrm>
                <a:off x="6646942" y="6041436"/>
                <a:ext cx="245520" cy="342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6C13B07-DEAA-3AE2-B14C-E389078A373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40822" y="6035316"/>
                  <a:ext cx="2577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CE17A2A-D03C-43A1-3374-D7A3F5588489}"/>
                    </a:ext>
                  </a:extLst>
                </p14:cNvPr>
                <p14:cNvContentPartPr/>
                <p14:nvPr/>
              </p14:nvContentPartPr>
              <p14:xfrm>
                <a:off x="6397102" y="5528796"/>
                <a:ext cx="308520" cy="264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CE17A2A-D03C-43A1-3374-D7A3F558848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390982" y="5522676"/>
                  <a:ext cx="3207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773B643-484A-80F5-E906-7D814CC50A93}"/>
                    </a:ext>
                  </a:extLst>
                </p14:cNvPr>
                <p14:cNvContentPartPr/>
                <p14:nvPr/>
              </p14:nvContentPartPr>
              <p14:xfrm>
                <a:off x="6841702" y="4956756"/>
                <a:ext cx="240120" cy="303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773B643-484A-80F5-E906-7D814CC50A9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835582" y="4950636"/>
                  <a:ext cx="2523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CDCE2E2-0D15-95B6-6455-A1208D0D16F8}"/>
                    </a:ext>
                  </a:extLst>
                </p14:cNvPr>
                <p14:cNvContentPartPr/>
                <p14:nvPr/>
              </p14:nvContentPartPr>
              <p14:xfrm>
                <a:off x="6318982" y="4136676"/>
                <a:ext cx="272160" cy="273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CDCE2E2-0D15-95B6-6455-A1208D0D16F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312862" y="4130556"/>
                  <a:ext cx="2844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CB43006-436D-17F2-C424-E89A7461C79D}"/>
                    </a:ext>
                  </a:extLst>
                </p14:cNvPr>
                <p14:cNvContentPartPr/>
                <p14:nvPr/>
              </p14:nvContentPartPr>
              <p14:xfrm>
                <a:off x="6953302" y="5525196"/>
                <a:ext cx="306720" cy="310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CB43006-436D-17F2-C424-E89A7461C79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947182" y="5519076"/>
                  <a:ext cx="3189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5F5A4C5-1140-714F-D265-79A77CFD4CDD}"/>
                    </a:ext>
                  </a:extLst>
                </p14:cNvPr>
                <p14:cNvContentPartPr/>
                <p14:nvPr/>
              </p14:nvContentPartPr>
              <p14:xfrm>
                <a:off x="5822902" y="4392996"/>
                <a:ext cx="6480" cy="192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5F5A4C5-1140-714F-D265-79A77CFD4CD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816782" y="4386876"/>
                  <a:ext cx="187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7D40156-5BE3-B827-1CA3-A200940F168E}"/>
                    </a:ext>
                  </a:extLst>
                </p14:cNvPr>
                <p14:cNvContentPartPr/>
                <p14:nvPr/>
              </p14:nvContentPartPr>
              <p14:xfrm>
                <a:off x="6036022" y="4853436"/>
                <a:ext cx="303480" cy="216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7D40156-5BE3-B827-1CA3-A200940F168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029902" y="4847316"/>
                  <a:ext cx="3157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DAA34EB-4492-ED5C-7B04-4F4048B02B81}"/>
                    </a:ext>
                  </a:extLst>
                </p14:cNvPr>
                <p14:cNvContentPartPr/>
                <p14:nvPr/>
              </p14:nvContentPartPr>
              <p14:xfrm>
                <a:off x="6018382" y="5303076"/>
                <a:ext cx="116640" cy="208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DAA34EB-4492-ED5C-7B04-4F4048B02B8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012262" y="5296956"/>
                  <a:ext cx="1288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8EF2821-F3F9-539F-B4FD-E9862BF74751}"/>
                    </a:ext>
                  </a:extLst>
                </p14:cNvPr>
                <p14:cNvContentPartPr/>
                <p14:nvPr/>
              </p14:nvContentPartPr>
              <p14:xfrm>
                <a:off x="5995342" y="5758476"/>
                <a:ext cx="91440" cy="174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8EF2821-F3F9-539F-B4FD-E9862BF7475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89222" y="5752356"/>
                  <a:ext cx="1036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D99CB83-E0FC-3930-BED6-82C281CABA0B}"/>
                    </a:ext>
                  </a:extLst>
                </p14:cNvPr>
                <p14:cNvContentPartPr/>
                <p14:nvPr/>
              </p14:nvContentPartPr>
              <p14:xfrm>
                <a:off x="6105502" y="5778636"/>
                <a:ext cx="360" cy="212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D99CB83-E0FC-3930-BED6-82C281CABA0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099382" y="5772516"/>
                  <a:ext cx="126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913FE8C-2D90-AF8C-3797-76C9B2099AAE}"/>
                    </a:ext>
                  </a:extLst>
                </p14:cNvPr>
                <p14:cNvContentPartPr/>
                <p14:nvPr/>
              </p14:nvContentPartPr>
              <p14:xfrm>
                <a:off x="6117382" y="5910396"/>
                <a:ext cx="360" cy="160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913FE8C-2D90-AF8C-3797-76C9B2099AA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111262" y="5904276"/>
                  <a:ext cx="12600" cy="17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3676F13-ECAE-4155-A028-D7270C086726}"/>
                  </a:ext>
                </a:extLst>
              </p14:cNvPr>
              <p14:cNvContentPartPr/>
              <p14:nvPr/>
            </p14:nvContentPartPr>
            <p14:xfrm>
              <a:off x="4818862" y="5155116"/>
              <a:ext cx="189360" cy="1954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3676F13-ECAE-4155-A028-D7270C08672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812742" y="5148996"/>
                <a:ext cx="20160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32C93D2-9D1C-DF03-27B7-30E1FE062141}"/>
                  </a:ext>
                </a:extLst>
              </p:cNvPr>
              <p:cNvSpPr txBox="1"/>
              <p:nvPr/>
            </p:nvSpPr>
            <p:spPr>
              <a:xfrm>
                <a:off x="7892182" y="4190511"/>
                <a:ext cx="3888627" cy="1749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Probability that walker at v moves to w is</a:t>
                </a:r>
              </a:p>
              <a:p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1+2+3+4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32C93D2-9D1C-DF03-27B7-30E1FE062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182" y="4190511"/>
                <a:ext cx="3888627" cy="1749710"/>
              </a:xfrm>
              <a:prstGeom prst="rect">
                <a:avLst/>
              </a:prstGeom>
              <a:blipFill>
                <a:blip r:embed="rId37"/>
                <a:stretch>
                  <a:fillRect l="-1954" t="-2158" b="-2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7137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435AA-CC28-A370-59B4-E315D6DE0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Intuition: Random walks distinguish challenging cases for MDS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112D8C-9B86-4396-1250-2187D0EBDA36}"/>
              </a:ext>
            </a:extLst>
          </p:cNvPr>
          <p:cNvSpPr txBox="1"/>
          <p:nvPr/>
        </p:nvSpPr>
        <p:spPr>
          <a:xfrm>
            <a:off x="339589" y="1892296"/>
            <a:ext cx="542373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Case 1:</a:t>
            </a:r>
            <a:r>
              <a:rPr lang="en-US" sz="2500" dirty="0"/>
              <a:t> A and B </a:t>
            </a:r>
            <a:r>
              <a:rPr lang="en-US" sz="2500" i="1" dirty="0"/>
              <a:t>are</a:t>
            </a:r>
            <a:r>
              <a:rPr lang="en-US" sz="2500" dirty="0"/>
              <a:t> connected… but likely not that related </a:t>
            </a:r>
          </a:p>
          <a:p>
            <a:r>
              <a:rPr lang="en-US" sz="2500" dirty="0"/>
              <a:t>Few paths from A -&gt; 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13A6F6-4CCF-9A45-CFF8-03DAB93823AB}"/>
              </a:ext>
            </a:extLst>
          </p:cNvPr>
          <p:cNvSpPr txBox="1"/>
          <p:nvPr/>
        </p:nvSpPr>
        <p:spPr>
          <a:xfrm>
            <a:off x="2525248" y="3521505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A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A6092AF-56B6-E88F-FD5D-19366D28798E}"/>
              </a:ext>
            </a:extLst>
          </p:cNvPr>
          <p:cNvGrpSpPr/>
          <p:nvPr/>
        </p:nvGrpSpPr>
        <p:grpSpPr>
          <a:xfrm>
            <a:off x="629359" y="3128745"/>
            <a:ext cx="5422680" cy="2680200"/>
            <a:chOff x="629359" y="3907678"/>
            <a:chExt cx="5422680" cy="268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AD70B39-69D7-70DF-B54C-BD5C3C124538}"/>
                    </a:ext>
                  </a:extLst>
                </p14:cNvPr>
                <p14:cNvContentPartPr/>
                <p14:nvPr/>
              </p14:nvContentPartPr>
              <p14:xfrm>
                <a:off x="2444479" y="4928998"/>
                <a:ext cx="340200" cy="327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3C8D0BC-91F2-3844-C69D-F78C687A8A6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38359" y="4922878"/>
                  <a:ext cx="3524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24DB5B1-6E3F-4A3D-A163-183123D07D45}"/>
                    </a:ext>
                  </a:extLst>
                </p14:cNvPr>
                <p14:cNvContentPartPr/>
                <p14:nvPr/>
              </p14:nvContentPartPr>
              <p14:xfrm>
                <a:off x="2908879" y="5092078"/>
                <a:ext cx="890280" cy="5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38AE839-CDA2-77E6-1100-F215E4B507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02759" y="5085958"/>
                  <a:ext cx="9025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0BFF607-BA5B-0DE4-4402-34526B480D2D}"/>
                    </a:ext>
                  </a:extLst>
                </p14:cNvPr>
                <p14:cNvContentPartPr/>
                <p14:nvPr/>
              </p14:nvContentPartPr>
              <p14:xfrm>
                <a:off x="3933439" y="4905958"/>
                <a:ext cx="214200" cy="299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BD268BC-5DA7-EB71-DDE1-D39CED9B3BE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27319" y="4899838"/>
                  <a:ext cx="226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472B178-38D9-2A10-CB08-F13CF513077B}"/>
                    </a:ext>
                  </a:extLst>
                </p14:cNvPr>
                <p14:cNvContentPartPr/>
                <p14:nvPr/>
              </p14:nvContentPartPr>
              <p14:xfrm>
                <a:off x="1156759" y="4151398"/>
                <a:ext cx="245880" cy="389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D27B7F1-63FB-884C-AC28-7D0B468694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0639" y="4145278"/>
                  <a:ext cx="25812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42F9B1B-E686-7500-F262-69D4974C3382}"/>
                    </a:ext>
                  </a:extLst>
                </p14:cNvPr>
                <p14:cNvContentPartPr/>
                <p14:nvPr/>
              </p14:nvContentPartPr>
              <p14:xfrm>
                <a:off x="629359" y="5176678"/>
                <a:ext cx="220680" cy="273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D95FF0E-549F-3ABA-8CEA-B91EC8DC04F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239" y="5170558"/>
                  <a:ext cx="232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94E55D0-C922-9382-EFFF-71DB44969293}"/>
                    </a:ext>
                  </a:extLst>
                </p14:cNvPr>
                <p14:cNvContentPartPr/>
                <p14:nvPr/>
              </p14:nvContentPartPr>
              <p14:xfrm>
                <a:off x="817999" y="6098638"/>
                <a:ext cx="273240" cy="292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E1AE97-1FEA-7AD8-F239-8D21BFFB1A0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1879" y="6092518"/>
                  <a:ext cx="2854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81CD06F-C4D8-327E-FFBA-3BACD8EC6184}"/>
                    </a:ext>
                  </a:extLst>
                </p14:cNvPr>
                <p14:cNvContentPartPr/>
                <p14:nvPr/>
              </p14:nvContentPartPr>
              <p14:xfrm>
                <a:off x="1834279" y="6189358"/>
                <a:ext cx="287640" cy="398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DC3C5D2-414C-D498-F1E2-CFDB2D38EAD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28159" y="6183238"/>
                  <a:ext cx="2998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041D06A-F0AC-0CBF-4263-AEAE6D57CA3D}"/>
                    </a:ext>
                  </a:extLst>
                </p14:cNvPr>
                <p14:cNvContentPartPr/>
                <p14:nvPr/>
              </p14:nvContentPartPr>
              <p14:xfrm>
                <a:off x="2374279" y="5647198"/>
                <a:ext cx="126720" cy="307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17D1662-3DA2-0997-FCD4-D561C663E3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68159" y="5641078"/>
                  <a:ext cx="1389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1019D4D-C8D7-5C3B-9DC3-B71914D66D5D}"/>
                    </a:ext>
                  </a:extLst>
                </p14:cNvPr>
                <p14:cNvContentPartPr/>
                <p14:nvPr/>
              </p14:nvContentPartPr>
              <p14:xfrm>
                <a:off x="1457359" y="4534798"/>
                <a:ext cx="828720" cy="508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C4FD105-D0FA-F442-E13F-27E226B00AB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51239" y="4528678"/>
                  <a:ext cx="84096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895D967-20D4-B915-50ED-AFC57D0DA11E}"/>
                    </a:ext>
                  </a:extLst>
                </p14:cNvPr>
                <p14:cNvContentPartPr/>
                <p14:nvPr/>
              </p14:nvContentPartPr>
              <p14:xfrm>
                <a:off x="2560399" y="5502118"/>
                <a:ext cx="360" cy="171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7DA649-3625-6467-66E2-4FD502EAC6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54279" y="5495998"/>
                  <a:ext cx="12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BB53D1C-EFC4-2CC9-F972-DF159CE49CD1}"/>
                    </a:ext>
                  </a:extLst>
                </p14:cNvPr>
                <p14:cNvContentPartPr/>
                <p14:nvPr/>
              </p14:nvContentPartPr>
              <p14:xfrm>
                <a:off x="2208319" y="6143278"/>
                <a:ext cx="164160" cy="83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7262E8F-A69A-844E-521F-F6378E1B38D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02199" y="6137158"/>
                  <a:ext cx="1764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C83CA19-7467-1FD0-0630-463AE9A1B5CE}"/>
                    </a:ext>
                  </a:extLst>
                </p14:cNvPr>
                <p14:cNvContentPartPr/>
                <p14:nvPr/>
              </p14:nvContentPartPr>
              <p14:xfrm>
                <a:off x="1345039" y="6255598"/>
                <a:ext cx="476640" cy="31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163C150-F426-832F-EDDD-9B274E0237F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38919" y="6249478"/>
                  <a:ext cx="488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40192CE-DE41-F16E-D6E2-0DDCEFA7327A}"/>
                    </a:ext>
                  </a:extLst>
                </p14:cNvPr>
                <p14:cNvContentPartPr/>
                <p14:nvPr/>
              </p14:nvContentPartPr>
              <p14:xfrm>
                <a:off x="779839" y="5579158"/>
                <a:ext cx="360" cy="298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D0D31A4-BF89-80C2-1520-E7BF65F53D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3719" y="5573038"/>
                  <a:ext cx="126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C22F6C4-6D3C-C04E-B119-F29FB1E531B2}"/>
                    </a:ext>
                  </a:extLst>
                </p14:cNvPr>
                <p14:cNvContentPartPr/>
                <p14:nvPr/>
              </p14:nvContentPartPr>
              <p14:xfrm>
                <a:off x="855799" y="4812718"/>
                <a:ext cx="268560" cy="279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B9BE93A-7E34-113B-24F5-09B1620E08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9679" y="4806598"/>
                  <a:ext cx="280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5797DED-E856-DC97-F107-3313AD73711D}"/>
                    </a:ext>
                  </a:extLst>
                </p14:cNvPr>
                <p14:cNvContentPartPr/>
                <p14:nvPr/>
              </p14:nvContentPartPr>
              <p14:xfrm>
                <a:off x="994399" y="5428678"/>
                <a:ext cx="658800" cy="632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544CE9B-9ED1-5ED2-A4FA-769F8F4FCCB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8279" y="5422558"/>
                  <a:ext cx="67104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4C9FA6B-F3D5-C54E-2285-9D72DF834942}"/>
                    </a:ext>
                  </a:extLst>
                </p14:cNvPr>
                <p14:cNvContentPartPr/>
                <p14:nvPr/>
              </p14:nvContentPartPr>
              <p14:xfrm>
                <a:off x="1192399" y="5283598"/>
                <a:ext cx="1157760" cy="425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D6D5AC1-5555-9510-1370-FDBDAD19DDD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86279" y="5277478"/>
                  <a:ext cx="11700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B67D640-48ED-E73C-B910-F3EF475DCF00}"/>
                    </a:ext>
                  </a:extLst>
                </p14:cNvPr>
                <p14:cNvContentPartPr/>
                <p14:nvPr/>
              </p14:nvContentPartPr>
              <p14:xfrm>
                <a:off x="1254319" y="5117638"/>
                <a:ext cx="1037160" cy="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0A0A0E3-BA59-D890-57A3-38194812A15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48199" y="5111518"/>
                  <a:ext cx="1049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42417BD-5B12-D973-F341-82F7913D4BC6}"/>
                    </a:ext>
                  </a:extLst>
                </p14:cNvPr>
                <p14:cNvContentPartPr/>
                <p14:nvPr/>
              </p14:nvContentPartPr>
              <p14:xfrm>
                <a:off x="1298959" y="4655398"/>
                <a:ext cx="14400" cy="1332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D38E0C-46D2-4972-713F-4B7289ACCF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92839" y="4649278"/>
                  <a:ext cx="26640" cy="13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0D5C309-A524-E0B4-31BA-8E68D0F2E3DB}"/>
                    </a:ext>
                  </a:extLst>
                </p14:cNvPr>
                <p14:cNvContentPartPr/>
                <p14:nvPr/>
              </p14:nvContentPartPr>
              <p14:xfrm>
                <a:off x="1544839" y="4940878"/>
                <a:ext cx="213120" cy="1337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768F70C-53CC-8E2D-132C-3AFA67E3941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38719" y="4934758"/>
                  <a:ext cx="225360" cy="13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EFAA9D8-9F97-B5B7-0F52-996214085B46}"/>
                    </a:ext>
                  </a:extLst>
                </p14:cNvPr>
                <p14:cNvContentPartPr/>
                <p14:nvPr/>
              </p14:nvContentPartPr>
              <p14:xfrm>
                <a:off x="1716919" y="5009638"/>
                <a:ext cx="660960" cy="572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FA3DCEB-F86E-04C3-E485-7605D5F2430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10799" y="5003518"/>
                  <a:ext cx="67320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04A833D-B358-6311-D255-87E83627C959}"/>
                    </a:ext>
                  </a:extLst>
                </p14:cNvPr>
                <p14:cNvContentPartPr/>
                <p14:nvPr/>
              </p14:nvContentPartPr>
              <p14:xfrm>
                <a:off x="1014559" y="5251198"/>
                <a:ext cx="1172520" cy="766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BB00413-5EC1-2258-D1F3-299359EF03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8439" y="5245078"/>
                  <a:ext cx="1184760" cy="77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DBD89D6-4542-682A-B7A7-6BB4676ED54A}"/>
                    </a:ext>
                  </a:extLst>
                </p14:cNvPr>
                <p14:cNvContentPartPr/>
                <p14:nvPr/>
              </p14:nvContentPartPr>
              <p14:xfrm>
                <a:off x="1032199" y="5024398"/>
                <a:ext cx="135720" cy="996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5FD9031-42AE-3E12-F10C-0303A789D1E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6079" y="5018278"/>
                  <a:ext cx="147960" cy="10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F980652-B867-53A6-6519-FEFC1623D360}"/>
                    </a:ext>
                  </a:extLst>
                </p14:cNvPr>
                <p14:cNvContentPartPr/>
                <p14:nvPr/>
              </p14:nvContentPartPr>
              <p14:xfrm>
                <a:off x="4816159" y="3907678"/>
                <a:ext cx="223560" cy="211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9435C8C-5D3C-CC9F-6C5C-DB23099298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10039" y="3901558"/>
                  <a:ext cx="235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19115C7-30B7-F7D4-1630-CE7B9B1EF880}"/>
                    </a:ext>
                  </a:extLst>
                </p14:cNvPr>
                <p14:cNvContentPartPr/>
                <p14:nvPr/>
              </p14:nvContentPartPr>
              <p14:xfrm>
                <a:off x="5638039" y="4424278"/>
                <a:ext cx="185400" cy="221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75651DA-3451-AA50-1DEF-63BE175A669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31919" y="4418158"/>
                  <a:ext cx="1976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46923B8-3E37-B666-7286-3D907465B1B2}"/>
                    </a:ext>
                  </a:extLst>
                </p14:cNvPr>
                <p14:cNvContentPartPr/>
                <p14:nvPr/>
              </p14:nvContentPartPr>
              <p14:xfrm>
                <a:off x="5831719" y="5423638"/>
                <a:ext cx="220320" cy="219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0F3059E-7332-6FB8-59F7-C0026D580F3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25599" y="5417518"/>
                  <a:ext cx="232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4556D95-4CA9-8B7B-B16A-222C805574DF}"/>
                    </a:ext>
                  </a:extLst>
                </p14:cNvPr>
                <p14:cNvContentPartPr/>
                <p14:nvPr/>
              </p14:nvContentPartPr>
              <p14:xfrm>
                <a:off x="5280559" y="6140398"/>
                <a:ext cx="250920" cy="261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907E5D4-9034-9626-1366-89A1A91FBE1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74439" y="6134278"/>
                  <a:ext cx="2631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534BFC1-C85C-CDEC-9F11-58F87E48B105}"/>
                    </a:ext>
                  </a:extLst>
                </p14:cNvPr>
                <p14:cNvContentPartPr/>
                <p14:nvPr/>
              </p14:nvContentPartPr>
              <p14:xfrm>
                <a:off x="4322599" y="5899198"/>
                <a:ext cx="268920" cy="417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C04006B-5101-554E-0325-E540936D78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16479" y="5893078"/>
                  <a:ext cx="2811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5455934-E496-F277-3D55-B8CC1C8ED040}"/>
                    </a:ext>
                  </a:extLst>
                </p14:cNvPr>
                <p14:cNvContentPartPr/>
                <p14:nvPr/>
              </p14:nvContentPartPr>
              <p14:xfrm>
                <a:off x="4120279" y="5404918"/>
                <a:ext cx="181800" cy="520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DEEB4D0-1996-B948-DABB-EA6D34C031A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14159" y="5398798"/>
                  <a:ext cx="19404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43D344-BFAA-4F55-8DC7-6FA01B13C5BD}"/>
                    </a:ext>
                  </a:extLst>
                </p14:cNvPr>
                <p14:cNvContentPartPr/>
                <p14:nvPr/>
              </p14:nvContentPartPr>
              <p14:xfrm>
                <a:off x="4239079" y="4242838"/>
                <a:ext cx="494640" cy="478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F5F017B-53E4-3BD3-A52A-46F35C0E3BB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32959" y="4236718"/>
                  <a:ext cx="5068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B168C26-03D7-B508-E0C1-F0C249ECF416}"/>
                    </a:ext>
                  </a:extLst>
                </p14:cNvPr>
                <p14:cNvContentPartPr/>
                <p14:nvPr/>
              </p14:nvContentPartPr>
              <p14:xfrm>
                <a:off x="5094439" y="4300438"/>
                <a:ext cx="321480" cy="191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51369E5-77E1-F396-9177-E2B8224F977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88319" y="4294318"/>
                  <a:ext cx="333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310C018-0D77-4069-9A7B-35F6CCAF9611}"/>
                    </a:ext>
                  </a:extLst>
                </p14:cNvPr>
                <p14:cNvContentPartPr/>
                <p14:nvPr/>
              </p14:nvContentPartPr>
              <p14:xfrm>
                <a:off x="5730919" y="4878958"/>
                <a:ext cx="72000" cy="402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31CFFDF-BDE1-4AE1-4E27-35C032707CD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24799" y="4872838"/>
                  <a:ext cx="842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3CA41C9-538D-35C5-2416-E4827B7AFA16}"/>
                    </a:ext>
                  </a:extLst>
                </p14:cNvPr>
                <p14:cNvContentPartPr/>
                <p14:nvPr/>
              </p14:nvContentPartPr>
              <p14:xfrm>
                <a:off x="5595559" y="5790478"/>
                <a:ext cx="167760" cy="332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E6F2024-06CF-EBEC-DE58-905C04402AD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89439" y="5784358"/>
                  <a:ext cx="1800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89B2112-5378-8910-C8D6-6461C21E6D7E}"/>
                    </a:ext>
                  </a:extLst>
                </p14:cNvPr>
                <p14:cNvContentPartPr/>
                <p14:nvPr/>
              </p14:nvContentPartPr>
              <p14:xfrm>
                <a:off x="4828759" y="6282238"/>
                <a:ext cx="339840" cy="4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22A5244-8317-8493-6549-207B7C6768D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22639" y="6276118"/>
                  <a:ext cx="3520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904F9B9-2A43-7E70-FFFC-7C1FDB37EE7A}"/>
                    </a:ext>
                  </a:extLst>
                </p14:cNvPr>
                <p14:cNvContentPartPr/>
                <p14:nvPr/>
              </p14:nvContentPartPr>
              <p14:xfrm>
                <a:off x="4385959" y="5169838"/>
                <a:ext cx="950040" cy="319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4EE77E5-08C9-FAB7-382C-A817F0465C2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79839" y="5163718"/>
                  <a:ext cx="9622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9027729-FBD1-05A1-57B7-474D2919E7DC}"/>
                    </a:ext>
                  </a:extLst>
                </p14:cNvPr>
                <p14:cNvContentPartPr/>
                <p14:nvPr/>
              </p14:nvContentPartPr>
              <p14:xfrm>
                <a:off x="4636519" y="5838718"/>
                <a:ext cx="817920" cy="155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56B88ED-7EA7-64A6-D27F-CE1880EB1D1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30399" y="5832598"/>
                  <a:ext cx="830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4F611BC-A1F5-3340-CD25-5DF02FE81434}"/>
                    </a:ext>
                  </a:extLst>
                </p14:cNvPr>
                <p14:cNvContentPartPr/>
                <p14:nvPr/>
              </p14:nvContentPartPr>
              <p14:xfrm>
                <a:off x="4948279" y="4427158"/>
                <a:ext cx="139320" cy="1631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9180F6F-3F32-1306-4DD6-703C5580D9D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42159" y="4421038"/>
                  <a:ext cx="151560" cy="16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B327E64-78EE-F0E7-40CC-EF949A8C44FA}"/>
                    </a:ext>
                  </a:extLst>
                </p14:cNvPr>
                <p14:cNvContentPartPr/>
                <p14:nvPr/>
              </p14:nvContentPartPr>
              <p14:xfrm>
                <a:off x="4492879" y="4644958"/>
                <a:ext cx="966960" cy="1063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8959768-2AEE-2731-9684-BEA1078B82D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486759" y="4638838"/>
                  <a:ext cx="979200" cy="10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617127D-E36D-9557-C4DF-E59745E283B2}"/>
                    </a:ext>
                  </a:extLst>
                </p14:cNvPr>
                <p14:cNvContentPartPr/>
                <p14:nvPr/>
              </p14:nvContentPartPr>
              <p14:xfrm>
                <a:off x="5095519" y="4484038"/>
                <a:ext cx="479880" cy="1061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D922454-6F89-7072-7B7B-EB4DADCE72D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89399" y="4477918"/>
                  <a:ext cx="492120" cy="10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0657DA7-D102-9CFA-0E6E-E056B47500EF}"/>
                    </a:ext>
                  </a:extLst>
                </p14:cNvPr>
                <p14:cNvContentPartPr/>
                <p14:nvPr/>
              </p14:nvContentPartPr>
              <p14:xfrm>
                <a:off x="4443199" y="4757638"/>
                <a:ext cx="914040" cy="144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A702E83-E027-A049-BC5D-C3A4F3ABF8C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37079" y="4751518"/>
                  <a:ext cx="926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DE0199F-AA66-1884-3D60-1B26A1DF86D6}"/>
                    </a:ext>
                  </a:extLst>
                </p14:cNvPr>
                <p14:cNvContentPartPr/>
                <p14:nvPr/>
              </p14:nvContentPartPr>
              <p14:xfrm>
                <a:off x="5128999" y="5665918"/>
                <a:ext cx="490680" cy="345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EC3500D-FD30-EDB1-312A-F53C3C0A4DC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22879" y="5659798"/>
                  <a:ext cx="5029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6B1FBD5-D276-8790-AF57-C2B3850225B1}"/>
                    </a:ext>
                  </a:extLst>
                </p14:cNvPr>
                <p14:cNvContentPartPr/>
                <p14:nvPr/>
              </p14:nvContentPartPr>
              <p14:xfrm>
                <a:off x="4644079" y="4856998"/>
                <a:ext cx="987840" cy="992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FC0DF84-D884-C5A8-C915-C1E3F2BBB8C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37959" y="4850878"/>
                  <a:ext cx="1000080" cy="1004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C9DB9DE9-A0CB-F30E-DB58-569CD2627A4B}"/>
              </a:ext>
            </a:extLst>
          </p:cNvPr>
          <p:cNvSpPr txBox="1"/>
          <p:nvPr/>
        </p:nvSpPr>
        <p:spPr>
          <a:xfrm>
            <a:off x="3663465" y="3521505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B</a:t>
            </a:r>
          </a:p>
        </p:txBody>
      </p:sp>
      <p:pic>
        <p:nvPicPr>
          <p:cNvPr id="69" name="Picture 4" descr="man">
            <a:extLst>
              <a:ext uri="{FF2B5EF4-FFF2-40B4-BE49-F238E27FC236}">
                <a16:creationId xmlns:a16="http://schemas.microsoft.com/office/drawing/2014/main" id="{F3AFDE49-3992-C29C-C4DF-02928AEDE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4529" y="3407125"/>
            <a:ext cx="501099" cy="708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518E3659-5988-3E1C-1576-5B6D49ECEF33}"/>
              </a:ext>
            </a:extLst>
          </p:cNvPr>
          <p:cNvSpPr txBox="1"/>
          <p:nvPr/>
        </p:nvSpPr>
        <p:spPr>
          <a:xfrm>
            <a:off x="7257756" y="3076008"/>
            <a:ext cx="442844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</a:rPr>
              <a:t>Random walker at A has a low probability of moving to B</a:t>
            </a:r>
          </a:p>
          <a:p>
            <a:endParaRPr lang="en-US" sz="2500" dirty="0">
              <a:solidFill>
                <a:srgbClr val="FF0000"/>
              </a:solidFill>
            </a:endParaRPr>
          </a:p>
          <a:p>
            <a:r>
              <a:rPr lang="en-US" sz="2500" dirty="0">
                <a:solidFill>
                  <a:srgbClr val="FF0000"/>
                </a:solidFill>
              </a:rPr>
              <a:t>(If walker moves to somewhere in left cluster, they will be stuck there for a while)</a:t>
            </a:r>
          </a:p>
        </p:txBody>
      </p:sp>
    </p:spTree>
    <p:extLst>
      <p:ext uri="{BB962C8B-B14F-4D97-AF65-F5344CB8AC3E}">
        <p14:creationId xmlns:p14="http://schemas.microsoft.com/office/powerpoint/2010/main" val="3320782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7C5CC-0B94-092B-90D5-6951AD53B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5589E-FB2A-DF91-10D7-726F3D04B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Intuition: Random walks distinguish challenging cases for MDS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F36C47C-CC9F-CD4B-0A21-21F688C28FAD}"/>
              </a:ext>
            </a:extLst>
          </p:cNvPr>
          <p:cNvSpPr txBox="1"/>
          <p:nvPr/>
        </p:nvSpPr>
        <p:spPr>
          <a:xfrm>
            <a:off x="6384587" y="3648453"/>
            <a:ext cx="530161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92D050"/>
                </a:solidFill>
              </a:rPr>
              <a:t>Random walker at A has a high probability of moving to B </a:t>
            </a:r>
            <a:r>
              <a:rPr lang="en-US" sz="2500" u="sng" dirty="0">
                <a:solidFill>
                  <a:srgbClr val="92D050"/>
                </a:solidFill>
              </a:rPr>
              <a:t>in 2 steps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CBF9FEA-3E62-9118-F59F-84D7A1AD839B}"/>
              </a:ext>
            </a:extLst>
          </p:cNvPr>
          <p:cNvGrpSpPr/>
          <p:nvPr/>
        </p:nvGrpSpPr>
        <p:grpSpPr>
          <a:xfrm>
            <a:off x="2309747" y="3650040"/>
            <a:ext cx="2838240" cy="2634840"/>
            <a:chOff x="8358937" y="4082799"/>
            <a:chExt cx="2838240" cy="263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F110033-E5A3-391A-A403-D38B014395FB}"/>
                    </a:ext>
                  </a:extLst>
                </p14:cNvPr>
                <p14:cNvContentPartPr/>
                <p14:nvPr/>
              </p14:nvContentPartPr>
              <p14:xfrm>
                <a:off x="8358937" y="4850679"/>
                <a:ext cx="248760" cy="309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F110033-E5A3-391A-A403-D38B014395F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352817" y="4844559"/>
                  <a:ext cx="2610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053FA85-AEE8-F6D1-A60B-A0FBB50558C2}"/>
                    </a:ext>
                  </a:extLst>
                </p14:cNvPr>
                <p14:cNvContentPartPr/>
                <p14:nvPr/>
              </p14:nvContentPartPr>
              <p14:xfrm>
                <a:off x="8563057" y="4211319"/>
                <a:ext cx="667440" cy="691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053FA85-AEE8-F6D1-A60B-A0FBB50558C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56937" y="4205199"/>
                  <a:ext cx="67968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B213816-E29B-0828-F7B4-2A3E50F42D83}"/>
                    </a:ext>
                  </a:extLst>
                </p14:cNvPr>
                <p14:cNvContentPartPr/>
                <p14:nvPr/>
              </p14:nvContentPartPr>
              <p14:xfrm>
                <a:off x="9266857" y="4082799"/>
                <a:ext cx="180360" cy="234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B213816-E29B-0828-F7B4-2A3E50F42D8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60737" y="4076679"/>
                  <a:ext cx="1926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79A2D38-DBB8-5FC8-A7EA-777A73E07C79}"/>
                    </a:ext>
                  </a:extLst>
                </p14:cNvPr>
                <p14:cNvContentPartPr/>
                <p14:nvPr/>
              </p14:nvContentPartPr>
              <p14:xfrm>
                <a:off x="8666017" y="5049399"/>
                <a:ext cx="783000" cy="3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79A2D38-DBB8-5FC8-A7EA-777A73E07C7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59897" y="5043279"/>
                  <a:ext cx="79524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5FC5841-FCC2-BD5F-E61E-427B6CFCAE76}"/>
                    </a:ext>
                  </a:extLst>
                </p14:cNvPr>
                <p14:cNvContentPartPr/>
                <p14:nvPr/>
              </p14:nvContentPartPr>
              <p14:xfrm>
                <a:off x="9436057" y="4949679"/>
                <a:ext cx="162360" cy="229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5FC5841-FCC2-BD5F-E61E-427B6CFCAE7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429937" y="4943559"/>
                  <a:ext cx="1746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34C19B5-6FA5-A885-3066-23FE00C3F973}"/>
                    </a:ext>
                  </a:extLst>
                </p14:cNvPr>
                <p14:cNvContentPartPr/>
                <p14:nvPr/>
              </p14:nvContentPartPr>
              <p14:xfrm>
                <a:off x="8642617" y="4565199"/>
                <a:ext cx="928800" cy="416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34C19B5-6FA5-A885-3066-23FE00C3F97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36497" y="4559079"/>
                  <a:ext cx="9410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0185CC3-AECE-A67A-87C9-357A1D08765A}"/>
                    </a:ext>
                  </a:extLst>
                </p14:cNvPr>
                <p14:cNvContentPartPr/>
                <p14:nvPr/>
              </p14:nvContentPartPr>
              <p14:xfrm>
                <a:off x="8703097" y="5152719"/>
                <a:ext cx="978840" cy="853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0185CC3-AECE-A67A-87C9-357A1D08765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96977" y="5146599"/>
                  <a:ext cx="991080" cy="86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D0ED632-8037-0052-AB7D-C8DB9BA4D479}"/>
                    </a:ext>
                  </a:extLst>
                </p14:cNvPr>
                <p14:cNvContentPartPr/>
                <p14:nvPr/>
              </p14:nvContentPartPr>
              <p14:xfrm>
                <a:off x="8676457" y="5278359"/>
                <a:ext cx="1073880" cy="14392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D0ED632-8037-0052-AB7D-C8DB9BA4D47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670337" y="5272239"/>
                  <a:ext cx="1086120" cy="14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1CDE7F2-8A46-F7F0-8136-C045971AB898}"/>
                    </a:ext>
                  </a:extLst>
                </p14:cNvPr>
                <p14:cNvContentPartPr/>
                <p14:nvPr/>
              </p14:nvContentPartPr>
              <p14:xfrm>
                <a:off x="10808017" y="4734039"/>
                <a:ext cx="389160" cy="443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1CDE7F2-8A46-F7F0-8136-C045971AB89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801897" y="4727919"/>
                  <a:ext cx="40140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F2E1263-DE80-2419-EC24-9FD6F9CAA1EC}"/>
                    </a:ext>
                  </a:extLst>
                </p14:cNvPr>
                <p14:cNvContentPartPr/>
                <p14:nvPr/>
              </p14:nvContentPartPr>
              <p14:xfrm>
                <a:off x="9631177" y="4187919"/>
                <a:ext cx="915840" cy="648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F2E1263-DE80-2419-EC24-9FD6F9CAA1E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25057" y="4181799"/>
                  <a:ext cx="92808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0CD9BDE-F827-98CC-4597-B7356B9C3DA4}"/>
                    </a:ext>
                  </a:extLst>
                </p14:cNvPr>
                <p14:cNvContentPartPr/>
                <p14:nvPr/>
              </p14:nvContentPartPr>
              <p14:xfrm>
                <a:off x="9776977" y="4748439"/>
                <a:ext cx="534240" cy="112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0CD9BDE-F827-98CC-4597-B7356B9C3DA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770857" y="4742319"/>
                  <a:ext cx="546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90A8478-188F-1A50-4E2A-885973574918}"/>
                    </a:ext>
                  </a:extLst>
                </p14:cNvPr>
                <p14:cNvContentPartPr/>
                <p14:nvPr/>
              </p14:nvContentPartPr>
              <p14:xfrm>
                <a:off x="9684457" y="5196639"/>
                <a:ext cx="683280" cy="23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90A8478-188F-1A50-4E2A-88597357491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678337" y="5190519"/>
                  <a:ext cx="695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7E9E746-7FF3-FA45-406F-544AD9C2EC50}"/>
                    </a:ext>
                  </a:extLst>
                </p14:cNvPr>
                <p14:cNvContentPartPr/>
                <p14:nvPr/>
              </p14:nvContentPartPr>
              <p14:xfrm>
                <a:off x="9771217" y="5468799"/>
                <a:ext cx="737640" cy="460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7E9E746-7FF3-FA45-406F-544AD9C2EC5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765097" y="5462679"/>
                  <a:ext cx="74988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80297BF-A97E-EBD0-5AA5-F645584312A3}"/>
                    </a:ext>
                  </a:extLst>
                </p14:cNvPr>
                <p14:cNvContentPartPr/>
                <p14:nvPr/>
              </p14:nvContentPartPr>
              <p14:xfrm>
                <a:off x="9836017" y="5551959"/>
                <a:ext cx="925560" cy="954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80297BF-A97E-EBD0-5AA5-F645584312A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829897" y="5545839"/>
                  <a:ext cx="937800" cy="966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5690912D-E096-F512-58D4-45ACC5222150}"/>
              </a:ext>
            </a:extLst>
          </p:cNvPr>
          <p:cNvSpPr txBox="1"/>
          <p:nvPr/>
        </p:nvSpPr>
        <p:spPr>
          <a:xfrm>
            <a:off x="1971065" y="3849522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05F4889-7D46-DF06-A46B-BFED61E6F83B}"/>
              </a:ext>
            </a:extLst>
          </p:cNvPr>
          <p:cNvSpPr txBox="1"/>
          <p:nvPr/>
        </p:nvSpPr>
        <p:spPr>
          <a:xfrm>
            <a:off x="4953407" y="3699155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23298BC-C3DE-CD6E-EDBB-8C8C3434331F}"/>
              </a:ext>
            </a:extLst>
          </p:cNvPr>
          <p:cNvSpPr txBox="1"/>
          <p:nvPr/>
        </p:nvSpPr>
        <p:spPr>
          <a:xfrm>
            <a:off x="505802" y="1963777"/>
            <a:ext cx="542373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Case 2:</a:t>
            </a:r>
            <a:r>
              <a:rPr lang="en-US" sz="2500" dirty="0"/>
              <a:t> A and B </a:t>
            </a:r>
            <a:r>
              <a:rPr lang="en-US" sz="2500" i="1" dirty="0"/>
              <a:t>are not </a:t>
            </a:r>
            <a:r>
              <a:rPr lang="en-US" sz="2500" dirty="0"/>
              <a:t>connected… but likely related</a:t>
            </a:r>
          </a:p>
          <a:p>
            <a:r>
              <a:rPr lang="en-US" sz="2500" dirty="0"/>
              <a:t>Many paths from A -&gt; B</a:t>
            </a:r>
          </a:p>
        </p:txBody>
      </p:sp>
      <p:pic>
        <p:nvPicPr>
          <p:cNvPr id="66" name="Picture 4" descr="man">
            <a:extLst>
              <a:ext uri="{FF2B5EF4-FFF2-40B4-BE49-F238E27FC236}">
                <a16:creationId xmlns:a16="http://schemas.microsoft.com/office/drawing/2014/main" id="{D3DB5319-4E67-D887-7619-14C87A77E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414" y="4516920"/>
            <a:ext cx="501099" cy="708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2372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48B63-35CC-286C-B011-28FB79829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322262"/>
            <a:ext cx="10515600" cy="1325563"/>
          </a:xfrm>
        </p:spPr>
        <p:txBody>
          <a:bodyPr/>
          <a:lstStyle/>
          <a:p>
            <a:r>
              <a:rPr lang="en-US" dirty="0"/>
              <a:t>Random walks on graph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C34F57-A1DF-5B81-C77B-D039605C4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44" y="1814689"/>
            <a:ext cx="3665834" cy="36658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F5D784-FB61-AC3F-09CC-982219A3A623}"/>
              </a:ext>
            </a:extLst>
          </p:cNvPr>
          <p:cNvSpPr txBox="1"/>
          <p:nvPr/>
        </p:nvSpPr>
        <p:spPr>
          <a:xfrm>
            <a:off x="4436533" y="1553541"/>
            <a:ext cx="757484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Classical field in applied math, starting in ~1970s</a:t>
            </a:r>
          </a:p>
          <a:p>
            <a:endParaRPr lang="en-US" sz="2500" dirty="0"/>
          </a:p>
          <a:p>
            <a:r>
              <a:rPr lang="en-US" sz="2500" dirty="0"/>
              <a:t>1990-2000s: Random walks form basis of original Google search algorithm, social network recommendation systems (FB, IG…), …</a:t>
            </a:r>
          </a:p>
          <a:p>
            <a:endParaRPr lang="en-US" sz="2500" dirty="0"/>
          </a:p>
        </p:txBody>
      </p:sp>
      <p:pic>
        <p:nvPicPr>
          <p:cNvPr id="10" name="Picture 9" descr="How to use Google to search">
            <a:extLst>
              <a:ext uri="{FF2B5EF4-FFF2-40B4-BE49-F238E27FC236}">
                <a16:creationId xmlns:a16="http://schemas.microsoft.com/office/drawing/2014/main" id="{35A13755-9DD5-34CE-6DB3-85CD1589D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178" y="4485237"/>
            <a:ext cx="3911600" cy="22249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969251-388B-4F84-61F3-9A3E4727B613}"/>
              </a:ext>
            </a:extLst>
          </p:cNvPr>
          <p:cNvSpPr txBox="1"/>
          <p:nvPr/>
        </p:nvSpPr>
        <p:spPr>
          <a:xfrm>
            <a:off x="4786488" y="3492533"/>
            <a:ext cx="61750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biology, random walks were used to study protein interactions (pre-AlphaFold)</a:t>
            </a:r>
          </a:p>
          <a:p>
            <a:endParaRPr lang="en-US" dirty="0"/>
          </a:p>
        </p:txBody>
      </p:sp>
      <p:pic>
        <p:nvPicPr>
          <p:cNvPr id="12" name="Picture 11" descr="All About Context-Aware Friend Recommendation System | by Shaoni Mukherjee  | Medium">
            <a:extLst>
              <a:ext uri="{FF2B5EF4-FFF2-40B4-BE49-F238E27FC236}">
                <a16:creationId xmlns:a16="http://schemas.microsoft.com/office/drawing/2014/main" id="{8C8CDDB2-A1D2-0C5F-A147-6C5D6EBBA3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4340" y="4739187"/>
            <a:ext cx="2813272" cy="19078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45830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A41BE-5269-9915-683B-AA60F94DF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natural 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CC5AB9-3A20-66AA-5F72-5676186A3F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631311" cy="4857397"/>
              </a:xfrm>
            </p:spPr>
            <p:txBody>
              <a:bodyPr/>
              <a:lstStyle/>
              <a:p>
                <a:pPr marL="514350" indent="-514350">
                  <a:buAutoNum type="arabicPeriod"/>
                </a:pPr>
                <a:r>
                  <a:rPr lang="en-US" dirty="0"/>
                  <a:t>How to (efficiently) compute random walks (RWs) for a number t of steps?</a:t>
                </a:r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What happens in the long run i.e.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? When does the random walker “converge”? (In some meaningful way…)</a:t>
                </a:r>
              </a:p>
              <a:p>
                <a:pPr lvl="1"/>
                <a:r>
                  <a:rPr lang="en-US" dirty="0"/>
                  <a:t>If so, how long does it take the random walker to converge?</a:t>
                </a:r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Instead of using “shortest path” distance, can we use random walks to derive a “better” distance?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CC5AB9-3A20-66AA-5F72-5676186A3F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631311" cy="4857397"/>
              </a:xfrm>
              <a:blipFill>
                <a:blip r:embed="rId2"/>
                <a:stretch>
                  <a:fillRect l="-1074" t="-2083" r="-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5408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F44B2F6E-6C19-6DCE-12BD-57E984692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19D4692-260C-4746-97FB-18E2002E03C5}" type="slidenum">
              <a:rPr lang="en-US" altLang="en-US" sz="1200">
                <a:latin typeface="Garamond" panose="02020404030301010803" pitchFamily="18" charset="0"/>
              </a:rPr>
              <a:pPr eaLnBrk="1" hangingPunct="1"/>
              <a:t>14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66BD046C-DE12-C0ED-18E8-A0F3C2BFD7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50112" y="3709690"/>
            <a:ext cx="3140075" cy="4619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000" b="1" dirty="0"/>
              <a:t>Adjacency matrix A</a:t>
            </a:r>
          </a:p>
        </p:txBody>
      </p:sp>
      <p:sp>
        <p:nvSpPr>
          <p:cNvPr id="23558" name="Rectangle 5">
            <a:extLst>
              <a:ext uri="{FF2B5EF4-FFF2-40B4-BE49-F238E27FC236}">
                <a16:creationId xmlns:a16="http://schemas.microsoft.com/office/drawing/2014/main" id="{634F988B-D225-B9BB-B468-FB9D2890F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599" y="1279309"/>
            <a:ext cx="2950779" cy="20771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39C883-8FD1-935E-1455-1A2F5ABF6B49}"/>
              </a:ext>
            </a:extLst>
          </p:cNvPr>
          <p:cNvSpPr txBox="1"/>
          <p:nvPr/>
        </p:nvSpPr>
        <p:spPr>
          <a:xfrm>
            <a:off x="812800" y="496711"/>
            <a:ext cx="42380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Example of random walk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B4DE45-95DA-4721-CAD1-EBAE1E162A53}"/>
              </a:ext>
            </a:extLst>
          </p:cNvPr>
          <p:cNvSpPr txBox="1"/>
          <p:nvPr/>
        </p:nvSpPr>
        <p:spPr>
          <a:xfrm>
            <a:off x="3398582" y="1307604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55D2BE-210A-F40A-3D93-F1FACF7ED4DA}"/>
              </a:ext>
            </a:extLst>
          </p:cNvPr>
          <p:cNvSpPr txBox="1"/>
          <p:nvPr/>
        </p:nvSpPr>
        <p:spPr>
          <a:xfrm>
            <a:off x="2628174" y="1307604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133534-20AF-9EDB-54DD-FA3D3AFE47C8}"/>
              </a:ext>
            </a:extLst>
          </p:cNvPr>
          <p:cNvSpPr txBox="1"/>
          <p:nvPr/>
        </p:nvSpPr>
        <p:spPr>
          <a:xfrm>
            <a:off x="3429000" y="1850931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A89B74-0EB2-624B-4753-02BC39189AD7}"/>
              </a:ext>
            </a:extLst>
          </p:cNvPr>
          <p:cNvSpPr txBox="1"/>
          <p:nvPr/>
        </p:nvSpPr>
        <p:spPr>
          <a:xfrm>
            <a:off x="4258484" y="2377527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0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252ADFC-38D2-8536-516B-458D535DA72E}"/>
              </a:ext>
            </a:extLst>
          </p:cNvPr>
          <p:cNvGrpSpPr/>
          <p:nvPr/>
        </p:nvGrpSpPr>
        <p:grpSpPr>
          <a:xfrm>
            <a:off x="2824750" y="4321671"/>
            <a:ext cx="2552700" cy="1808437"/>
            <a:chOff x="2824750" y="4321671"/>
            <a:chExt cx="2552700" cy="1808437"/>
          </a:xfrm>
        </p:grpSpPr>
        <p:grpSp>
          <p:nvGrpSpPr>
            <p:cNvPr id="23561" name="Group 14">
              <a:extLst>
                <a:ext uri="{FF2B5EF4-FFF2-40B4-BE49-F238E27FC236}">
                  <a16:creationId xmlns:a16="http://schemas.microsoft.com/office/drawing/2014/main" id="{B8AA911F-0721-8197-0A4C-8C2092A2E4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71650"/>
              <a:chOff x="1056" y="1632"/>
              <a:chExt cx="1152" cy="1116"/>
            </a:xfrm>
          </p:grpSpPr>
          <p:sp>
            <p:nvSpPr>
              <p:cNvPr id="23574" name="Oval 15">
                <a:extLst>
                  <a:ext uri="{FF2B5EF4-FFF2-40B4-BE49-F238E27FC236}">
                    <a16:creationId xmlns:a16="http://schemas.microsoft.com/office/drawing/2014/main" id="{7EFC86BE-1C3C-F2A7-33DA-151E20226B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3575" name="Oval 16">
                <a:extLst>
                  <a:ext uri="{FF2B5EF4-FFF2-40B4-BE49-F238E27FC236}">
                    <a16:creationId xmlns:a16="http://schemas.microsoft.com/office/drawing/2014/main" id="{2B528DE0-1204-C3B6-46CA-1A4D5950AF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3576" name="Oval 17">
                <a:extLst>
                  <a:ext uri="{FF2B5EF4-FFF2-40B4-BE49-F238E27FC236}">
                    <a16:creationId xmlns:a16="http://schemas.microsoft.com/office/drawing/2014/main" id="{D2BA4536-1F7D-9849-7052-208B43A2F3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3577" name="Line 18">
                <a:extLst>
                  <a:ext uri="{FF2B5EF4-FFF2-40B4-BE49-F238E27FC236}">
                    <a16:creationId xmlns:a16="http://schemas.microsoft.com/office/drawing/2014/main" id="{42238739-A5C1-0B02-9663-43636E6798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23578" name="Line 19">
                <a:extLst>
                  <a:ext uri="{FF2B5EF4-FFF2-40B4-BE49-F238E27FC236}">
                    <a16:creationId xmlns:a16="http://schemas.microsoft.com/office/drawing/2014/main" id="{8122F453-E2AF-5F8C-01D1-15B6A79246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23579" name="Line 20">
                <a:extLst>
                  <a:ext uri="{FF2B5EF4-FFF2-40B4-BE49-F238E27FC236}">
                    <a16:creationId xmlns:a16="http://schemas.microsoft.com/office/drawing/2014/main" id="{F89BB5F7-8365-4CF6-048D-F45798148A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23581" name="Text Box 22">
                <a:extLst>
                  <a:ext uri="{FF2B5EF4-FFF2-40B4-BE49-F238E27FC236}">
                    <a16:creationId xmlns:a16="http://schemas.microsoft.com/office/drawing/2014/main" id="{1ABA08BF-7679-928D-1573-319702A8E6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3582" name="Text Box 23">
                <a:extLst>
                  <a:ext uri="{FF2B5EF4-FFF2-40B4-BE49-F238E27FC236}">
                    <a16:creationId xmlns:a16="http://schemas.microsoft.com/office/drawing/2014/main" id="{4AC3B6E9-9A16-D905-21ED-EA3C33D9F6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3584" name="Text Box 25">
                <a:extLst>
                  <a:ext uri="{FF2B5EF4-FFF2-40B4-BE49-F238E27FC236}">
                    <a16:creationId xmlns:a16="http://schemas.microsoft.com/office/drawing/2014/main" id="{7A6B202C-9EC0-BC9B-764D-0E1234E9F6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 dirty="0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10" name="Oval 16">
              <a:extLst>
                <a:ext uri="{FF2B5EF4-FFF2-40B4-BE49-F238E27FC236}">
                  <a16:creationId xmlns:a16="http://schemas.microsoft.com/office/drawing/2014/main" id="{0DC659CE-E6D5-5224-E19B-9601EFFEE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1" name="Line 18">
              <a:extLst>
                <a:ext uri="{FF2B5EF4-FFF2-40B4-BE49-F238E27FC236}">
                  <a16:creationId xmlns:a16="http://schemas.microsoft.com/office/drawing/2014/main" id="{0A0EF8AB-D872-2AF0-9FD1-DBE781C61B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2" name="Text Box 22">
              <a:extLst>
                <a:ext uri="{FF2B5EF4-FFF2-40B4-BE49-F238E27FC236}">
                  <a16:creationId xmlns:a16="http://schemas.microsoft.com/office/drawing/2014/main" id="{EE812E24-1BBE-C454-D162-8A9D287E0C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3050" y="4321671"/>
              <a:ext cx="3810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2000" b="1" dirty="0">
                  <a:latin typeface="Comic Sans MS" panose="030F0902030302020204" pitchFamily="66" charset="0"/>
                </a:rPr>
                <a:t>2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292D285-15C2-0698-541A-2AF4EAFD3F54}"/>
              </a:ext>
            </a:extLst>
          </p:cNvPr>
          <p:cNvSpPr txBox="1"/>
          <p:nvPr/>
        </p:nvSpPr>
        <p:spPr>
          <a:xfrm>
            <a:off x="4208315" y="1339471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CA3C99-D380-CE23-7DE9-BB7D49D7FFC1}"/>
              </a:ext>
            </a:extLst>
          </p:cNvPr>
          <p:cNvSpPr txBox="1"/>
          <p:nvPr/>
        </p:nvSpPr>
        <p:spPr>
          <a:xfrm>
            <a:off x="4820789" y="1305154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5B3EA5-094B-7755-A821-B215AE4A6F20}"/>
              </a:ext>
            </a:extLst>
          </p:cNvPr>
          <p:cNvSpPr txBox="1"/>
          <p:nvPr/>
        </p:nvSpPr>
        <p:spPr>
          <a:xfrm>
            <a:off x="4813759" y="2850462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AE85C7-FBD1-3C91-4CF6-B428B8F2A214}"/>
              </a:ext>
            </a:extLst>
          </p:cNvPr>
          <p:cNvSpPr txBox="1"/>
          <p:nvPr/>
        </p:nvSpPr>
        <p:spPr>
          <a:xfrm>
            <a:off x="2658486" y="1861564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32C1F7-8701-FDC7-8DE7-B4BF5EFECB0B}"/>
              </a:ext>
            </a:extLst>
          </p:cNvPr>
          <p:cNvSpPr txBox="1"/>
          <p:nvPr/>
        </p:nvSpPr>
        <p:spPr>
          <a:xfrm>
            <a:off x="4813759" y="1861564"/>
            <a:ext cx="43398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8C700F-5C5D-9F7B-1E67-0EF1D3BB894A}"/>
              </a:ext>
            </a:extLst>
          </p:cNvPr>
          <p:cNvSpPr txBox="1"/>
          <p:nvPr/>
        </p:nvSpPr>
        <p:spPr>
          <a:xfrm>
            <a:off x="4246856" y="1858499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7A612A-5CE2-4C00-5CCC-6B8ED5C19257}"/>
              </a:ext>
            </a:extLst>
          </p:cNvPr>
          <p:cNvSpPr txBox="1"/>
          <p:nvPr/>
        </p:nvSpPr>
        <p:spPr>
          <a:xfrm>
            <a:off x="2658486" y="2364812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5790C2-FB13-DE3B-483C-55C5899D4413}"/>
              </a:ext>
            </a:extLst>
          </p:cNvPr>
          <p:cNvSpPr txBox="1"/>
          <p:nvPr/>
        </p:nvSpPr>
        <p:spPr>
          <a:xfrm>
            <a:off x="3424421" y="2373360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E216BE-6B7D-0CC0-67AD-76CF1A2DA191}"/>
              </a:ext>
            </a:extLst>
          </p:cNvPr>
          <p:cNvSpPr txBox="1"/>
          <p:nvPr/>
        </p:nvSpPr>
        <p:spPr>
          <a:xfrm>
            <a:off x="4780256" y="2372783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A383F1-A713-3782-2014-6BB954D6DB53}"/>
              </a:ext>
            </a:extLst>
          </p:cNvPr>
          <p:cNvSpPr txBox="1"/>
          <p:nvPr/>
        </p:nvSpPr>
        <p:spPr>
          <a:xfrm>
            <a:off x="3429000" y="2828391"/>
            <a:ext cx="43398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81EB1B-65B0-61C8-BA74-2189B370437D}"/>
              </a:ext>
            </a:extLst>
          </p:cNvPr>
          <p:cNvSpPr txBox="1"/>
          <p:nvPr/>
        </p:nvSpPr>
        <p:spPr>
          <a:xfrm>
            <a:off x="4246856" y="2842951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B46463-EFF0-431F-CCD0-1B2324308310}"/>
              </a:ext>
            </a:extLst>
          </p:cNvPr>
          <p:cNvSpPr txBox="1"/>
          <p:nvPr/>
        </p:nvSpPr>
        <p:spPr>
          <a:xfrm>
            <a:off x="2675238" y="2806318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>
            <a:extLst>
              <a:ext uri="{FF2B5EF4-FFF2-40B4-BE49-F238E27FC236}">
                <a16:creationId xmlns:a16="http://schemas.microsoft.com/office/drawing/2014/main" id="{86EFEBE9-3175-C9FF-9824-0DBD0D8C1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DC45628-CAE7-A741-92A8-C3C9937D88B3}" type="slidenum">
              <a:rPr lang="en-US" altLang="en-US" sz="1200">
                <a:latin typeface="Garamond" panose="02020404030301010803" pitchFamily="18" charset="0"/>
              </a:rPr>
              <a:pPr eaLnBrk="1" hangingPunct="1"/>
              <a:t>15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17DDD99F-1847-3EC7-D9EB-EAD395AD6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7267" y="183356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What is a random walk</a:t>
            </a:r>
          </a:p>
        </p:txBody>
      </p:sp>
      <p:pic>
        <p:nvPicPr>
          <p:cNvPr id="24582" name="Picture 4" descr="man">
            <a:extLst>
              <a:ext uri="{FF2B5EF4-FFF2-40B4-BE49-F238E27FC236}">
                <a16:creationId xmlns:a16="http://schemas.microsoft.com/office/drawing/2014/main" id="{C25ACD42-2BA4-0C66-9AD3-CC26F1142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821" y="2049956"/>
            <a:ext cx="747713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Text Box 31">
            <a:extLst>
              <a:ext uri="{FF2B5EF4-FFF2-40B4-BE49-F238E27FC236}">
                <a16:creationId xmlns:a16="http://schemas.microsoft.com/office/drawing/2014/main" id="{6B9DAE15-3E26-2B6B-5A4C-78216988D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1295401"/>
            <a:ext cx="12954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>
                <a:latin typeface="Comic Sans MS" panose="030F0902030302020204" pitchFamily="66" charset="0"/>
              </a:rPr>
              <a:t>t=0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05C2808-E1D7-6251-1412-406BDCE27F95}"/>
              </a:ext>
            </a:extLst>
          </p:cNvPr>
          <p:cNvGrpSpPr/>
          <p:nvPr/>
        </p:nvGrpSpPr>
        <p:grpSpPr>
          <a:xfrm>
            <a:off x="2778255" y="1716745"/>
            <a:ext cx="2552700" cy="1808437"/>
            <a:chOff x="2824750" y="4321671"/>
            <a:chExt cx="2552700" cy="1808437"/>
          </a:xfrm>
        </p:grpSpPr>
        <p:grpSp>
          <p:nvGrpSpPr>
            <p:cNvPr id="3" name="Group 14">
              <a:extLst>
                <a:ext uri="{FF2B5EF4-FFF2-40B4-BE49-F238E27FC236}">
                  <a16:creationId xmlns:a16="http://schemas.microsoft.com/office/drawing/2014/main" id="{286C0DB4-D132-F28B-F2CB-45556B708B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71650"/>
              <a:chOff x="1056" y="1632"/>
              <a:chExt cx="1152" cy="1116"/>
            </a:xfrm>
          </p:grpSpPr>
          <p:sp>
            <p:nvSpPr>
              <p:cNvPr id="7" name="Oval 15">
                <a:extLst>
                  <a:ext uri="{FF2B5EF4-FFF2-40B4-BE49-F238E27FC236}">
                    <a16:creationId xmlns:a16="http://schemas.microsoft.com/office/drawing/2014/main" id="{3D9C5B59-1D27-1EDB-DDE8-5DF39986FD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8" name="Oval 16">
                <a:extLst>
                  <a:ext uri="{FF2B5EF4-FFF2-40B4-BE49-F238E27FC236}">
                    <a16:creationId xmlns:a16="http://schemas.microsoft.com/office/drawing/2014/main" id="{9CE98D59-37D0-D7F1-6178-DA813F867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9" name="Oval 17">
                <a:extLst>
                  <a:ext uri="{FF2B5EF4-FFF2-40B4-BE49-F238E27FC236}">
                    <a16:creationId xmlns:a16="http://schemas.microsoft.com/office/drawing/2014/main" id="{83F7565C-FD91-1BE6-CBB6-2F869802AC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0" name="Line 18">
                <a:extLst>
                  <a:ext uri="{FF2B5EF4-FFF2-40B4-BE49-F238E27FC236}">
                    <a16:creationId xmlns:a16="http://schemas.microsoft.com/office/drawing/2014/main" id="{56F9E733-D4CF-49B5-A23B-E03C078AA2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" name="Line 19">
                <a:extLst>
                  <a:ext uri="{FF2B5EF4-FFF2-40B4-BE49-F238E27FC236}">
                    <a16:creationId xmlns:a16="http://schemas.microsoft.com/office/drawing/2014/main" id="{C7DE11D3-7298-6FE2-5F67-18C61A02B1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2" name="Line 20">
                <a:extLst>
                  <a:ext uri="{FF2B5EF4-FFF2-40B4-BE49-F238E27FC236}">
                    <a16:creationId xmlns:a16="http://schemas.microsoft.com/office/drawing/2014/main" id="{1F7498C3-52E9-7B07-63EA-5A3934180D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3" name="Text Box 22">
                <a:extLst>
                  <a:ext uri="{FF2B5EF4-FFF2-40B4-BE49-F238E27FC236}">
                    <a16:creationId xmlns:a16="http://schemas.microsoft.com/office/drawing/2014/main" id="{1CCE3C7F-6253-3F69-B084-2D8FAF7E07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14" name="Text Box 23">
                <a:extLst>
                  <a:ext uri="{FF2B5EF4-FFF2-40B4-BE49-F238E27FC236}">
                    <a16:creationId xmlns:a16="http://schemas.microsoft.com/office/drawing/2014/main" id="{24B2992B-E7FB-448B-AF2A-3D772E4E5A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15" name="Text Box 25">
                <a:extLst>
                  <a:ext uri="{FF2B5EF4-FFF2-40B4-BE49-F238E27FC236}">
                    <a16:creationId xmlns:a16="http://schemas.microsoft.com/office/drawing/2014/main" id="{0501CA20-DE8A-6E26-B68E-3596F40FB8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 dirty="0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4" name="Oval 16">
              <a:extLst>
                <a:ext uri="{FF2B5EF4-FFF2-40B4-BE49-F238E27FC236}">
                  <a16:creationId xmlns:a16="http://schemas.microsoft.com/office/drawing/2014/main" id="{B45AE69B-6942-DDB5-D3C6-FF5E1AD91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5" name="Line 18">
              <a:extLst>
                <a:ext uri="{FF2B5EF4-FFF2-40B4-BE49-F238E27FC236}">
                  <a16:creationId xmlns:a16="http://schemas.microsoft.com/office/drawing/2014/main" id="{ABE6F052-8606-3775-C46B-2FAA2FD0C4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6" name="Text Box 22">
              <a:extLst>
                <a:ext uri="{FF2B5EF4-FFF2-40B4-BE49-F238E27FC236}">
                  <a16:creationId xmlns:a16="http://schemas.microsoft.com/office/drawing/2014/main" id="{DE1884C8-E509-FC3C-31AD-F7F334766D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3050" y="4321671"/>
              <a:ext cx="3810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2000" b="1" dirty="0">
                  <a:latin typeface="Comic Sans MS" panose="030F0902030302020204" pitchFamily="66" charset="0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95103-F2B4-48D0-CDD8-273775618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>
            <a:extLst>
              <a:ext uri="{FF2B5EF4-FFF2-40B4-BE49-F238E27FC236}">
                <a16:creationId xmlns:a16="http://schemas.microsoft.com/office/drawing/2014/main" id="{D92B2EB2-CF3E-E9EE-4403-609259108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DC45628-CAE7-A741-92A8-C3C9937D88B3}" type="slidenum">
              <a:rPr lang="en-US" altLang="en-US" sz="1200">
                <a:latin typeface="Garamond" panose="02020404030301010803" pitchFamily="18" charset="0"/>
              </a:rPr>
              <a:pPr eaLnBrk="1" hangingPunct="1"/>
              <a:t>16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BEDAD785-47A8-1ACE-B30C-D3829272D5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7267" y="183356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What is a random walk</a:t>
            </a:r>
          </a:p>
        </p:txBody>
      </p:sp>
      <p:pic>
        <p:nvPicPr>
          <p:cNvPr id="24582" name="Picture 4" descr="man">
            <a:extLst>
              <a:ext uri="{FF2B5EF4-FFF2-40B4-BE49-F238E27FC236}">
                <a16:creationId xmlns:a16="http://schemas.microsoft.com/office/drawing/2014/main" id="{0AAB7967-09A0-67C2-A79D-3E384DA8F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821" y="2049956"/>
            <a:ext cx="747713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Text Box 31">
            <a:extLst>
              <a:ext uri="{FF2B5EF4-FFF2-40B4-BE49-F238E27FC236}">
                <a16:creationId xmlns:a16="http://schemas.microsoft.com/office/drawing/2014/main" id="{E09CEAEA-3FD1-1FA7-AB6B-569704F50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1295401"/>
            <a:ext cx="12954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>
                <a:latin typeface="Comic Sans MS" panose="030F0902030302020204" pitchFamily="66" charset="0"/>
              </a:rPr>
              <a:t>t=0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E40F2E-FF6B-8EB5-EBB3-3B86DCB49F44}"/>
              </a:ext>
            </a:extLst>
          </p:cNvPr>
          <p:cNvGrpSpPr/>
          <p:nvPr/>
        </p:nvGrpSpPr>
        <p:grpSpPr>
          <a:xfrm>
            <a:off x="2778255" y="1716745"/>
            <a:ext cx="2552700" cy="1808437"/>
            <a:chOff x="2824750" y="4321671"/>
            <a:chExt cx="2552700" cy="1808437"/>
          </a:xfrm>
        </p:grpSpPr>
        <p:grpSp>
          <p:nvGrpSpPr>
            <p:cNvPr id="3" name="Group 14">
              <a:extLst>
                <a:ext uri="{FF2B5EF4-FFF2-40B4-BE49-F238E27FC236}">
                  <a16:creationId xmlns:a16="http://schemas.microsoft.com/office/drawing/2014/main" id="{87185F22-4FDE-6B6A-3981-5CC8907B25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71650"/>
              <a:chOff x="1056" y="1632"/>
              <a:chExt cx="1152" cy="1116"/>
            </a:xfrm>
          </p:grpSpPr>
          <p:sp>
            <p:nvSpPr>
              <p:cNvPr id="7" name="Oval 15">
                <a:extLst>
                  <a:ext uri="{FF2B5EF4-FFF2-40B4-BE49-F238E27FC236}">
                    <a16:creationId xmlns:a16="http://schemas.microsoft.com/office/drawing/2014/main" id="{F6B89DC7-DE3A-C872-247A-1073CE95D4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8" name="Oval 16">
                <a:extLst>
                  <a:ext uri="{FF2B5EF4-FFF2-40B4-BE49-F238E27FC236}">
                    <a16:creationId xmlns:a16="http://schemas.microsoft.com/office/drawing/2014/main" id="{1A5DA49B-659D-BE22-4E34-29F2743853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9" name="Oval 17">
                <a:extLst>
                  <a:ext uri="{FF2B5EF4-FFF2-40B4-BE49-F238E27FC236}">
                    <a16:creationId xmlns:a16="http://schemas.microsoft.com/office/drawing/2014/main" id="{37701232-E0D0-2766-64C3-44A5D409AF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0" name="Line 18">
                <a:extLst>
                  <a:ext uri="{FF2B5EF4-FFF2-40B4-BE49-F238E27FC236}">
                    <a16:creationId xmlns:a16="http://schemas.microsoft.com/office/drawing/2014/main" id="{62C95C4A-F53D-2303-B8D4-14819247B8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" name="Line 19">
                <a:extLst>
                  <a:ext uri="{FF2B5EF4-FFF2-40B4-BE49-F238E27FC236}">
                    <a16:creationId xmlns:a16="http://schemas.microsoft.com/office/drawing/2014/main" id="{DB2A3F0D-5305-19D9-EB1F-A6700D2305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2" name="Line 20">
                <a:extLst>
                  <a:ext uri="{FF2B5EF4-FFF2-40B4-BE49-F238E27FC236}">
                    <a16:creationId xmlns:a16="http://schemas.microsoft.com/office/drawing/2014/main" id="{BD185B46-1547-5DED-37D3-EE98A63860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3" name="Text Box 22">
                <a:extLst>
                  <a:ext uri="{FF2B5EF4-FFF2-40B4-BE49-F238E27FC236}">
                    <a16:creationId xmlns:a16="http://schemas.microsoft.com/office/drawing/2014/main" id="{A299EE30-044D-E227-4618-E49E996DEB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14" name="Text Box 23">
                <a:extLst>
                  <a:ext uri="{FF2B5EF4-FFF2-40B4-BE49-F238E27FC236}">
                    <a16:creationId xmlns:a16="http://schemas.microsoft.com/office/drawing/2014/main" id="{7CE78600-05CF-1A5C-E5AE-84680FDAFB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15" name="Text Box 25">
                <a:extLst>
                  <a:ext uri="{FF2B5EF4-FFF2-40B4-BE49-F238E27FC236}">
                    <a16:creationId xmlns:a16="http://schemas.microsoft.com/office/drawing/2014/main" id="{108CD21C-3473-383C-AAC4-06988F8D23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 dirty="0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4" name="Oval 16">
              <a:extLst>
                <a:ext uri="{FF2B5EF4-FFF2-40B4-BE49-F238E27FC236}">
                  <a16:creationId xmlns:a16="http://schemas.microsoft.com/office/drawing/2014/main" id="{5EB63661-9A74-5AF8-5EE8-4B31C419A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5" name="Line 18">
              <a:extLst>
                <a:ext uri="{FF2B5EF4-FFF2-40B4-BE49-F238E27FC236}">
                  <a16:creationId xmlns:a16="http://schemas.microsoft.com/office/drawing/2014/main" id="{8411D328-79E4-FA8C-A562-354B467FD8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6" name="Text Box 22">
              <a:extLst>
                <a:ext uri="{FF2B5EF4-FFF2-40B4-BE49-F238E27FC236}">
                  <a16:creationId xmlns:a16="http://schemas.microsoft.com/office/drawing/2014/main" id="{F6394D66-8E26-4A46-C70D-1C617302AC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3050" y="4321671"/>
              <a:ext cx="3810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2000" b="1" dirty="0">
                  <a:latin typeface="Comic Sans MS" panose="030F0902030302020204" pitchFamily="66" charset="0"/>
                </a:rPr>
                <a:t>2</a:t>
              </a:r>
            </a:p>
          </p:txBody>
        </p:sp>
      </p:grpSp>
      <p:pic>
        <p:nvPicPr>
          <p:cNvPr id="16" name="Picture 4" descr="man">
            <a:extLst>
              <a:ext uri="{FF2B5EF4-FFF2-40B4-BE49-F238E27FC236}">
                <a16:creationId xmlns:a16="http://schemas.microsoft.com/office/drawing/2014/main" id="{35BE7B28-0AD2-2F57-AF24-301D0320B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8992" y="585684"/>
            <a:ext cx="747713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31">
            <a:extLst>
              <a:ext uri="{FF2B5EF4-FFF2-40B4-BE49-F238E27FC236}">
                <a16:creationId xmlns:a16="http://schemas.microsoft.com/office/drawing/2014/main" id="{3467BF5C-B856-EF23-F9FD-3C4C79943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15037" y="1259546"/>
            <a:ext cx="12954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dirty="0">
                <a:latin typeface="Comic Sans MS" panose="030F0902030302020204" pitchFamily="66" charset="0"/>
              </a:rPr>
              <a:t>t=1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A6E336-A470-0AA4-3358-85B622BB6250}"/>
              </a:ext>
            </a:extLst>
          </p:cNvPr>
          <p:cNvGrpSpPr/>
          <p:nvPr/>
        </p:nvGrpSpPr>
        <p:grpSpPr>
          <a:xfrm>
            <a:off x="8173692" y="1680890"/>
            <a:ext cx="2552700" cy="1808437"/>
            <a:chOff x="2824750" y="4321671"/>
            <a:chExt cx="2552700" cy="1808437"/>
          </a:xfrm>
        </p:grpSpPr>
        <p:grpSp>
          <p:nvGrpSpPr>
            <p:cNvPr id="19" name="Group 14">
              <a:extLst>
                <a:ext uri="{FF2B5EF4-FFF2-40B4-BE49-F238E27FC236}">
                  <a16:creationId xmlns:a16="http://schemas.microsoft.com/office/drawing/2014/main" id="{F72A4618-8375-8029-1057-D7C6A5B0A5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71650"/>
              <a:chOff x="1056" y="1632"/>
              <a:chExt cx="1152" cy="1116"/>
            </a:xfrm>
          </p:grpSpPr>
          <p:sp>
            <p:nvSpPr>
              <p:cNvPr id="23" name="Oval 15">
                <a:extLst>
                  <a:ext uri="{FF2B5EF4-FFF2-40B4-BE49-F238E27FC236}">
                    <a16:creationId xmlns:a16="http://schemas.microsoft.com/office/drawing/2014/main" id="{8094E8E7-426D-E599-7582-436DCCFA1E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4" name="Oval 16">
                <a:extLst>
                  <a:ext uri="{FF2B5EF4-FFF2-40B4-BE49-F238E27FC236}">
                    <a16:creationId xmlns:a16="http://schemas.microsoft.com/office/drawing/2014/main" id="{32D49FCC-9117-8907-86A2-42B43FC895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5" name="Oval 17">
                <a:extLst>
                  <a:ext uri="{FF2B5EF4-FFF2-40B4-BE49-F238E27FC236}">
                    <a16:creationId xmlns:a16="http://schemas.microsoft.com/office/drawing/2014/main" id="{DC84741F-FDA9-509F-DEF0-196988E1E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6" name="Line 18">
                <a:extLst>
                  <a:ext uri="{FF2B5EF4-FFF2-40B4-BE49-F238E27FC236}">
                    <a16:creationId xmlns:a16="http://schemas.microsoft.com/office/drawing/2014/main" id="{CE531BD4-4D20-0E68-5BE2-085C28E77C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27" name="Line 19">
                <a:extLst>
                  <a:ext uri="{FF2B5EF4-FFF2-40B4-BE49-F238E27FC236}">
                    <a16:creationId xmlns:a16="http://schemas.microsoft.com/office/drawing/2014/main" id="{4932E553-3E8A-8223-553E-6D4ADD225D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28" name="Line 20">
                <a:extLst>
                  <a:ext uri="{FF2B5EF4-FFF2-40B4-BE49-F238E27FC236}">
                    <a16:creationId xmlns:a16="http://schemas.microsoft.com/office/drawing/2014/main" id="{4C5AD86E-F076-F149-1EAF-995935531F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29" name="Text Box 22">
                <a:extLst>
                  <a:ext uri="{FF2B5EF4-FFF2-40B4-BE49-F238E27FC236}">
                    <a16:creationId xmlns:a16="http://schemas.microsoft.com/office/drawing/2014/main" id="{4FD507A0-7CEE-B273-D231-0427F347E9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30" name="Text Box 23">
                <a:extLst>
                  <a:ext uri="{FF2B5EF4-FFF2-40B4-BE49-F238E27FC236}">
                    <a16:creationId xmlns:a16="http://schemas.microsoft.com/office/drawing/2014/main" id="{49E14D10-784B-1E48-363B-4BD7E30C3F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31" name="Text Box 25">
                <a:extLst>
                  <a:ext uri="{FF2B5EF4-FFF2-40B4-BE49-F238E27FC236}">
                    <a16:creationId xmlns:a16="http://schemas.microsoft.com/office/drawing/2014/main" id="{A2235D2E-026C-0AF3-6052-DC46D9410C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 dirty="0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20" name="Oval 16">
              <a:extLst>
                <a:ext uri="{FF2B5EF4-FFF2-40B4-BE49-F238E27FC236}">
                  <a16:creationId xmlns:a16="http://schemas.microsoft.com/office/drawing/2014/main" id="{01473F45-46AB-75C7-0133-B783717EF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AE1589B8-A0EA-36FE-07E7-21DA764725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D9C8A4A2-D17C-CB2D-3DD8-CFAE79958B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3050" y="4321671"/>
              <a:ext cx="3810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2000" b="1" dirty="0">
                  <a:latin typeface="Comic Sans MS" panose="030F0902030302020204" pitchFamily="66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3510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9A52B-02C4-DBDA-E78F-8D3806076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>
            <a:extLst>
              <a:ext uri="{FF2B5EF4-FFF2-40B4-BE49-F238E27FC236}">
                <a16:creationId xmlns:a16="http://schemas.microsoft.com/office/drawing/2014/main" id="{0C36C8A2-3F9B-2968-65A3-C780CAFBFA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7267" y="183356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What is a random walk</a:t>
            </a:r>
          </a:p>
        </p:txBody>
      </p:sp>
      <p:pic>
        <p:nvPicPr>
          <p:cNvPr id="24582" name="Picture 4" descr="man">
            <a:extLst>
              <a:ext uri="{FF2B5EF4-FFF2-40B4-BE49-F238E27FC236}">
                <a16:creationId xmlns:a16="http://schemas.microsoft.com/office/drawing/2014/main" id="{03D3F6B9-5EB5-ED0E-2498-BEDA0FA2A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821" y="2049956"/>
            <a:ext cx="747713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Text Box 31">
            <a:extLst>
              <a:ext uri="{FF2B5EF4-FFF2-40B4-BE49-F238E27FC236}">
                <a16:creationId xmlns:a16="http://schemas.microsoft.com/office/drawing/2014/main" id="{4D310C8A-3530-C499-C631-659FF372E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1295401"/>
            <a:ext cx="12954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>
                <a:latin typeface="Comic Sans MS" panose="030F0902030302020204" pitchFamily="66" charset="0"/>
              </a:rPr>
              <a:t>t=0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0370F40-3ED1-0B16-FCD6-F25462BB321B}"/>
              </a:ext>
            </a:extLst>
          </p:cNvPr>
          <p:cNvGrpSpPr/>
          <p:nvPr/>
        </p:nvGrpSpPr>
        <p:grpSpPr>
          <a:xfrm>
            <a:off x="2778255" y="1716745"/>
            <a:ext cx="2552700" cy="1808437"/>
            <a:chOff x="2824750" y="4321671"/>
            <a:chExt cx="2552700" cy="1808437"/>
          </a:xfrm>
        </p:grpSpPr>
        <p:grpSp>
          <p:nvGrpSpPr>
            <p:cNvPr id="3" name="Group 14">
              <a:extLst>
                <a:ext uri="{FF2B5EF4-FFF2-40B4-BE49-F238E27FC236}">
                  <a16:creationId xmlns:a16="http://schemas.microsoft.com/office/drawing/2014/main" id="{39D306AF-10B7-401B-71CD-477C929D6E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71650"/>
              <a:chOff x="1056" y="1632"/>
              <a:chExt cx="1152" cy="1116"/>
            </a:xfrm>
          </p:grpSpPr>
          <p:sp>
            <p:nvSpPr>
              <p:cNvPr id="7" name="Oval 15">
                <a:extLst>
                  <a:ext uri="{FF2B5EF4-FFF2-40B4-BE49-F238E27FC236}">
                    <a16:creationId xmlns:a16="http://schemas.microsoft.com/office/drawing/2014/main" id="{686FD1FE-FC1A-D07B-333F-BADB998752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8" name="Oval 16">
                <a:extLst>
                  <a:ext uri="{FF2B5EF4-FFF2-40B4-BE49-F238E27FC236}">
                    <a16:creationId xmlns:a16="http://schemas.microsoft.com/office/drawing/2014/main" id="{71FBDB8D-9E8B-CB6B-BABE-63E34EA17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9" name="Oval 17">
                <a:extLst>
                  <a:ext uri="{FF2B5EF4-FFF2-40B4-BE49-F238E27FC236}">
                    <a16:creationId xmlns:a16="http://schemas.microsoft.com/office/drawing/2014/main" id="{6890CEFC-CE5D-A767-A981-7D2DE85BE4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0" name="Line 18">
                <a:extLst>
                  <a:ext uri="{FF2B5EF4-FFF2-40B4-BE49-F238E27FC236}">
                    <a16:creationId xmlns:a16="http://schemas.microsoft.com/office/drawing/2014/main" id="{1B085FF7-5E81-B717-5278-253DAC9E77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" name="Line 19">
                <a:extLst>
                  <a:ext uri="{FF2B5EF4-FFF2-40B4-BE49-F238E27FC236}">
                    <a16:creationId xmlns:a16="http://schemas.microsoft.com/office/drawing/2014/main" id="{B62E8F82-45CB-6F5F-3725-1311CA8876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2" name="Line 20">
                <a:extLst>
                  <a:ext uri="{FF2B5EF4-FFF2-40B4-BE49-F238E27FC236}">
                    <a16:creationId xmlns:a16="http://schemas.microsoft.com/office/drawing/2014/main" id="{57A8ECCA-1B26-C15A-02F3-E628F43F87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3" name="Text Box 22">
                <a:extLst>
                  <a:ext uri="{FF2B5EF4-FFF2-40B4-BE49-F238E27FC236}">
                    <a16:creationId xmlns:a16="http://schemas.microsoft.com/office/drawing/2014/main" id="{637AC187-2B23-EE64-E3A4-DE7415D4DE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14" name="Text Box 23">
                <a:extLst>
                  <a:ext uri="{FF2B5EF4-FFF2-40B4-BE49-F238E27FC236}">
                    <a16:creationId xmlns:a16="http://schemas.microsoft.com/office/drawing/2014/main" id="{134493B8-AA4D-0967-8811-A3B2149FD9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15" name="Text Box 25">
                <a:extLst>
                  <a:ext uri="{FF2B5EF4-FFF2-40B4-BE49-F238E27FC236}">
                    <a16:creationId xmlns:a16="http://schemas.microsoft.com/office/drawing/2014/main" id="{34B377E6-0D7B-3D48-08D3-06F1CF602F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 dirty="0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4" name="Oval 16">
              <a:extLst>
                <a:ext uri="{FF2B5EF4-FFF2-40B4-BE49-F238E27FC236}">
                  <a16:creationId xmlns:a16="http://schemas.microsoft.com/office/drawing/2014/main" id="{14E6B289-BF2D-CD80-D118-7B85029A3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5" name="Line 18">
              <a:extLst>
                <a:ext uri="{FF2B5EF4-FFF2-40B4-BE49-F238E27FC236}">
                  <a16:creationId xmlns:a16="http://schemas.microsoft.com/office/drawing/2014/main" id="{8F90D8AC-AB60-8ABD-24C6-D2466336C1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6" name="Text Box 22">
              <a:extLst>
                <a:ext uri="{FF2B5EF4-FFF2-40B4-BE49-F238E27FC236}">
                  <a16:creationId xmlns:a16="http://schemas.microsoft.com/office/drawing/2014/main" id="{CB28A28A-EEDE-29EA-5A62-585C0A344C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3050" y="4321671"/>
              <a:ext cx="3810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2000" b="1" dirty="0">
                  <a:latin typeface="Comic Sans MS" panose="030F0902030302020204" pitchFamily="66" charset="0"/>
                </a:rPr>
                <a:t>2</a:t>
              </a:r>
            </a:p>
          </p:txBody>
        </p:sp>
      </p:grpSp>
      <p:pic>
        <p:nvPicPr>
          <p:cNvPr id="16" name="Picture 4" descr="man">
            <a:extLst>
              <a:ext uri="{FF2B5EF4-FFF2-40B4-BE49-F238E27FC236}">
                <a16:creationId xmlns:a16="http://schemas.microsoft.com/office/drawing/2014/main" id="{2C4BE810-BA2B-56CC-97E7-CBF7421D2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5179" y="600350"/>
            <a:ext cx="747713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31">
            <a:extLst>
              <a:ext uri="{FF2B5EF4-FFF2-40B4-BE49-F238E27FC236}">
                <a16:creationId xmlns:a16="http://schemas.microsoft.com/office/drawing/2014/main" id="{6BF841E3-7771-B82B-9B50-D9B3613EF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15037" y="1259546"/>
            <a:ext cx="12954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dirty="0">
                <a:latin typeface="Comic Sans MS" panose="030F0902030302020204" pitchFamily="66" charset="0"/>
              </a:rPr>
              <a:t>t=1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0B69390-7723-D3C3-D17C-E4299323E83E}"/>
              </a:ext>
            </a:extLst>
          </p:cNvPr>
          <p:cNvGrpSpPr/>
          <p:nvPr/>
        </p:nvGrpSpPr>
        <p:grpSpPr>
          <a:xfrm>
            <a:off x="8173692" y="1680890"/>
            <a:ext cx="2552700" cy="1808437"/>
            <a:chOff x="2824750" y="4321671"/>
            <a:chExt cx="2552700" cy="1808437"/>
          </a:xfrm>
        </p:grpSpPr>
        <p:grpSp>
          <p:nvGrpSpPr>
            <p:cNvPr id="19" name="Group 14">
              <a:extLst>
                <a:ext uri="{FF2B5EF4-FFF2-40B4-BE49-F238E27FC236}">
                  <a16:creationId xmlns:a16="http://schemas.microsoft.com/office/drawing/2014/main" id="{811D02CA-85BB-37FC-B2B7-3BAB9F00CC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71650"/>
              <a:chOff x="1056" y="1632"/>
              <a:chExt cx="1152" cy="1116"/>
            </a:xfrm>
          </p:grpSpPr>
          <p:sp>
            <p:nvSpPr>
              <p:cNvPr id="23" name="Oval 15">
                <a:extLst>
                  <a:ext uri="{FF2B5EF4-FFF2-40B4-BE49-F238E27FC236}">
                    <a16:creationId xmlns:a16="http://schemas.microsoft.com/office/drawing/2014/main" id="{60D0216D-5455-2BE4-17D2-8947343DFF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4" name="Oval 16">
                <a:extLst>
                  <a:ext uri="{FF2B5EF4-FFF2-40B4-BE49-F238E27FC236}">
                    <a16:creationId xmlns:a16="http://schemas.microsoft.com/office/drawing/2014/main" id="{FB8DC860-D32C-CFA3-9FA5-1B5AAD15E0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5" name="Oval 17">
                <a:extLst>
                  <a:ext uri="{FF2B5EF4-FFF2-40B4-BE49-F238E27FC236}">
                    <a16:creationId xmlns:a16="http://schemas.microsoft.com/office/drawing/2014/main" id="{6188A9AE-8B55-CD52-483B-81CBA71304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6" name="Line 18">
                <a:extLst>
                  <a:ext uri="{FF2B5EF4-FFF2-40B4-BE49-F238E27FC236}">
                    <a16:creationId xmlns:a16="http://schemas.microsoft.com/office/drawing/2014/main" id="{925E8D04-3C9C-56F7-4193-EE9D0AB2AB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27" name="Line 19">
                <a:extLst>
                  <a:ext uri="{FF2B5EF4-FFF2-40B4-BE49-F238E27FC236}">
                    <a16:creationId xmlns:a16="http://schemas.microsoft.com/office/drawing/2014/main" id="{8D976C71-46A5-DAD2-8089-49CDA4B9F3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28" name="Line 20">
                <a:extLst>
                  <a:ext uri="{FF2B5EF4-FFF2-40B4-BE49-F238E27FC236}">
                    <a16:creationId xmlns:a16="http://schemas.microsoft.com/office/drawing/2014/main" id="{8E7C6F68-1C18-37B7-AD8D-5034D41C7D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29" name="Text Box 22">
                <a:extLst>
                  <a:ext uri="{FF2B5EF4-FFF2-40B4-BE49-F238E27FC236}">
                    <a16:creationId xmlns:a16="http://schemas.microsoft.com/office/drawing/2014/main" id="{7DE57BAF-714C-042C-91B9-A950120834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30" name="Text Box 23">
                <a:extLst>
                  <a:ext uri="{FF2B5EF4-FFF2-40B4-BE49-F238E27FC236}">
                    <a16:creationId xmlns:a16="http://schemas.microsoft.com/office/drawing/2014/main" id="{9B39383E-8B32-932B-3D8C-C08510CDC0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31" name="Text Box 25">
                <a:extLst>
                  <a:ext uri="{FF2B5EF4-FFF2-40B4-BE49-F238E27FC236}">
                    <a16:creationId xmlns:a16="http://schemas.microsoft.com/office/drawing/2014/main" id="{0A90C5D4-6525-8BE5-5369-D003925530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 dirty="0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20" name="Oval 16">
              <a:extLst>
                <a:ext uri="{FF2B5EF4-FFF2-40B4-BE49-F238E27FC236}">
                  <a16:creationId xmlns:a16="http://schemas.microsoft.com/office/drawing/2014/main" id="{73372CFE-B136-9D80-4686-29CE7CE80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493CA2AF-86F9-F996-0CA8-C5A5D49FEB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5B889B39-695E-24D4-521D-9E25340062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3050" y="4321671"/>
              <a:ext cx="3810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2000" b="1" dirty="0">
                  <a:latin typeface="Comic Sans MS" panose="030F0902030302020204" pitchFamily="66" charset="0"/>
                </a:rPr>
                <a:t>2</a:t>
              </a:r>
            </a:p>
          </p:txBody>
        </p:sp>
      </p:grpSp>
      <p:sp>
        <p:nvSpPr>
          <p:cNvPr id="33" name="Text Box 31">
            <a:extLst>
              <a:ext uri="{FF2B5EF4-FFF2-40B4-BE49-F238E27FC236}">
                <a16:creationId xmlns:a16="http://schemas.microsoft.com/office/drawing/2014/main" id="{5847B78C-7D8F-D8E3-91A9-984DD39D0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859" y="4012397"/>
            <a:ext cx="12954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dirty="0">
                <a:latin typeface="Comic Sans MS" panose="030F0902030302020204" pitchFamily="66" charset="0"/>
              </a:rPr>
              <a:t>t=2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2C895D8-71D0-74BA-90A9-A2C0BF1B9875}"/>
              </a:ext>
            </a:extLst>
          </p:cNvPr>
          <p:cNvGrpSpPr/>
          <p:nvPr/>
        </p:nvGrpSpPr>
        <p:grpSpPr>
          <a:xfrm>
            <a:off x="2305051" y="4916699"/>
            <a:ext cx="2552700" cy="1808437"/>
            <a:chOff x="2824750" y="4321671"/>
            <a:chExt cx="2552700" cy="1808437"/>
          </a:xfrm>
        </p:grpSpPr>
        <p:grpSp>
          <p:nvGrpSpPr>
            <p:cNvPr id="51" name="Group 14">
              <a:extLst>
                <a:ext uri="{FF2B5EF4-FFF2-40B4-BE49-F238E27FC236}">
                  <a16:creationId xmlns:a16="http://schemas.microsoft.com/office/drawing/2014/main" id="{C05881DD-731A-04A0-67DD-B5D76C0DFC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71650"/>
              <a:chOff x="1056" y="1632"/>
              <a:chExt cx="1152" cy="1116"/>
            </a:xfrm>
          </p:grpSpPr>
          <p:sp>
            <p:nvSpPr>
              <p:cNvPr id="55" name="Oval 15">
                <a:extLst>
                  <a:ext uri="{FF2B5EF4-FFF2-40B4-BE49-F238E27FC236}">
                    <a16:creationId xmlns:a16="http://schemas.microsoft.com/office/drawing/2014/main" id="{D7049A8D-6DF5-5F64-B10E-FFB75D0A92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56" name="Oval 16">
                <a:extLst>
                  <a:ext uri="{FF2B5EF4-FFF2-40B4-BE49-F238E27FC236}">
                    <a16:creationId xmlns:a16="http://schemas.microsoft.com/office/drawing/2014/main" id="{CBF18236-A750-DA7E-5299-CB736A197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57" name="Oval 17">
                <a:extLst>
                  <a:ext uri="{FF2B5EF4-FFF2-40B4-BE49-F238E27FC236}">
                    <a16:creationId xmlns:a16="http://schemas.microsoft.com/office/drawing/2014/main" id="{9E3BE693-F618-6FCC-9F5C-848D598A96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58" name="Line 18">
                <a:extLst>
                  <a:ext uri="{FF2B5EF4-FFF2-40B4-BE49-F238E27FC236}">
                    <a16:creationId xmlns:a16="http://schemas.microsoft.com/office/drawing/2014/main" id="{0D20B6B9-59AB-69B3-A01A-C28D2BA3D1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59" name="Line 19">
                <a:extLst>
                  <a:ext uri="{FF2B5EF4-FFF2-40B4-BE49-F238E27FC236}">
                    <a16:creationId xmlns:a16="http://schemas.microsoft.com/office/drawing/2014/main" id="{7AE5CE56-4DEB-3697-7A1B-613F213948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60" name="Line 20">
                <a:extLst>
                  <a:ext uri="{FF2B5EF4-FFF2-40B4-BE49-F238E27FC236}">
                    <a16:creationId xmlns:a16="http://schemas.microsoft.com/office/drawing/2014/main" id="{5B6E890F-646E-C4CC-AAAF-00BE7299C7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61" name="Text Box 22">
                <a:extLst>
                  <a:ext uri="{FF2B5EF4-FFF2-40B4-BE49-F238E27FC236}">
                    <a16:creationId xmlns:a16="http://schemas.microsoft.com/office/drawing/2014/main" id="{D09F3C8B-E0B6-A9C7-8593-53DFDE633F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62" name="Text Box 23">
                <a:extLst>
                  <a:ext uri="{FF2B5EF4-FFF2-40B4-BE49-F238E27FC236}">
                    <a16:creationId xmlns:a16="http://schemas.microsoft.com/office/drawing/2014/main" id="{DC1A30CD-0324-DB3F-4DA8-C46BA5CF9B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63" name="Text Box 25">
                <a:extLst>
                  <a:ext uri="{FF2B5EF4-FFF2-40B4-BE49-F238E27FC236}">
                    <a16:creationId xmlns:a16="http://schemas.microsoft.com/office/drawing/2014/main" id="{98CDF046-79B4-7834-A452-6A1A00C922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 dirty="0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52" name="Oval 16">
              <a:extLst>
                <a:ext uri="{FF2B5EF4-FFF2-40B4-BE49-F238E27FC236}">
                  <a16:creationId xmlns:a16="http://schemas.microsoft.com/office/drawing/2014/main" id="{78106A74-71E8-FC99-4460-C116A41C5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53" name="Line 18">
              <a:extLst>
                <a:ext uri="{FF2B5EF4-FFF2-40B4-BE49-F238E27FC236}">
                  <a16:creationId xmlns:a16="http://schemas.microsoft.com/office/drawing/2014/main" id="{444DEB04-25F5-C8C5-5612-5821E35413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4" name="Text Box 22">
              <a:extLst>
                <a:ext uri="{FF2B5EF4-FFF2-40B4-BE49-F238E27FC236}">
                  <a16:creationId xmlns:a16="http://schemas.microsoft.com/office/drawing/2014/main" id="{B9B3DB3D-5386-9850-6428-17AEF4ABF3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3050" y="4321671"/>
              <a:ext cx="3810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2000" b="1" dirty="0">
                  <a:latin typeface="Comic Sans MS" panose="030F0902030302020204" pitchFamily="66" charset="0"/>
                </a:rPr>
                <a:t>2</a:t>
              </a:r>
            </a:p>
          </p:txBody>
        </p:sp>
      </p:grpSp>
      <p:sp>
        <p:nvSpPr>
          <p:cNvPr id="24576" name="TextBox 24575">
            <a:extLst>
              <a:ext uri="{FF2B5EF4-FFF2-40B4-BE49-F238E27FC236}">
                <a16:creationId xmlns:a16="http://schemas.microsoft.com/office/drawing/2014/main" id="{136C0090-3346-13CD-5332-8952865FA90A}"/>
              </a:ext>
            </a:extLst>
          </p:cNvPr>
          <p:cNvSpPr txBox="1"/>
          <p:nvPr/>
        </p:nvSpPr>
        <p:spPr>
          <a:xfrm>
            <a:off x="2153100" y="4341686"/>
            <a:ext cx="27046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With probability 1/4</a:t>
            </a:r>
          </a:p>
        </p:txBody>
      </p:sp>
      <p:sp>
        <p:nvSpPr>
          <p:cNvPr id="24577" name="TextBox 24576">
            <a:extLst>
              <a:ext uri="{FF2B5EF4-FFF2-40B4-BE49-F238E27FC236}">
                <a16:creationId xmlns:a16="http://schemas.microsoft.com/office/drawing/2014/main" id="{575A801B-01BC-C03B-577F-3169CF1D2BE3}"/>
              </a:ext>
            </a:extLst>
          </p:cNvPr>
          <p:cNvSpPr txBox="1"/>
          <p:nvPr/>
        </p:nvSpPr>
        <p:spPr>
          <a:xfrm>
            <a:off x="5659541" y="4294011"/>
            <a:ext cx="27046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With probability 1/4</a:t>
            </a:r>
          </a:p>
        </p:txBody>
      </p:sp>
      <p:sp>
        <p:nvSpPr>
          <p:cNvPr id="24580" name="TextBox 24579">
            <a:extLst>
              <a:ext uri="{FF2B5EF4-FFF2-40B4-BE49-F238E27FC236}">
                <a16:creationId xmlns:a16="http://schemas.microsoft.com/office/drawing/2014/main" id="{9C16C3BA-C2F4-0BBD-1D38-228614120CF2}"/>
              </a:ext>
            </a:extLst>
          </p:cNvPr>
          <p:cNvSpPr txBox="1"/>
          <p:nvPr/>
        </p:nvSpPr>
        <p:spPr>
          <a:xfrm>
            <a:off x="8950651" y="3967293"/>
            <a:ext cx="27046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With probability 1/2</a:t>
            </a:r>
          </a:p>
        </p:txBody>
      </p:sp>
      <p:pic>
        <p:nvPicPr>
          <p:cNvPr id="24583" name="Picture 4" descr="man">
            <a:extLst>
              <a:ext uri="{FF2B5EF4-FFF2-40B4-BE49-F238E27FC236}">
                <a16:creationId xmlns:a16="http://schemas.microsoft.com/office/drawing/2014/main" id="{9CFCA33D-FB82-6DB0-92AC-4703BFD6E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838" y="5420211"/>
            <a:ext cx="747713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584" name="Group 24583">
            <a:extLst>
              <a:ext uri="{FF2B5EF4-FFF2-40B4-BE49-F238E27FC236}">
                <a16:creationId xmlns:a16="http://schemas.microsoft.com/office/drawing/2014/main" id="{1E759EAF-43DE-F326-FB2C-44CD5E669446}"/>
              </a:ext>
            </a:extLst>
          </p:cNvPr>
          <p:cNvGrpSpPr/>
          <p:nvPr/>
        </p:nvGrpSpPr>
        <p:grpSpPr>
          <a:xfrm>
            <a:off x="5659541" y="4754117"/>
            <a:ext cx="2552700" cy="1808437"/>
            <a:chOff x="2824750" y="4321671"/>
            <a:chExt cx="2552700" cy="1808437"/>
          </a:xfrm>
        </p:grpSpPr>
        <p:grpSp>
          <p:nvGrpSpPr>
            <p:cNvPr id="24585" name="Group 14">
              <a:extLst>
                <a:ext uri="{FF2B5EF4-FFF2-40B4-BE49-F238E27FC236}">
                  <a16:creationId xmlns:a16="http://schemas.microsoft.com/office/drawing/2014/main" id="{BD9FD197-3421-2A94-CB9C-335284F407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71650"/>
              <a:chOff x="1056" y="1632"/>
              <a:chExt cx="1152" cy="1116"/>
            </a:xfrm>
          </p:grpSpPr>
          <p:sp>
            <p:nvSpPr>
              <p:cNvPr id="24589" name="Oval 15">
                <a:extLst>
                  <a:ext uri="{FF2B5EF4-FFF2-40B4-BE49-F238E27FC236}">
                    <a16:creationId xmlns:a16="http://schemas.microsoft.com/office/drawing/2014/main" id="{5DEDB0B9-4297-A20E-4E48-C9DD28B1CD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4590" name="Oval 16">
                <a:extLst>
                  <a:ext uri="{FF2B5EF4-FFF2-40B4-BE49-F238E27FC236}">
                    <a16:creationId xmlns:a16="http://schemas.microsoft.com/office/drawing/2014/main" id="{2B4E6304-7FF6-602B-4E6E-351A559393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4591" name="Oval 17">
                <a:extLst>
                  <a:ext uri="{FF2B5EF4-FFF2-40B4-BE49-F238E27FC236}">
                    <a16:creationId xmlns:a16="http://schemas.microsoft.com/office/drawing/2014/main" id="{4F48EC93-9943-5FD7-1A3E-2BEF3D8B6A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4592" name="Line 18">
                <a:extLst>
                  <a:ext uri="{FF2B5EF4-FFF2-40B4-BE49-F238E27FC236}">
                    <a16:creationId xmlns:a16="http://schemas.microsoft.com/office/drawing/2014/main" id="{E4FA5827-64DD-AB07-2BDE-5FC0E4187D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24593" name="Line 19">
                <a:extLst>
                  <a:ext uri="{FF2B5EF4-FFF2-40B4-BE49-F238E27FC236}">
                    <a16:creationId xmlns:a16="http://schemas.microsoft.com/office/drawing/2014/main" id="{6807B517-B723-6DB6-1D25-A0CB287B24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24594" name="Line 20">
                <a:extLst>
                  <a:ext uri="{FF2B5EF4-FFF2-40B4-BE49-F238E27FC236}">
                    <a16:creationId xmlns:a16="http://schemas.microsoft.com/office/drawing/2014/main" id="{3779CF64-CB3A-FA61-7271-4D275D6874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24595" name="Text Box 22">
                <a:extLst>
                  <a:ext uri="{FF2B5EF4-FFF2-40B4-BE49-F238E27FC236}">
                    <a16:creationId xmlns:a16="http://schemas.microsoft.com/office/drawing/2014/main" id="{31473B61-70C4-DD4D-B1E6-BD1A77344E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4596" name="Text Box 23">
                <a:extLst>
                  <a:ext uri="{FF2B5EF4-FFF2-40B4-BE49-F238E27FC236}">
                    <a16:creationId xmlns:a16="http://schemas.microsoft.com/office/drawing/2014/main" id="{278497AD-FDF3-B667-7CB2-2B7432D01F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4597" name="Text Box 25">
                <a:extLst>
                  <a:ext uri="{FF2B5EF4-FFF2-40B4-BE49-F238E27FC236}">
                    <a16:creationId xmlns:a16="http://schemas.microsoft.com/office/drawing/2014/main" id="{C875E0B4-B11C-7D38-80B0-292F0B382F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 dirty="0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24586" name="Oval 16">
              <a:extLst>
                <a:ext uri="{FF2B5EF4-FFF2-40B4-BE49-F238E27FC236}">
                  <a16:creationId xmlns:a16="http://schemas.microsoft.com/office/drawing/2014/main" id="{7455CEB4-EA9E-2DF4-435F-915736A23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4587" name="Line 18">
              <a:extLst>
                <a:ext uri="{FF2B5EF4-FFF2-40B4-BE49-F238E27FC236}">
                  <a16:creationId xmlns:a16="http://schemas.microsoft.com/office/drawing/2014/main" id="{39C648B3-0856-87FF-D75B-1E60F3B883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4588" name="Text Box 22">
              <a:extLst>
                <a:ext uri="{FF2B5EF4-FFF2-40B4-BE49-F238E27FC236}">
                  <a16:creationId xmlns:a16="http://schemas.microsoft.com/office/drawing/2014/main" id="{A3CB851F-7B3D-0C41-6FF0-12FD96691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3050" y="4321671"/>
              <a:ext cx="3810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2000" b="1" dirty="0">
                  <a:latin typeface="Comic Sans MS" panose="030F0902030302020204" pitchFamily="66" charset="0"/>
                </a:rPr>
                <a:t>2</a:t>
              </a:r>
            </a:p>
          </p:txBody>
        </p:sp>
      </p:grpSp>
      <p:pic>
        <p:nvPicPr>
          <p:cNvPr id="24598" name="Picture 4" descr="man">
            <a:extLst>
              <a:ext uri="{FF2B5EF4-FFF2-40B4-BE49-F238E27FC236}">
                <a16:creationId xmlns:a16="http://schemas.microsoft.com/office/drawing/2014/main" id="{42992BE8-7A8A-BC72-3CFA-01288E994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087" y="6045634"/>
            <a:ext cx="747713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599" name="Group 24598">
            <a:extLst>
              <a:ext uri="{FF2B5EF4-FFF2-40B4-BE49-F238E27FC236}">
                <a16:creationId xmlns:a16="http://schemas.microsoft.com/office/drawing/2014/main" id="{51BC2274-8392-3E2C-FAA2-3403B75C7F03}"/>
              </a:ext>
            </a:extLst>
          </p:cNvPr>
          <p:cNvGrpSpPr/>
          <p:nvPr/>
        </p:nvGrpSpPr>
        <p:grpSpPr>
          <a:xfrm>
            <a:off x="9083777" y="4924341"/>
            <a:ext cx="2552700" cy="1808437"/>
            <a:chOff x="2824750" y="4321671"/>
            <a:chExt cx="2552700" cy="1808437"/>
          </a:xfrm>
        </p:grpSpPr>
        <p:grpSp>
          <p:nvGrpSpPr>
            <p:cNvPr id="24600" name="Group 14">
              <a:extLst>
                <a:ext uri="{FF2B5EF4-FFF2-40B4-BE49-F238E27FC236}">
                  <a16:creationId xmlns:a16="http://schemas.microsoft.com/office/drawing/2014/main" id="{4366CAEE-CF6A-D111-710A-CCBBED943A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71650"/>
              <a:chOff x="1056" y="1632"/>
              <a:chExt cx="1152" cy="1116"/>
            </a:xfrm>
          </p:grpSpPr>
          <p:sp>
            <p:nvSpPr>
              <p:cNvPr id="24604" name="Oval 15">
                <a:extLst>
                  <a:ext uri="{FF2B5EF4-FFF2-40B4-BE49-F238E27FC236}">
                    <a16:creationId xmlns:a16="http://schemas.microsoft.com/office/drawing/2014/main" id="{B5BDD58B-1F99-6197-0F8B-81E8FBDBB7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4605" name="Oval 16">
                <a:extLst>
                  <a:ext uri="{FF2B5EF4-FFF2-40B4-BE49-F238E27FC236}">
                    <a16:creationId xmlns:a16="http://schemas.microsoft.com/office/drawing/2014/main" id="{C3086DC0-99C7-0DD2-0E63-C2212D300C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4606" name="Oval 17">
                <a:extLst>
                  <a:ext uri="{FF2B5EF4-FFF2-40B4-BE49-F238E27FC236}">
                    <a16:creationId xmlns:a16="http://schemas.microsoft.com/office/drawing/2014/main" id="{4C867FC2-7F54-A5A5-6DB9-190D17E452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4607" name="Line 18">
                <a:extLst>
                  <a:ext uri="{FF2B5EF4-FFF2-40B4-BE49-F238E27FC236}">
                    <a16:creationId xmlns:a16="http://schemas.microsoft.com/office/drawing/2014/main" id="{21181725-DC5F-DE08-4412-72AB4EC796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24608" name="Line 19">
                <a:extLst>
                  <a:ext uri="{FF2B5EF4-FFF2-40B4-BE49-F238E27FC236}">
                    <a16:creationId xmlns:a16="http://schemas.microsoft.com/office/drawing/2014/main" id="{5D231EC5-AB7B-C9B5-6D93-0A5C0738A3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24609" name="Line 20">
                <a:extLst>
                  <a:ext uri="{FF2B5EF4-FFF2-40B4-BE49-F238E27FC236}">
                    <a16:creationId xmlns:a16="http://schemas.microsoft.com/office/drawing/2014/main" id="{56ADCADC-4848-9D88-9550-D0C199F7E0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24610" name="Text Box 22">
                <a:extLst>
                  <a:ext uri="{FF2B5EF4-FFF2-40B4-BE49-F238E27FC236}">
                    <a16:creationId xmlns:a16="http://schemas.microsoft.com/office/drawing/2014/main" id="{2BD572D3-9488-FAEA-7C04-08CCE17198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4611" name="Text Box 23">
                <a:extLst>
                  <a:ext uri="{FF2B5EF4-FFF2-40B4-BE49-F238E27FC236}">
                    <a16:creationId xmlns:a16="http://schemas.microsoft.com/office/drawing/2014/main" id="{581C4D38-640A-B6F7-5107-4C806D0F67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4612" name="Text Box 25">
                <a:extLst>
                  <a:ext uri="{FF2B5EF4-FFF2-40B4-BE49-F238E27FC236}">
                    <a16:creationId xmlns:a16="http://schemas.microsoft.com/office/drawing/2014/main" id="{96A59A8B-A91F-6E57-8AEA-BD90B0409B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 dirty="0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24601" name="Oval 16">
              <a:extLst>
                <a:ext uri="{FF2B5EF4-FFF2-40B4-BE49-F238E27FC236}">
                  <a16:creationId xmlns:a16="http://schemas.microsoft.com/office/drawing/2014/main" id="{A816961F-6BBF-B2BC-4281-8794D930F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4602" name="Line 18">
              <a:extLst>
                <a:ext uri="{FF2B5EF4-FFF2-40B4-BE49-F238E27FC236}">
                  <a16:creationId xmlns:a16="http://schemas.microsoft.com/office/drawing/2014/main" id="{115C0F3A-AB61-1A6A-D70B-D61B6AFFE9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4603" name="Text Box 22">
              <a:extLst>
                <a:ext uri="{FF2B5EF4-FFF2-40B4-BE49-F238E27FC236}">
                  <a16:creationId xmlns:a16="http://schemas.microsoft.com/office/drawing/2014/main" id="{4F6125FA-F93C-12E0-A84F-B469D8775D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3050" y="4321671"/>
              <a:ext cx="3810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2000" b="1" dirty="0">
                  <a:latin typeface="Comic Sans MS" panose="030F0902030302020204" pitchFamily="66" charset="0"/>
                </a:rPr>
                <a:t>2</a:t>
              </a:r>
            </a:p>
          </p:txBody>
        </p:sp>
      </p:grpSp>
      <p:pic>
        <p:nvPicPr>
          <p:cNvPr id="24613" name="Picture 4" descr="man">
            <a:extLst>
              <a:ext uri="{FF2B5EF4-FFF2-40B4-BE49-F238E27FC236}">
                <a16:creationId xmlns:a16="http://schemas.microsoft.com/office/drawing/2014/main" id="{8AB8194D-1F70-051D-211E-7BAAD524D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500" y="4398180"/>
            <a:ext cx="747713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7173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F359A-BFEC-E58E-E26E-6BC0B1E5E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DF235579-5FC3-8714-DE30-DA420AA68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19D4692-260C-4746-97FB-18E2002E03C5}" type="slidenum">
              <a:rPr lang="en-US" altLang="en-US" sz="1200">
                <a:latin typeface="Garamond" panose="02020404030301010803" pitchFamily="18" charset="0"/>
              </a:rPr>
              <a:pPr eaLnBrk="1" hangingPunct="1"/>
              <a:t>18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8353D4F1-0352-F1DF-D529-4FF22BF134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9144000" cy="50958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b="1" dirty="0"/>
              <a:t>Definitions</a:t>
            </a:r>
          </a:p>
        </p:txBody>
      </p:sp>
      <p:grpSp>
        <p:nvGrpSpPr>
          <p:cNvPr id="23560" name="Group 7">
            <a:extLst>
              <a:ext uri="{FF2B5EF4-FFF2-40B4-BE49-F238E27FC236}">
                <a16:creationId xmlns:a16="http://schemas.microsoft.com/office/drawing/2014/main" id="{752C8ABE-A841-2977-CA55-40A782AD5236}"/>
              </a:ext>
            </a:extLst>
          </p:cNvPr>
          <p:cNvGrpSpPr>
            <a:grpSpLocks/>
          </p:cNvGrpSpPr>
          <p:nvPr/>
        </p:nvGrpSpPr>
        <p:grpSpPr bwMode="auto">
          <a:xfrm>
            <a:off x="12840929" y="698310"/>
            <a:ext cx="2362200" cy="1295400"/>
            <a:chOff x="2832" y="912"/>
            <a:chExt cx="1488" cy="816"/>
          </a:xfrm>
        </p:grpSpPr>
        <p:sp>
          <p:nvSpPr>
            <p:cNvPr id="23585" name="Rectangle 8">
              <a:extLst>
                <a:ext uri="{FF2B5EF4-FFF2-40B4-BE49-F238E27FC236}">
                  <a16:creationId xmlns:a16="http://schemas.microsoft.com/office/drawing/2014/main" id="{DFABDBE5-E388-B4BB-A900-A643EC7DD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912"/>
              <a:ext cx="1488" cy="81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23586" name="Picture 9" descr="P2">
              <a:extLst>
                <a:ext uri="{FF2B5EF4-FFF2-40B4-BE49-F238E27FC236}">
                  <a16:creationId xmlns:a16="http://schemas.microsoft.com/office/drawing/2014/main" id="{8597E105-FFE2-4B8D-5F3C-A38663A527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960"/>
              <a:ext cx="1248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1AFFA2C-0847-D019-E30C-264026FB4415}"/>
              </a:ext>
            </a:extLst>
          </p:cNvPr>
          <p:cNvSpPr txBox="1"/>
          <p:nvPr/>
        </p:nvSpPr>
        <p:spPr>
          <a:xfrm>
            <a:off x="6871979" y="4463150"/>
            <a:ext cx="40199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Entry </a:t>
            </a:r>
            <a:r>
              <a:rPr lang="en-US" sz="2200" dirty="0" err="1">
                <a:solidFill>
                  <a:srgbClr val="C00000"/>
                </a:solidFill>
              </a:rPr>
              <a:t>P</a:t>
            </a:r>
            <a:r>
              <a:rPr lang="en-US" sz="2200" baseline="-25000" dirty="0" err="1">
                <a:solidFill>
                  <a:srgbClr val="C00000"/>
                </a:solidFill>
              </a:rPr>
              <a:t>ij</a:t>
            </a:r>
            <a:r>
              <a:rPr lang="en-US" sz="2200" dirty="0">
                <a:solidFill>
                  <a:srgbClr val="C00000"/>
                </a:solidFill>
              </a:rPr>
              <a:t> is probability of going from vertex j -&gt; vertex </a:t>
            </a:r>
            <a:r>
              <a:rPr lang="en-US" sz="2200" dirty="0" err="1">
                <a:solidFill>
                  <a:srgbClr val="C00000"/>
                </a:solidFill>
              </a:rPr>
              <a:t>i</a:t>
            </a:r>
            <a:endParaRPr lang="en-US" sz="2200" dirty="0">
              <a:solidFill>
                <a:srgbClr val="C00000"/>
              </a:solidFill>
            </a:endParaRPr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038F57EC-4274-5EE5-26F8-3830C003434B}"/>
              </a:ext>
            </a:extLst>
          </p:cNvPr>
          <p:cNvSpPr txBox="1">
            <a:spLocks noChangeArrowheads="1"/>
          </p:cNvSpPr>
          <p:nvPr/>
        </p:nvSpPr>
        <p:spPr>
          <a:xfrm>
            <a:off x="2550112" y="3709690"/>
            <a:ext cx="3140075" cy="461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500" b="1"/>
              <a:t>Adjacency matrix A</a:t>
            </a:r>
            <a:endParaRPr lang="en-US" altLang="en-US" sz="2500" b="1" dirty="0"/>
          </a:p>
        </p:txBody>
      </p:sp>
      <p:sp>
        <p:nvSpPr>
          <p:cNvPr id="47" name="Rectangle 5">
            <a:extLst>
              <a:ext uri="{FF2B5EF4-FFF2-40B4-BE49-F238E27FC236}">
                <a16:creationId xmlns:a16="http://schemas.microsoft.com/office/drawing/2014/main" id="{5B3BC732-DF0F-7172-733E-06B1F731B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599" y="1279309"/>
            <a:ext cx="2950779" cy="20771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0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128697A-5773-5474-84E6-2F4D6D681166}"/>
              </a:ext>
            </a:extLst>
          </p:cNvPr>
          <p:cNvSpPr txBox="1"/>
          <p:nvPr/>
        </p:nvSpPr>
        <p:spPr>
          <a:xfrm>
            <a:off x="3398582" y="1307604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B8171E1-0C08-E0AD-9FFE-AD6C2AFA70F6}"/>
              </a:ext>
            </a:extLst>
          </p:cNvPr>
          <p:cNvSpPr txBox="1"/>
          <p:nvPr/>
        </p:nvSpPr>
        <p:spPr>
          <a:xfrm>
            <a:off x="2628174" y="1307604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4304E7-52A9-B47C-C5DF-76A73E4D5AEA}"/>
              </a:ext>
            </a:extLst>
          </p:cNvPr>
          <p:cNvSpPr txBox="1"/>
          <p:nvPr/>
        </p:nvSpPr>
        <p:spPr>
          <a:xfrm>
            <a:off x="3429000" y="1850931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D0BE12-8D4A-DEF0-81CD-15EA9427E120}"/>
              </a:ext>
            </a:extLst>
          </p:cNvPr>
          <p:cNvSpPr txBox="1"/>
          <p:nvPr/>
        </p:nvSpPr>
        <p:spPr>
          <a:xfrm>
            <a:off x="4258484" y="2377527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0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E59BFDA-CD69-27DC-9F18-3E87A70271BE}"/>
              </a:ext>
            </a:extLst>
          </p:cNvPr>
          <p:cNvGrpSpPr/>
          <p:nvPr/>
        </p:nvGrpSpPr>
        <p:grpSpPr>
          <a:xfrm>
            <a:off x="2824750" y="4321671"/>
            <a:ext cx="2552700" cy="1808437"/>
            <a:chOff x="2824750" y="4321671"/>
            <a:chExt cx="2552700" cy="1808437"/>
          </a:xfrm>
        </p:grpSpPr>
        <p:grpSp>
          <p:nvGrpSpPr>
            <p:cNvPr id="53" name="Group 14">
              <a:extLst>
                <a:ext uri="{FF2B5EF4-FFF2-40B4-BE49-F238E27FC236}">
                  <a16:creationId xmlns:a16="http://schemas.microsoft.com/office/drawing/2014/main" id="{D1A77837-12E4-E321-C138-13879365BE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71650"/>
              <a:chOff x="1056" y="1632"/>
              <a:chExt cx="1152" cy="1116"/>
            </a:xfrm>
          </p:grpSpPr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19E0063A-8F8D-80FF-38F3-136784F94F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58" name="Oval 16">
                <a:extLst>
                  <a:ext uri="{FF2B5EF4-FFF2-40B4-BE49-F238E27FC236}">
                    <a16:creationId xmlns:a16="http://schemas.microsoft.com/office/drawing/2014/main" id="{D02241FC-E940-3EC5-FE49-C9EFDE7B5A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59" name="Oval 17">
                <a:extLst>
                  <a:ext uri="{FF2B5EF4-FFF2-40B4-BE49-F238E27FC236}">
                    <a16:creationId xmlns:a16="http://schemas.microsoft.com/office/drawing/2014/main" id="{78D6D017-30E3-E77F-6D12-97FB7C45CC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60" name="Line 18">
                <a:extLst>
                  <a:ext uri="{FF2B5EF4-FFF2-40B4-BE49-F238E27FC236}">
                    <a16:creationId xmlns:a16="http://schemas.microsoft.com/office/drawing/2014/main" id="{96D980E7-79FA-28A8-C4FB-26F7DDF9B4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61" name="Line 19">
                <a:extLst>
                  <a:ext uri="{FF2B5EF4-FFF2-40B4-BE49-F238E27FC236}">
                    <a16:creationId xmlns:a16="http://schemas.microsoft.com/office/drawing/2014/main" id="{841ABF2B-4173-BB10-9376-16D423B6D4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62" name="Line 20">
                <a:extLst>
                  <a:ext uri="{FF2B5EF4-FFF2-40B4-BE49-F238E27FC236}">
                    <a16:creationId xmlns:a16="http://schemas.microsoft.com/office/drawing/2014/main" id="{048449BF-B598-52D7-15BF-8E9B68F5BD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63" name="Text Box 22">
                <a:extLst>
                  <a:ext uri="{FF2B5EF4-FFF2-40B4-BE49-F238E27FC236}">
                    <a16:creationId xmlns:a16="http://schemas.microsoft.com/office/drawing/2014/main" id="{90C7C15B-65FF-9738-D164-711A2829F8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3552" name="Text Box 23">
                <a:extLst>
                  <a:ext uri="{FF2B5EF4-FFF2-40B4-BE49-F238E27FC236}">
                    <a16:creationId xmlns:a16="http://schemas.microsoft.com/office/drawing/2014/main" id="{1A351A06-AAB8-A7C4-51BE-64EABE4BA0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3553" name="Text Box 25">
                <a:extLst>
                  <a:ext uri="{FF2B5EF4-FFF2-40B4-BE49-F238E27FC236}">
                    <a16:creationId xmlns:a16="http://schemas.microsoft.com/office/drawing/2014/main" id="{CFFD35AA-A883-B719-A6BD-01775D09A6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 dirty="0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54" name="Oval 16">
              <a:extLst>
                <a:ext uri="{FF2B5EF4-FFF2-40B4-BE49-F238E27FC236}">
                  <a16:creationId xmlns:a16="http://schemas.microsoft.com/office/drawing/2014/main" id="{735FA67E-B66D-1205-D6CB-32DFB5FAAC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55" name="Line 18">
              <a:extLst>
                <a:ext uri="{FF2B5EF4-FFF2-40B4-BE49-F238E27FC236}">
                  <a16:creationId xmlns:a16="http://schemas.microsoft.com/office/drawing/2014/main" id="{88065FD0-E023-5A4A-C6E1-BF3BDEE5A1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6" name="Text Box 22">
              <a:extLst>
                <a:ext uri="{FF2B5EF4-FFF2-40B4-BE49-F238E27FC236}">
                  <a16:creationId xmlns:a16="http://schemas.microsoft.com/office/drawing/2014/main" id="{3632CD20-D272-BFCE-6BDE-63643CBE7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3050" y="4321671"/>
              <a:ext cx="3810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2000" b="1" dirty="0">
                  <a:latin typeface="Comic Sans MS" panose="030F0902030302020204" pitchFamily="66" charset="0"/>
                </a:rPr>
                <a:t>2</a:t>
              </a:r>
            </a:p>
          </p:txBody>
        </p:sp>
      </p:grpSp>
      <p:sp>
        <p:nvSpPr>
          <p:cNvPr id="23587" name="TextBox 23586">
            <a:extLst>
              <a:ext uri="{FF2B5EF4-FFF2-40B4-BE49-F238E27FC236}">
                <a16:creationId xmlns:a16="http://schemas.microsoft.com/office/drawing/2014/main" id="{E96A1CB5-CA16-27FC-EEFB-27234F40EB16}"/>
              </a:ext>
            </a:extLst>
          </p:cNvPr>
          <p:cNvSpPr txBox="1"/>
          <p:nvPr/>
        </p:nvSpPr>
        <p:spPr>
          <a:xfrm>
            <a:off x="4208315" y="1339471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1</a:t>
            </a:r>
          </a:p>
        </p:txBody>
      </p:sp>
      <p:sp>
        <p:nvSpPr>
          <p:cNvPr id="23588" name="TextBox 23587">
            <a:extLst>
              <a:ext uri="{FF2B5EF4-FFF2-40B4-BE49-F238E27FC236}">
                <a16:creationId xmlns:a16="http://schemas.microsoft.com/office/drawing/2014/main" id="{1D39E8EE-ADFC-C22E-4D05-1F09540E966B}"/>
              </a:ext>
            </a:extLst>
          </p:cNvPr>
          <p:cNvSpPr txBox="1"/>
          <p:nvPr/>
        </p:nvSpPr>
        <p:spPr>
          <a:xfrm>
            <a:off x="4820789" y="1305154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0</a:t>
            </a:r>
          </a:p>
        </p:txBody>
      </p:sp>
      <p:sp>
        <p:nvSpPr>
          <p:cNvPr id="23589" name="TextBox 23588">
            <a:extLst>
              <a:ext uri="{FF2B5EF4-FFF2-40B4-BE49-F238E27FC236}">
                <a16:creationId xmlns:a16="http://schemas.microsoft.com/office/drawing/2014/main" id="{329E4108-8B56-E156-961C-761AF6158808}"/>
              </a:ext>
            </a:extLst>
          </p:cNvPr>
          <p:cNvSpPr txBox="1"/>
          <p:nvPr/>
        </p:nvSpPr>
        <p:spPr>
          <a:xfrm>
            <a:off x="4813759" y="2850462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0</a:t>
            </a:r>
          </a:p>
        </p:txBody>
      </p:sp>
      <p:sp>
        <p:nvSpPr>
          <p:cNvPr id="23590" name="TextBox 23589">
            <a:extLst>
              <a:ext uri="{FF2B5EF4-FFF2-40B4-BE49-F238E27FC236}">
                <a16:creationId xmlns:a16="http://schemas.microsoft.com/office/drawing/2014/main" id="{FFB77616-7533-E2AA-F2DD-16E3AFE71A36}"/>
              </a:ext>
            </a:extLst>
          </p:cNvPr>
          <p:cNvSpPr txBox="1"/>
          <p:nvPr/>
        </p:nvSpPr>
        <p:spPr>
          <a:xfrm>
            <a:off x="2658486" y="1861564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1</a:t>
            </a:r>
          </a:p>
        </p:txBody>
      </p:sp>
      <p:sp>
        <p:nvSpPr>
          <p:cNvPr id="23591" name="TextBox 23590">
            <a:extLst>
              <a:ext uri="{FF2B5EF4-FFF2-40B4-BE49-F238E27FC236}">
                <a16:creationId xmlns:a16="http://schemas.microsoft.com/office/drawing/2014/main" id="{782E7581-BA46-D33A-9E86-72D90A50DBEB}"/>
              </a:ext>
            </a:extLst>
          </p:cNvPr>
          <p:cNvSpPr txBox="1"/>
          <p:nvPr/>
        </p:nvSpPr>
        <p:spPr>
          <a:xfrm>
            <a:off x="4813759" y="1861564"/>
            <a:ext cx="43398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2</a:t>
            </a:r>
          </a:p>
        </p:txBody>
      </p:sp>
      <p:sp>
        <p:nvSpPr>
          <p:cNvPr id="23592" name="TextBox 23591">
            <a:extLst>
              <a:ext uri="{FF2B5EF4-FFF2-40B4-BE49-F238E27FC236}">
                <a16:creationId xmlns:a16="http://schemas.microsoft.com/office/drawing/2014/main" id="{BEBB2180-96B3-F609-ADEE-128AB822BD57}"/>
              </a:ext>
            </a:extLst>
          </p:cNvPr>
          <p:cNvSpPr txBox="1"/>
          <p:nvPr/>
        </p:nvSpPr>
        <p:spPr>
          <a:xfrm>
            <a:off x="4246856" y="1858499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1</a:t>
            </a:r>
          </a:p>
        </p:txBody>
      </p:sp>
      <p:sp>
        <p:nvSpPr>
          <p:cNvPr id="23593" name="TextBox 23592">
            <a:extLst>
              <a:ext uri="{FF2B5EF4-FFF2-40B4-BE49-F238E27FC236}">
                <a16:creationId xmlns:a16="http://schemas.microsoft.com/office/drawing/2014/main" id="{5B10E6F1-4DFB-AEC7-34C3-11CC324C5080}"/>
              </a:ext>
            </a:extLst>
          </p:cNvPr>
          <p:cNvSpPr txBox="1"/>
          <p:nvPr/>
        </p:nvSpPr>
        <p:spPr>
          <a:xfrm>
            <a:off x="2658486" y="2364812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1</a:t>
            </a:r>
          </a:p>
        </p:txBody>
      </p:sp>
      <p:sp>
        <p:nvSpPr>
          <p:cNvPr id="23594" name="TextBox 23593">
            <a:extLst>
              <a:ext uri="{FF2B5EF4-FFF2-40B4-BE49-F238E27FC236}">
                <a16:creationId xmlns:a16="http://schemas.microsoft.com/office/drawing/2014/main" id="{79842856-3925-1873-5483-2BAE404BE8D9}"/>
              </a:ext>
            </a:extLst>
          </p:cNvPr>
          <p:cNvSpPr txBox="1"/>
          <p:nvPr/>
        </p:nvSpPr>
        <p:spPr>
          <a:xfrm>
            <a:off x="3424421" y="2373360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1</a:t>
            </a:r>
          </a:p>
        </p:txBody>
      </p:sp>
      <p:sp>
        <p:nvSpPr>
          <p:cNvPr id="23595" name="TextBox 23594">
            <a:extLst>
              <a:ext uri="{FF2B5EF4-FFF2-40B4-BE49-F238E27FC236}">
                <a16:creationId xmlns:a16="http://schemas.microsoft.com/office/drawing/2014/main" id="{850A5DA1-200D-9194-65AB-92D09F91A5B8}"/>
              </a:ext>
            </a:extLst>
          </p:cNvPr>
          <p:cNvSpPr txBox="1"/>
          <p:nvPr/>
        </p:nvSpPr>
        <p:spPr>
          <a:xfrm>
            <a:off x="4780256" y="2372783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0</a:t>
            </a:r>
          </a:p>
        </p:txBody>
      </p:sp>
      <p:sp>
        <p:nvSpPr>
          <p:cNvPr id="23596" name="TextBox 23595">
            <a:extLst>
              <a:ext uri="{FF2B5EF4-FFF2-40B4-BE49-F238E27FC236}">
                <a16:creationId xmlns:a16="http://schemas.microsoft.com/office/drawing/2014/main" id="{270488A2-86C5-5BD2-3BDC-3ED9BA7DE1C3}"/>
              </a:ext>
            </a:extLst>
          </p:cNvPr>
          <p:cNvSpPr txBox="1"/>
          <p:nvPr/>
        </p:nvSpPr>
        <p:spPr>
          <a:xfrm>
            <a:off x="3429000" y="2828391"/>
            <a:ext cx="43398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2</a:t>
            </a:r>
          </a:p>
        </p:txBody>
      </p:sp>
      <p:sp>
        <p:nvSpPr>
          <p:cNvPr id="23597" name="TextBox 23596">
            <a:extLst>
              <a:ext uri="{FF2B5EF4-FFF2-40B4-BE49-F238E27FC236}">
                <a16:creationId xmlns:a16="http://schemas.microsoft.com/office/drawing/2014/main" id="{7CC00A06-78FE-AC2F-2E24-1D6D597B392E}"/>
              </a:ext>
            </a:extLst>
          </p:cNvPr>
          <p:cNvSpPr txBox="1"/>
          <p:nvPr/>
        </p:nvSpPr>
        <p:spPr>
          <a:xfrm>
            <a:off x="4246856" y="2842951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0</a:t>
            </a:r>
          </a:p>
        </p:txBody>
      </p:sp>
      <p:sp>
        <p:nvSpPr>
          <p:cNvPr id="23598" name="TextBox 23597">
            <a:extLst>
              <a:ext uri="{FF2B5EF4-FFF2-40B4-BE49-F238E27FC236}">
                <a16:creationId xmlns:a16="http://schemas.microsoft.com/office/drawing/2014/main" id="{7C246A62-8F14-4429-51C3-47062281B798}"/>
              </a:ext>
            </a:extLst>
          </p:cNvPr>
          <p:cNvSpPr txBox="1"/>
          <p:nvPr/>
        </p:nvSpPr>
        <p:spPr>
          <a:xfrm>
            <a:off x="2675238" y="2806318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0</a:t>
            </a:r>
          </a:p>
        </p:txBody>
      </p:sp>
      <p:sp>
        <p:nvSpPr>
          <p:cNvPr id="23599" name="Rectangle 3">
            <a:extLst>
              <a:ext uri="{FF2B5EF4-FFF2-40B4-BE49-F238E27FC236}">
                <a16:creationId xmlns:a16="http://schemas.microsoft.com/office/drawing/2014/main" id="{7A5E7A8C-947F-5AC2-B9E1-3342026538E6}"/>
              </a:ext>
            </a:extLst>
          </p:cNvPr>
          <p:cNvSpPr txBox="1">
            <a:spLocks noChangeArrowheads="1"/>
          </p:cNvSpPr>
          <p:nvPr/>
        </p:nvSpPr>
        <p:spPr>
          <a:xfrm>
            <a:off x="6223587" y="3733076"/>
            <a:ext cx="4624079" cy="8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500" b="1" dirty="0"/>
              <a:t>Probability transition matrix P</a:t>
            </a:r>
          </a:p>
        </p:txBody>
      </p:sp>
      <p:grpSp>
        <p:nvGrpSpPr>
          <p:cNvPr id="23617" name="Group 23616">
            <a:extLst>
              <a:ext uri="{FF2B5EF4-FFF2-40B4-BE49-F238E27FC236}">
                <a16:creationId xmlns:a16="http://schemas.microsoft.com/office/drawing/2014/main" id="{895AED51-821D-FB92-3C14-617286F2A6FA}"/>
              </a:ext>
            </a:extLst>
          </p:cNvPr>
          <p:cNvGrpSpPr/>
          <p:nvPr/>
        </p:nvGrpSpPr>
        <p:grpSpPr>
          <a:xfrm>
            <a:off x="6944608" y="1289393"/>
            <a:ext cx="2950779" cy="2077184"/>
            <a:chOff x="6944608" y="1289393"/>
            <a:chExt cx="2950779" cy="2077184"/>
          </a:xfrm>
        </p:grpSpPr>
        <p:sp>
          <p:nvSpPr>
            <p:cNvPr id="23600" name="Rectangle 5">
              <a:extLst>
                <a:ext uri="{FF2B5EF4-FFF2-40B4-BE49-F238E27FC236}">
                  <a16:creationId xmlns:a16="http://schemas.microsoft.com/office/drawing/2014/main" id="{98C282E9-6107-B0C1-B1EE-70151B625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4608" y="1289393"/>
              <a:ext cx="2950779" cy="20771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/>
            </a:p>
          </p:txBody>
        </p:sp>
        <p:sp>
          <p:nvSpPr>
            <p:cNvPr id="23601" name="TextBox 23600">
              <a:extLst>
                <a:ext uri="{FF2B5EF4-FFF2-40B4-BE49-F238E27FC236}">
                  <a16:creationId xmlns:a16="http://schemas.microsoft.com/office/drawing/2014/main" id="{835577C4-C314-7C29-E0A3-ADE642C168F7}"/>
                </a:ext>
              </a:extLst>
            </p:cNvPr>
            <p:cNvSpPr txBox="1"/>
            <p:nvPr/>
          </p:nvSpPr>
          <p:spPr>
            <a:xfrm>
              <a:off x="7828591" y="1317688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1/4</a:t>
              </a:r>
            </a:p>
          </p:txBody>
        </p:sp>
        <p:sp>
          <p:nvSpPr>
            <p:cNvPr id="23602" name="TextBox 23601">
              <a:extLst>
                <a:ext uri="{FF2B5EF4-FFF2-40B4-BE49-F238E27FC236}">
                  <a16:creationId xmlns:a16="http://schemas.microsoft.com/office/drawing/2014/main" id="{1CB4A72B-82B9-3166-3DE9-72F2A985C700}"/>
                </a:ext>
              </a:extLst>
            </p:cNvPr>
            <p:cNvSpPr txBox="1"/>
            <p:nvPr/>
          </p:nvSpPr>
          <p:spPr>
            <a:xfrm>
              <a:off x="7058183" y="1317688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3" name="TextBox 23602">
              <a:extLst>
                <a:ext uri="{FF2B5EF4-FFF2-40B4-BE49-F238E27FC236}">
                  <a16:creationId xmlns:a16="http://schemas.microsoft.com/office/drawing/2014/main" id="{5D69BF3C-37B2-C159-ECC2-2B405CA2F2A2}"/>
                </a:ext>
              </a:extLst>
            </p:cNvPr>
            <p:cNvSpPr txBox="1"/>
            <p:nvPr/>
          </p:nvSpPr>
          <p:spPr>
            <a:xfrm>
              <a:off x="7859009" y="1861015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4" name="TextBox 23603">
              <a:extLst>
                <a:ext uri="{FF2B5EF4-FFF2-40B4-BE49-F238E27FC236}">
                  <a16:creationId xmlns:a16="http://schemas.microsoft.com/office/drawing/2014/main" id="{1B93AC28-830C-A39D-FDFB-52592F7818A2}"/>
                </a:ext>
              </a:extLst>
            </p:cNvPr>
            <p:cNvSpPr txBox="1"/>
            <p:nvPr/>
          </p:nvSpPr>
          <p:spPr>
            <a:xfrm>
              <a:off x="8688493" y="2387611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5" name="TextBox 23604">
              <a:extLst>
                <a:ext uri="{FF2B5EF4-FFF2-40B4-BE49-F238E27FC236}">
                  <a16:creationId xmlns:a16="http://schemas.microsoft.com/office/drawing/2014/main" id="{E763B5EA-DD3C-5E48-AD95-9DE9D8441797}"/>
                </a:ext>
              </a:extLst>
            </p:cNvPr>
            <p:cNvSpPr txBox="1"/>
            <p:nvPr/>
          </p:nvSpPr>
          <p:spPr>
            <a:xfrm>
              <a:off x="8638324" y="1349555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23606" name="TextBox 23605">
              <a:extLst>
                <a:ext uri="{FF2B5EF4-FFF2-40B4-BE49-F238E27FC236}">
                  <a16:creationId xmlns:a16="http://schemas.microsoft.com/office/drawing/2014/main" id="{EF7E7543-AAB0-045E-48F8-18BA5E25B245}"/>
                </a:ext>
              </a:extLst>
            </p:cNvPr>
            <p:cNvSpPr txBox="1"/>
            <p:nvPr/>
          </p:nvSpPr>
          <p:spPr>
            <a:xfrm>
              <a:off x="9250798" y="1315238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7" name="TextBox 23606">
              <a:extLst>
                <a:ext uri="{FF2B5EF4-FFF2-40B4-BE49-F238E27FC236}">
                  <a16:creationId xmlns:a16="http://schemas.microsoft.com/office/drawing/2014/main" id="{7DA51F07-9AD9-54F2-DCDD-793C9E74D401}"/>
                </a:ext>
              </a:extLst>
            </p:cNvPr>
            <p:cNvSpPr txBox="1"/>
            <p:nvPr/>
          </p:nvSpPr>
          <p:spPr>
            <a:xfrm>
              <a:off x="9243768" y="2860546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8" name="TextBox 23607">
              <a:extLst>
                <a:ext uri="{FF2B5EF4-FFF2-40B4-BE49-F238E27FC236}">
                  <a16:creationId xmlns:a16="http://schemas.microsoft.com/office/drawing/2014/main" id="{5BE4A1C4-0D75-3848-AF78-7610E4CA809C}"/>
                </a:ext>
              </a:extLst>
            </p:cNvPr>
            <p:cNvSpPr txBox="1"/>
            <p:nvPr/>
          </p:nvSpPr>
          <p:spPr>
            <a:xfrm>
              <a:off x="7088495" y="1871648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23609" name="TextBox 23608">
              <a:extLst>
                <a:ext uri="{FF2B5EF4-FFF2-40B4-BE49-F238E27FC236}">
                  <a16:creationId xmlns:a16="http://schemas.microsoft.com/office/drawing/2014/main" id="{D290B58C-29DD-0283-99D5-D7A6E02EB212}"/>
                </a:ext>
              </a:extLst>
            </p:cNvPr>
            <p:cNvSpPr txBox="1"/>
            <p:nvPr/>
          </p:nvSpPr>
          <p:spPr>
            <a:xfrm>
              <a:off x="9243768" y="1871648"/>
              <a:ext cx="43398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610" name="TextBox 23609">
              <a:extLst>
                <a:ext uri="{FF2B5EF4-FFF2-40B4-BE49-F238E27FC236}">
                  <a16:creationId xmlns:a16="http://schemas.microsoft.com/office/drawing/2014/main" id="{2930480F-7EF0-F5D5-9187-0E8F450D3924}"/>
                </a:ext>
              </a:extLst>
            </p:cNvPr>
            <p:cNvSpPr txBox="1"/>
            <p:nvPr/>
          </p:nvSpPr>
          <p:spPr>
            <a:xfrm>
              <a:off x="8676865" y="1868583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23611" name="TextBox 23610">
              <a:extLst>
                <a:ext uri="{FF2B5EF4-FFF2-40B4-BE49-F238E27FC236}">
                  <a16:creationId xmlns:a16="http://schemas.microsoft.com/office/drawing/2014/main" id="{AF059C9D-F54C-9A0E-B6D0-C80844BF55FA}"/>
                </a:ext>
              </a:extLst>
            </p:cNvPr>
            <p:cNvSpPr txBox="1"/>
            <p:nvPr/>
          </p:nvSpPr>
          <p:spPr>
            <a:xfrm>
              <a:off x="7088495" y="2374896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23612" name="TextBox 23611">
              <a:extLst>
                <a:ext uri="{FF2B5EF4-FFF2-40B4-BE49-F238E27FC236}">
                  <a16:creationId xmlns:a16="http://schemas.microsoft.com/office/drawing/2014/main" id="{98E40E37-8A6F-7E37-A32B-04903095F145}"/>
                </a:ext>
              </a:extLst>
            </p:cNvPr>
            <p:cNvSpPr txBox="1"/>
            <p:nvPr/>
          </p:nvSpPr>
          <p:spPr>
            <a:xfrm>
              <a:off x="7854430" y="2383444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1/4</a:t>
              </a:r>
            </a:p>
          </p:txBody>
        </p:sp>
        <p:sp>
          <p:nvSpPr>
            <p:cNvPr id="23613" name="TextBox 23612">
              <a:extLst>
                <a:ext uri="{FF2B5EF4-FFF2-40B4-BE49-F238E27FC236}">
                  <a16:creationId xmlns:a16="http://schemas.microsoft.com/office/drawing/2014/main" id="{14EF6C92-672F-2440-F0F2-F20F9ECB7871}"/>
                </a:ext>
              </a:extLst>
            </p:cNvPr>
            <p:cNvSpPr txBox="1"/>
            <p:nvPr/>
          </p:nvSpPr>
          <p:spPr>
            <a:xfrm>
              <a:off x="9210265" y="2382867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14" name="TextBox 23613">
              <a:extLst>
                <a:ext uri="{FF2B5EF4-FFF2-40B4-BE49-F238E27FC236}">
                  <a16:creationId xmlns:a16="http://schemas.microsoft.com/office/drawing/2014/main" id="{05696A1A-0B3B-BA27-6301-158546CD8766}"/>
                </a:ext>
              </a:extLst>
            </p:cNvPr>
            <p:cNvSpPr txBox="1"/>
            <p:nvPr/>
          </p:nvSpPr>
          <p:spPr>
            <a:xfrm>
              <a:off x="7859009" y="2838475"/>
              <a:ext cx="725150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2/4</a:t>
              </a:r>
            </a:p>
          </p:txBody>
        </p:sp>
        <p:sp>
          <p:nvSpPr>
            <p:cNvPr id="23615" name="TextBox 23614">
              <a:extLst>
                <a:ext uri="{FF2B5EF4-FFF2-40B4-BE49-F238E27FC236}">
                  <a16:creationId xmlns:a16="http://schemas.microsoft.com/office/drawing/2014/main" id="{CB72E5F2-4CCF-1188-EF62-F714C2655F49}"/>
                </a:ext>
              </a:extLst>
            </p:cNvPr>
            <p:cNvSpPr txBox="1"/>
            <p:nvPr/>
          </p:nvSpPr>
          <p:spPr>
            <a:xfrm>
              <a:off x="8676865" y="2853035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16" name="TextBox 23615">
              <a:extLst>
                <a:ext uri="{FF2B5EF4-FFF2-40B4-BE49-F238E27FC236}">
                  <a16:creationId xmlns:a16="http://schemas.microsoft.com/office/drawing/2014/main" id="{B8733D2C-210E-C3E1-4ABE-1947AB993592}"/>
                </a:ext>
              </a:extLst>
            </p:cNvPr>
            <p:cNvSpPr txBox="1"/>
            <p:nvPr/>
          </p:nvSpPr>
          <p:spPr>
            <a:xfrm>
              <a:off x="7105247" y="281640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</p:grpSp>
      <p:sp>
        <p:nvSpPr>
          <p:cNvPr id="23618" name="TextBox 23617">
            <a:extLst>
              <a:ext uri="{FF2B5EF4-FFF2-40B4-BE49-F238E27FC236}">
                <a16:creationId xmlns:a16="http://schemas.microsoft.com/office/drawing/2014/main" id="{1A0EE026-8127-A695-55A0-836B61749ED4}"/>
              </a:ext>
            </a:extLst>
          </p:cNvPr>
          <p:cNvSpPr txBox="1"/>
          <p:nvPr/>
        </p:nvSpPr>
        <p:spPr>
          <a:xfrm>
            <a:off x="5898636" y="1360405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1</a:t>
            </a:r>
          </a:p>
        </p:txBody>
      </p:sp>
      <p:sp>
        <p:nvSpPr>
          <p:cNvPr id="23619" name="TextBox 23618">
            <a:extLst>
              <a:ext uri="{FF2B5EF4-FFF2-40B4-BE49-F238E27FC236}">
                <a16:creationId xmlns:a16="http://schemas.microsoft.com/office/drawing/2014/main" id="{6A9DBD7E-2242-17EC-924F-F21623A1535E}"/>
              </a:ext>
            </a:extLst>
          </p:cNvPr>
          <p:cNvSpPr txBox="1"/>
          <p:nvPr/>
        </p:nvSpPr>
        <p:spPr>
          <a:xfrm>
            <a:off x="5878249" y="1903987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2</a:t>
            </a:r>
          </a:p>
        </p:txBody>
      </p:sp>
      <p:sp>
        <p:nvSpPr>
          <p:cNvPr id="23620" name="TextBox 23619">
            <a:extLst>
              <a:ext uri="{FF2B5EF4-FFF2-40B4-BE49-F238E27FC236}">
                <a16:creationId xmlns:a16="http://schemas.microsoft.com/office/drawing/2014/main" id="{18CFE5CB-C68A-55AE-B942-E4F24B0A8F09}"/>
              </a:ext>
            </a:extLst>
          </p:cNvPr>
          <p:cNvSpPr txBox="1"/>
          <p:nvPr/>
        </p:nvSpPr>
        <p:spPr>
          <a:xfrm>
            <a:off x="5954278" y="2459059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3</a:t>
            </a:r>
          </a:p>
        </p:txBody>
      </p:sp>
      <p:sp>
        <p:nvSpPr>
          <p:cNvPr id="23621" name="TextBox 23620">
            <a:extLst>
              <a:ext uri="{FF2B5EF4-FFF2-40B4-BE49-F238E27FC236}">
                <a16:creationId xmlns:a16="http://schemas.microsoft.com/office/drawing/2014/main" id="{F6F30F42-CD4C-431B-A3EB-8B26D106EBD3}"/>
              </a:ext>
            </a:extLst>
          </p:cNvPr>
          <p:cNvSpPr txBox="1"/>
          <p:nvPr/>
        </p:nvSpPr>
        <p:spPr>
          <a:xfrm>
            <a:off x="5954277" y="2919007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4</a:t>
            </a:r>
          </a:p>
        </p:txBody>
      </p:sp>
      <p:sp>
        <p:nvSpPr>
          <p:cNvPr id="23622" name="TextBox 23621">
            <a:extLst>
              <a:ext uri="{FF2B5EF4-FFF2-40B4-BE49-F238E27FC236}">
                <a16:creationId xmlns:a16="http://schemas.microsoft.com/office/drawing/2014/main" id="{FDBD65ED-3637-A184-F6EA-86E6E7931FDA}"/>
              </a:ext>
            </a:extLst>
          </p:cNvPr>
          <p:cNvSpPr txBox="1"/>
          <p:nvPr/>
        </p:nvSpPr>
        <p:spPr>
          <a:xfrm rot="5400000">
            <a:off x="6640150" y="689068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1</a:t>
            </a:r>
          </a:p>
        </p:txBody>
      </p:sp>
      <p:sp>
        <p:nvSpPr>
          <p:cNvPr id="23623" name="TextBox 23622">
            <a:extLst>
              <a:ext uri="{FF2B5EF4-FFF2-40B4-BE49-F238E27FC236}">
                <a16:creationId xmlns:a16="http://schemas.microsoft.com/office/drawing/2014/main" id="{82EFCC51-3F08-EB66-67A5-AA22E578BD5D}"/>
              </a:ext>
            </a:extLst>
          </p:cNvPr>
          <p:cNvSpPr txBox="1"/>
          <p:nvPr/>
        </p:nvSpPr>
        <p:spPr>
          <a:xfrm rot="5400000">
            <a:off x="7566565" y="613214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2</a:t>
            </a:r>
          </a:p>
        </p:txBody>
      </p:sp>
      <p:sp>
        <p:nvSpPr>
          <p:cNvPr id="23624" name="TextBox 23623">
            <a:extLst>
              <a:ext uri="{FF2B5EF4-FFF2-40B4-BE49-F238E27FC236}">
                <a16:creationId xmlns:a16="http://schemas.microsoft.com/office/drawing/2014/main" id="{2F04A86A-0C9E-DA4C-5C95-E9B9F9E69B95}"/>
              </a:ext>
            </a:extLst>
          </p:cNvPr>
          <p:cNvSpPr txBox="1"/>
          <p:nvPr/>
        </p:nvSpPr>
        <p:spPr>
          <a:xfrm rot="5400000">
            <a:off x="8336318" y="625135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3</a:t>
            </a:r>
          </a:p>
        </p:txBody>
      </p:sp>
      <p:sp>
        <p:nvSpPr>
          <p:cNvPr id="23625" name="TextBox 23624">
            <a:extLst>
              <a:ext uri="{FF2B5EF4-FFF2-40B4-BE49-F238E27FC236}">
                <a16:creationId xmlns:a16="http://schemas.microsoft.com/office/drawing/2014/main" id="{123BF77D-ADFF-9181-AD84-D960A6104EAA}"/>
              </a:ext>
            </a:extLst>
          </p:cNvPr>
          <p:cNvSpPr txBox="1"/>
          <p:nvPr/>
        </p:nvSpPr>
        <p:spPr>
          <a:xfrm rot="5400000">
            <a:off x="8908259" y="589844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4</a:t>
            </a:r>
          </a:p>
        </p:txBody>
      </p:sp>
    </p:spTree>
    <p:extLst>
      <p:ext uri="{BB962C8B-B14F-4D97-AF65-F5344CB8AC3E}">
        <p14:creationId xmlns:p14="http://schemas.microsoft.com/office/powerpoint/2010/main" val="3426653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D3998-F530-A127-E0CE-F01200DBE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F9FA1C86-1A50-007F-D911-5A167CFA7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19D4692-260C-4746-97FB-18E2002E03C5}" type="slidenum">
              <a:rPr lang="en-US" altLang="en-US" sz="1200">
                <a:latin typeface="Garamond" panose="02020404030301010803" pitchFamily="18" charset="0"/>
              </a:rPr>
              <a:pPr eaLnBrk="1" hangingPunct="1"/>
              <a:t>19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10FE35EF-B5BD-7361-8D1A-2801BD370D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9144000" cy="50958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b="1" dirty="0"/>
              <a:t>Definitions</a:t>
            </a:r>
          </a:p>
        </p:txBody>
      </p:sp>
      <p:grpSp>
        <p:nvGrpSpPr>
          <p:cNvPr id="23560" name="Group 7">
            <a:extLst>
              <a:ext uri="{FF2B5EF4-FFF2-40B4-BE49-F238E27FC236}">
                <a16:creationId xmlns:a16="http://schemas.microsoft.com/office/drawing/2014/main" id="{5D6DE267-D5DD-2F79-FFA7-7C7290CE4403}"/>
              </a:ext>
            </a:extLst>
          </p:cNvPr>
          <p:cNvGrpSpPr>
            <a:grpSpLocks/>
          </p:cNvGrpSpPr>
          <p:nvPr/>
        </p:nvGrpSpPr>
        <p:grpSpPr bwMode="auto">
          <a:xfrm>
            <a:off x="12840929" y="698310"/>
            <a:ext cx="2362200" cy="1295400"/>
            <a:chOff x="2832" y="912"/>
            <a:chExt cx="1488" cy="816"/>
          </a:xfrm>
        </p:grpSpPr>
        <p:sp>
          <p:nvSpPr>
            <p:cNvPr id="23585" name="Rectangle 8">
              <a:extLst>
                <a:ext uri="{FF2B5EF4-FFF2-40B4-BE49-F238E27FC236}">
                  <a16:creationId xmlns:a16="http://schemas.microsoft.com/office/drawing/2014/main" id="{39BD2FE5-DD82-1808-A178-BB11C02BA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912"/>
              <a:ext cx="1488" cy="81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23586" name="Picture 9" descr="P2">
              <a:extLst>
                <a:ext uri="{FF2B5EF4-FFF2-40B4-BE49-F238E27FC236}">
                  <a16:creationId xmlns:a16="http://schemas.microsoft.com/office/drawing/2014/main" id="{AD78513B-FFEA-B01A-BF15-4226B58236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960"/>
              <a:ext cx="1248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7D4163C-A94D-A509-8F20-E2717E9B1E89}"/>
              </a:ext>
            </a:extLst>
          </p:cNvPr>
          <p:cNvSpPr txBox="1"/>
          <p:nvPr/>
        </p:nvSpPr>
        <p:spPr>
          <a:xfrm>
            <a:off x="6871979" y="4463150"/>
            <a:ext cx="40199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Entry </a:t>
            </a:r>
            <a:r>
              <a:rPr lang="en-US" sz="2200" dirty="0" err="1">
                <a:solidFill>
                  <a:srgbClr val="C00000"/>
                </a:solidFill>
              </a:rPr>
              <a:t>P</a:t>
            </a:r>
            <a:r>
              <a:rPr lang="en-US" sz="2200" baseline="-25000" dirty="0" err="1">
                <a:solidFill>
                  <a:srgbClr val="C00000"/>
                </a:solidFill>
              </a:rPr>
              <a:t>ij</a:t>
            </a:r>
            <a:r>
              <a:rPr lang="en-US" sz="2200" dirty="0">
                <a:solidFill>
                  <a:srgbClr val="C00000"/>
                </a:solidFill>
              </a:rPr>
              <a:t> is probability of going from vertex j -&gt; vertex </a:t>
            </a:r>
            <a:r>
              <a:rPr lang="en-US" sz="2200" dirty="0" err="1">
                <a:solidFill>
                  <a:srgbClr val="C00000"/>
                </a:solidFill>
              </a:rPr>
              <a:t>i</a:t>
            </a:r>
            <a:endParaRPr lang="en-US" sz="2200" dirty="0">
              <a:solidFill>
                <a:srgbClr val="C00000"/>
              </a:solidFill>
            </a:endParaRPr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90B084F8-A13B-6F21-5CE4-9B8CB6DF944E}"/>
              </a:ext>
            </a:extLst>
          </p:cNvPr>
          <p:cNvSpPr txBox="1">
            <a:spLocks noChangeArrowheads="1"/>
          </p:cNvSpPr>
          <p:nvPr/>
        </p:nvSpPr>
        <p:spPr>
          <a:xfrm>
            <a:off x="2550112" y="3709690"/>
            <a:ext cx="3140075" cy="461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500" b="1"/>
              <a:t>Adjacency matrix A</a:t>
            </a:r>
            <a:endParaRPr lang="en-US" altLang="en-US" sz="2500" b="1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C2A90F5-599E-3D41-0EDB-244E06DFF615}"/>
              </a:ext>
            </a:extLst>
          </p:cNvPr>
          <p:cNvGrpSpPr/>
          <p:nvPr/>
        </p:nvGrpSpPr>
        <p:grpSpPr>
          <a:xfrm>
            <a:off x="2824750" y="4321671"/>
            <a:ext cx="2552700" cy="1808437"/>
            <a:chOff x="2824750" y="4321671"/>
            <a:chExt cx="2552700" cy="1808437"/>
          </a:xfrm>
        </p:grpSpPr>
        <p:grpSp>
          <p:nvGrpSpPr>
            <p:cNvPr id="53" name="Group 14">
              <a:extLst>
                <a:ext uri="{FF2B5EF4-FFF2-40B4-BE49-F238E27FC236}">
                  <a16:creationId xmlns:a16="http://schemas.microsoft.com/office/drawing/2014/main" id="{41CC8ACD-9A42-7914-9E5C-23EA2B15AD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71650"/>
              <a:chOff x="1056" y="1632"/>
              <a:chExt cx="1152" cy="1116"/>
            </a:xfrm>
          </p:grpSpPr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037A6F5E-7543-7DFB-07B8-29AF40C5D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58" name="Oval 16">
                <a:extLst>
                  <a:ext uri="{FF2B5EF4-FFF2-40B4-BE49-F238E27FC236}">
                    <a16:creationId xmlns:a16="http://schemas.microsoft.com/office/drawing/2014/main" id="{BC9EC1C2-40E9-C04D-C5E0-195115BA51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59" name="Oval 17">
                <a:extLst>
                  <a:ext uri="{FF2B5EF4-FFF2-40B4-BE49-F238E27FC236}">
                    <a16:creationId xmlns:a16="http://schemas.microsoft.com/office/drawing/2014/main" id="{AA06C145-C4B3-416C-CB4C-CBB7A147C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60" name="Line 18">
                <a:extLst>
                  <a:ext uri="{FF2B5EF4-FFF2-40B4-BE49-F238E27FC236}">
                    <a16:creationId xmlns:a16="http://schemas.microsoft.com/office/drawing/2014/main" id="{718603D6-A644-CB4E-F551-41C006FC9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61" name="Line 19">
                <a:extLst>
                  <a:ext uri="{FF2B5EF4-FFF2-40B4-BE49-F238E27FC236}">
                    <a16:creationId xmlns:a16="http://schemas.microsoft.com/office/drawing/2014/main" id="{A5274A64-390D-CA20-9A0A-37F2F64191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62" name="Line 20">
                <a:extLst>
                  <a:ext uri="{FF2B5EF4-FFF2-40B4-BE49-F238E27FC236}">
                    <a16:creationId xmlns:a16="http://schemas.microsoft.com/office/drawing/2014/main" id="{F882821C-6F9F-EAC3-E830-02FDB79DA3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63" name="Text Box 22">
                <a:extLst>
                  <a:ext uri="{FF2B5EF4-FFF2-40B4-BE49-F238E27FC236}">
                    <a16:creationId xmlns:a16="http://schemas.microsoft.com/office/drawing/2014/main" id="{5DBF93B0-7FC7-1555-F213-9A900B8F91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3552" name="Text Box 23">
                <a:extLst>
                  <a:ext uri="{FF2B5EF4-FFF2-40B4-BE49-F238E27FC236}">
                    <a16:creationId xmlns:a16="http://schemas.microsoft.com/office/drawing/2014/main" id="{FB44DB58-D37B-1CBF-4377-EA03E8D570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3553" name="Text Box 25">
                <a:extLst>
                  <a:ext uri="{FF2B5EF4-FFF2-40B4-BE49-F238E27FC236}">
                    <a16:creationId xmlns:a16="http://schemas.microsoft.com/office/drawing/2014/main" id="{32465DFB-D107-5923-B2E7-D62166DE2A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 dirty="0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54" name="Oval 16">
              <a:extLst>
                <a:ext uri="{FF2B5EF4-FFF2-40B4-BE49-F238E27FC236}">
                  <a16:creationId xmlns:a16="http://schemas.microsoft.com/office/drawing/2014/main" id="{9ADF93A6-F348-8689-B4BA-16528F0A1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55" name="Line 18">
              <a:extLst>
                <a:ext uri="{FF2B5EF4-FFF2-40B4-BE49-F238E27FC236}">
                  <a16:creationId xmlns:a16="http://schemas.microsoft.com/office/drawing/2014/main" id="{8FC5913E-3226-B322-25C1-0657048A4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6" name="Text Box 22">
              <a:extLst>
                <a:ext uri="{FF2B5EF4-FFF2-40B4-BE49-F238E27FC236}">
                  <a16:creationId xmlns:a16="http://schemas.microsoft.com/office/drawing/2014/main" id="{476C6BE0-CDD7-7F6B-9768-435D4063A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3050" y="4321671"/>
              <a:ext cx="3810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2000" b="1" dirty="0">
                  <a:latin typeface="Comic Sans MS" panose="030F0902030302020204" pitchFamily="66" charset="0"/>
                </a:rPr>
                <a:t>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D5346EC-D9F9-1691-E4D2-600148E75A32}"/>
              </a:ext>
            </a:extLst>
          </p:cNvPr>
          <p:cNvGrpSpPr/>
          <p:nvPr/>
        </p:nvGrpSpPr>
        <p:grpSpPr>
          <a:xfrm>
            <a:off x="2514599" y="1279309"/>
            <a:ext cx="2950779" cy="2077184"/>
            <a:chOff x="2514599" y="1279309"/>
            <a:chExt cx="2950779" cy="2077184"/>
          </a:xfrm>
        </p:grpSpPr>
        <p:sp>
          <p:nvSpPr>
            <p:cNvPr id="47" name="Rectangle 5">
              <a:extLst>
                <a:ext uri="{FF2B5EF4-FFF2-40B4-BE49-F238E27FC236}">
                  <a16:creationId xmlns:a16="http://schemas.microsoft.com/office/drawing/2014/main" id="{860A7BE9-B591-4C47-64A0-751CAA5FF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599" y="1279309"/>
              <a:ext cx="2950779" cy="20771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2BA9EB2-AF40-EAC3-C9B2-B02A6833D451}"/>
                </a:ext>
              </a:extLst>
            </p:cNvPr>
            <p:cNvSpPr txBox="1"/>
            <p:nvPr/>
          </p:nvSpPr>
          <p:spPr>
            <a:xfrm>
              <a:off x="3398582" y="1307604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8FCD6FD-01D9-5E91-FE0B-8F1F014B7C7B}"/>
                </a:ext>
              </a:extLst>
            </p:cNvPr>
            <p:cNvSpPr txBox="1"/>
            <p:nvPr/>
          </p:nvSpPr>
          <p:spPr>
            <a:xfrm>
              <a:off x="2628174" y="1307604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92C45F3-B04F-BB5F-FCB9-31C43130C8AA}"/>
                </a:ext>
              </a:extLst>
            </p:cNvPr>
            <p:cNvSpPr txBox="1"/>
            <p:nvPr/>
          </p:nvSpPr>
          <p:spPr>
            <a:xfrm>
              <a:off x="3429000" y="1850931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9F8D6E9-8B98-B741-00EA-D154B4907AFD}"/>
                </a:ext>
              </a:extLst>
            </p:cNvPr>
            <p:cNvSpPr txBox="1"/>
            <p:nvPr/>
          </p:nvSpPr>
          <p:spPr>
            <a:xfrm>
              <a:off x="4258484" y="2377527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87" name="TextBox 23586">
              <a:extLst>
                <a:ext uri="{FF2B5EF4-FFF2-40B4-BE49-F238E27FC236}">
                  <a16:creationId xmlns:a16="http://schemas.microsoft.com/office/drawing/2014/main" id="{34F953C4-9F31-B4FE-022B-DB9A069E594A}"/>
                </a:ext>
              </a:extLst>
            </p:cNvPr>
            <p:cNvSpPr txBox="1"/>
            <p:nvPr/>
          </p:nvSpPr>
          <p:spPr>
            <a:xfrm>
              <a:off x="4208315" y="1339471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588" name="TextBox 23587">
              <a:extLst>
                <a:ext uri="{FF2B5EF4-FFF2-40B4-BE49-F238E27FC236}">
                  <a16:creationId xmlns:a16="http://schemas.microsoft.com/office/drawing/2014/main" id="{01E009DD-92CD-A774-BE75-B036F9FB74D2}"/>
                </a:ext>
              </a:extLst>
            </p:cNvPr>
            <p:cNvSpPr txBox="1"/>
            <p:nvPr/>
          </p:nvSpPr>
          <p:spPr>
            <a:xfrm>
              <a:off x="4820789" y="1305154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89" name="TextBox 23588">
              <a:extLst>
                <a:ext uri="{FF2B5EF4-FFF2-40B4-BE49-F238E27FC236}">
                  <a16:creationId xmlns:a16="http://schemas.microsoft.com/office/drawing/2014/main" id="{DFC83933-66A1-F16C-C8CA-CE709C75629F}"/>
                </a:ext>
              </a:extLst>
            </p:cNvPr>
            <p:cNvSpPr txBox="1"/>
            <p:nvPr/>
          </p:nvSpPr>
          <p:spPr>
            <a:xfrm>
              <a:off x="4813759" y="285046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90" name="TextBox 23589">
              <a:extLst>
                <a:ext uri="{FF2B5EF4-FFF2-40B4-BE49-F238E27FC236}">
                  <a16:creationId xmlns:a16="http://schemas.microsoft.com/office/drawing/2014/main" id="{6F37C58D-C9F6-0521-4220-B185E58D8397}"/>
                </a:ext>
              </a:extLst>
            </p:cNvPr>
            <p:cNvSpPr txBox="1"/>
            <p:nvPr/>
          </p:nvSpPr>
          <p:spPr>
            <a:xfrm>
              <a:off x="2658486" y="1861564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591" name="TextBox 23590">
              <a:extLst>
                <a:ext uri="{FF2B5EF4-FFF2-40B4-BE49-F238E27FC236}">
                  <a16:creationId xmlns:a16="http://schemas.microsoft.com/office/drawing/2014/main" id="{70A92BDF-3E51-1334-A783-CA05473EA576}"/>
                </a:ext>
              </a:extLst>
            </p:cNvPr>
            <p:cNvSpPr txBox="1"/>
            <p:nvPr/>
          </p:nvSpPr>
          <p:spPr>
            <a:xfrm>
              <a:off x="4813759" y="1861564"/>
              <a:ext cx="43398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2</a:t>
              </a:r>
            </a:p>
          </p:txBody>
        </p:sp>
        <p:sp>
          <p:nvSpPr>
            <p:cNvPr id="23592" name="TextBox 23591">
              <a:extLst>
                <a:ext uri="{FF2B5EF4-FFF2-40B4-BE49-F238E27FC236}">
                  <a16:creationId xmlns:a16="http://schemas.microsoft.com/office/drawing/2014/main" id="{45A8506E-6112-D20B-A661-32DC4C5D1066}"/>
                </a:ext>
              </a:extLst>
            </p:cNvPr>
            <p:cNvSpPr txBox="1"/>
            <p:nvPr/>
          </p:nvSpPr>
          <p:spPr>
            <a:xfrm>
              <a:off x="4246856" y="1858499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593" name="TextBox 23592">
              <a:extLst>
                <a:ext uri="{FF2B5EF4-FFF2-40B4-BE49-F238E27FC236}">
                  <a16:creationId xmlns:a16="http://schemas.microsoft.com/office/drawing/2014/main" id="{8D94D19D-723A-4984-6885-0F8FA3FB3742}"/>
                </a:ext>
              </a:extLst>
            </p:cNvPr>
            <p:cNvSpPr txBox="1"/>
            <p:nvPr/>
          </p:nvSpPr>
          <p:spPr>
            <a:xfrm>
              <a:off x="2658486" y="236481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594" name="TextBox 23593">
              <a:extLst>
                <a:ext uri="{FF2B5EF4-FFF2-40B4-BE49-F238E27FC236}">
                  <a16:creationId xmlns:a16="http://schemas.microsoft.com/office/drawing/2014/main" id="{79FFACBD-F2A8-D8BA-A98A-06AEE09399E6}"/>
                </a:ext>
              </a:extLst>
            </p:cNvPr>
            <p:cNvSpPr txBox="1"/>
            <p:nvPr/>
          </p:nvSpPr>
          <p:spPr>
            <a:xfrm>
              <a:off x="3424421" y="2373360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595" name="TextBox 23594">
              <a:extLst>
                <a:ext uri="{FF2B5EF4-FFF2-40B4-BE49-F238E27FC236}">
                  <a16:creationId xmlns:a16="http://schemas.microsoft.com/office/drawing/2014/main" id="{A64A138F-337C-745B-4F83-F0F1EFAC7526}"/>
                </a:ext>
              </a:extLst>
            </p:cNvPr>
            <p:cNvSpPr txBox="1"/>
            <p:nvPr/>
          </p:nvSpPr>
          <p:spPr>
            <a:xfrm>
              <a:off x="4780256" y="2372783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96" name="TextBox 23595">
              <a:extLst>
                <a:ext uri="{FF2B5EF4-FFF2-40B4-BE49-F238E27FC236}">
                  <a16:creationId xmlns:a16="http://schemas.microsoft.com/office/drawing/2014/main" id="{76B4C98E-8BA5-99B9-CDB9-A62CD143995C}"/>
                </a:ext>
              </a:extLst>
            </p:cNvPr>
            <p:cNvSpPr txBox="1"/>
            <p:nvPr/>
          </p:nvSpPr>
          <p:spPr>
            <a:xfrm>
              <a:off x="3429000" y="2828391"/>
              <a:ext cx="43398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2</a:t>
              </a:r>
            </a:p>
          </p:txBody>
        </p:sp>
        <p:sp>
          <p:nvSpPr>
            <p:cNvPr id="23597" name="TextBox 23596">
              <a:extLst>
                <a:ext uri="{FF2B5EF4-FFF2-40B4-BE49-F238E27FC236}">
                  <a16:creationId xmlns:a16="http://schemas.microsoft.com/office/drawing/2014/main" id="{FACE080C-DEDD-583A-3AC0-AADBF26D8434}"/>
                </a:ext>
              </a:extLst>
            </p:cNvPr>
            <p:cNvSpPr txBox="1"/>
            <p:nvPr/>
          </p:nvSpPr>
          <p:spPr>
            <a:xfrm>
              <a:off x="4246856" y="2842951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98" name="TextBox 23597">
              <a:extLst>
                <a:ext uri="{FF2B5EF4-FFF2-40B4-BE49-F238E27FC236}">
                  <a16:creationId xmlns:a16="http://schemas.microsoft.com/office/drawing/2014/main" id="{49C78DC6-EBCC-FF22-27E9-AABB12124A82}"/>
                </a:ext>
              </a:extLst>
            </p:cNvPr>
            <p:cNvSpPr txBox="1"/>
            <p:nvPr/>
          </p:nvSpPr>
          <p:spPr>
            <a:xfrm>
              <a:off x="2675238" y="2806318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</p:grpSp>
      <p:sp>
        <p:nvSpPr>
          <p:cNvPr id="23599" name="Rectangle 3">
            <a:extLst>
              <a:ext uri="{FF2B5EF4-FFF2-40B4-BE49-F238E27FC236}">
                <a16:creationId xmlns:a16="http://schemas.microsoft.com/office/drawing/2014/main" id="{B188A141-3E3C-89F2-005F-1B0AF195D0A2}"/>
              </a:ext>
            </a:extLst>
          </p:cNvPr>
          <p:cNvSpPr txBox="1">
            <a:spLocks noChangeArrowheads="1"/>
          </p:cNvSpPr>
          <p:nvPr/>
        </p:nvSpPr>
        <p:spPr>
          <a:xfrm>
            <a:off x="6223587" y="3733076"/>
            <a:ext cx="4624079" cy="8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500" b="1" dirty="0"/>
              <a:t>Probability transition matrix P</a:t>
            </a:r>
          </a:p>
        </p:txBody>
      </p:sp>
      <p:grpSp>
        <p:nvGrpSpPr>
          <p:cNvPr id="23617" name="Group 23616">
            <a:extLst>
              <a:ext uri="{FF2B5EF4-FFF2-40B4-BE49-F238E27FC236}">
                <a16:creationId xmlns:a16="http://schemas.microsoft.com/office/drawing/2014/main" id="{E9DDCAAE-CAA7-F5AF-CC73-E88EF79B2CD2}"/>
              </a:ext>
            </a:extLst>
          </p:cNvPr>
          <p:cNvGrpSpPr/>
          <p:nvPr/>
        </p:nvGrpSpPr>
        <p:grpSpPr>
          <a:xfrm>
            <a:off x="6944608" y="1289393"/>
            <a:ext cx="2950779" cy="2077184"/>
            <a:chOff x="6944608" y="1289393"/>
            <a:chExt cx="2950779" cy="2077184"/>
          </a:xfrm>
        </p:grpSpPr>
        <p:sp>
          <p:nvSpPr>
            <p:cNvPr id="23600" name="Rectangle 5">
              <a:extLst>
                <a:ext uri="{FF2B5EF4-FFF2-40B4-BE49-F238E27FC236}">
                  <a16:creationId xmlns:a16="http://schemas.microsoft.com/office/drawing/2014/main" id="{AD05162E-C050-4A7C-B1D1-144552366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4608" y="1289393"/>
              <a:ext cx="2950779" cy="20771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/>
            </a:p>
          </p:txBody>
        </p:sp>
        <p:sp>
          <p:nvSpPr>
            <p:cNvPr id="23601" name="TextBox 23600">
              <a:extLst>
                <a:ext uri="{FF2B5EF4-FFF2-40B4-BE49-F238E27FC236}">
                  <a16:creationId xmlns:a16="http://schemas.microsoft.com/office/drawing/2014/main" id="{88AE891A-6221-94FA-7954-52923CC5DD52}"/>
                </a:ext>
              </a:extLst>
            </p:cNvPr>
            <p:cNvSpPr txBox="1"/>
            <p:nvPr/>
          </p:nvSpPr>
          <p:spPr>
            <a:xfrm>
              <a:off x="7828591" y="1317688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1/4</a:t>
              </a:r>
            </a:p>
          </p:txBody>
        </p:sp>
        <p:sp>
          <p:nvSpPr>
            <p:cNvPr id="23602" name="TextBox 23601">
              <a:extLst>
                <a:ext uri="{FF2B5EF4-FFF2-40B4-BE49-F238E27FC236}">
                  <a16:creationId xmlns:a16="http://schemas.microsoft.com/office/drawing/2014/main" id="{3FB1E2E6-F0F5-EFA7-C5EF-026DBD9F1DE7}"/>
                </a:ext>
              </a:extLst>
            </p:cNvPr>
            <p:cNvSpPr txBox="1"/>
            <p:nvPr/>
          </p:nvSpPr>
          <p:spPr>
            <a:xfrm>
              <a:off x="7058183" y="1317688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3" name="TextBox 23602">
              <a:extLst>
                <a:ext uri="{FF2B5EF4-FFF2-40B4-BE49-F238E27FC236}">
                  <a16:creationId xmlns:a16="http://schemas.microsoft.com/office/drawing/2014/main" id="{F016F257-0EFA-D6E1-70DE-BB6E718E89DD}"/>
                </a:ext>
              </a:extLst>
            </p:cNvPr>
            <p:cNvSpPr txBox="1"/>
            <p:nvPr/>
          </p:nvSpPr>
          <p:spPr>
            <a:xfrm>
              <a:off x="7859009" y="1861015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4" name="TextBox 23603">
              <a:extLst>
                <a:ext uri="{FF2B5EF4-FFF2-40B4-BE49-F238E27FC236}">
                  <a16:creationId xmlns:a16="http://schemas.microsoft.com/office/drawing/2014/main" id="{97C74916-1E84-FAEA-23CC-D6B277B4C74B}"/>
                </a:ext>
              </a:extLst>
            </p:cNvPr>
            <p:cNvSpPr txBox="1"/>
            <p:nvPr/>
          </p:nvSpPr>
          <p:spPr>
            <a:xfrm>
              <a:off x="8688493" y="2387611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5" name="TextBox 23604">
              <a:extLst>
                <a:ext uri="{FF2B5EF4-FFF2-40B4-BE49-F238E27FC236}">
                  <a16:creationId xmlns:a16="http://schemas.microsoft.com/office/drawing/2014/main" id="{3DD264EC-2E3B-E346-2B55-7421EF276BC0}"/>
                </a:ext>
              </a:extLst>
            </p:cNvPr>
            <p:cNvSpPr txBox="1"/>
            <p:nvPr/>
          </p:nvSpPr>
          <p:spPr>
            <a:xfrm>
              <a:off x="8638324" y="1349555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23606" name="TextBox 23605">
              <a:extLst>
                <a:ext uri="{FF2B5EF4-FFF2-40B4-BE49-F238E27FC236}">
                  <a16:creationId xmlns:a16="http://schemas.microsoft.com/office/drawing/2014/main" id="{53B5E6F5-4D06-FBCE-2DC7-A7789113AFA1}"/>
                </a:ext>
              </a:extLst>
            </p:cNvPr>
            <p:cNvSpPr txBox="1"/>
            <p:nvPr/>
          </p:nvSpPr>
          <p:spPr>
            <a:xfrm>
              <a:off x="9250798" y="1315238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7" name="TextBox 23606">
              <a:extLst>
                <a:ext uri="{FF2B5EF4-FFF2-40B4-BE49-F238E27FC236}">
                  <a16:creationId xmlns:a16="http://schemas.microsoft.com/office/drawing/2014/main" id="{E8CE50DC-3C0E-3E9C-332B-74EBF3F632AF}"/>
                </a:ext>
              </a:extLst>
            </p:cNvPr>
            <p:cNvSpPr txBox="1"/>
            <p:nvPr/>
          </p:nvSpPr>
          <p:spPr>
            <a:xfrm>
              <a:off x="9243768" y="2860546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8" name="TextBox 23607">
              <a:extLst>
                <a:ext uri="{FF2B5EF4-FFF2-40B4-BE49-F238E27FC236}">
                  <a16:creationId xmlns:a16="http://schemas.microsoft.com/office/drawing/2014/main" id="{8D3E680F-9624-2458-C3A3-0499D45249C7}"/>
                </a:ext>
              </a:extLst>
            </p:cNvPr>
            <p:cNvSpPr txBox="1"/>
            <p:nvPr/>
          </p:nvSpPr>
          <p:spPr>
            <a:xfrm>
              <a:off x="7088495" y="1871648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23609" name="TextBox 23608">
              <a:extLst>
                <a:ext uri="{FF2B5EF4-FFF2-40B4-BE49-F238E27FC236}">
                  <a16:creationId xmlns:a16="http://schemas.microsoft.com/office/drawing/2014/main" id="{F1F91317-3C54-557B-584B-F4F3A258C6DB}"/>
                </a:ext>
              </a:extLst>
            </p:cNvPr>
            <p:cNvSpPr txBox="1"/>
            <p:nvPr/>
          </p:nvSpPr>
          <p:spPr>
            <a:xfrm>
              <a:off x="9243768" y="1871648"/>
              <a:ext cx="43398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610" name="TextBox 23609">
              <a:extLst>
                <a:ext uri="{FF2B5EF4-FFF2-40B4-BE49-F238E27FC236}">
                  <a16:creationId xmlns:a16="http://schemas.microsoft.com/office/drawing/2014/main" id="{6FFBF53E-F127-ADD1-88E6-85A0A8AF1923}"/>
                </a:ext>
              </a:extLst>
            </p:cNvPr>
            <p:cNvSpPr txBox="1"/>
            <p:nvPr/>
          </p:nvSpPr>
          <p:spPr>
            <a:xfrm>
              <a:off x="8676865" y="1868583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23611" name="TextBox 23610">
              <a:extLst>
                <a:ext uri="{FF2B5EF4-FFF2-40B4-BE49-F238E27FC236}">
                  <a16:creationId xmlns:a16="http://schemas.microsoft.com/office/drawing/2014/main" id="{60204561-BBA2-228A-F6F5-1E641A771206}"/>
                </a:ext>
              </a:extLst>
            </p:cNvPr>
            <p:cNvSpPr txBox="1"/>
            <p:nvPr/>
          </p:nvSpPr>
          <p:spPr>
            <a:xfrm>
              <a:off x="7088495" y="2374896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23612" name="TextBox 23611">
              <a:extLst>
                <a:ext uri="{FF2B5EF4-FFF2-40B4-BE49-F238E27FC236}">
                  <a16:creationId xmlns:a16="http://schemas.microsoft.com/office/drawing/2014/main" id="{7F0396F4-9A23-6DCC-6136-7726D70FA2ED}"/>
                </a:ext>
              </a:extLst>
            </p:cNvPr>
            <p:cNvSpPr txBox="1"/>
            <p:nvPr/>
          </p:nvSpPr>
          <p:spPr>
            <a:xfrm>
              <a:off x="7854430" y="2383444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1/4</a:t>
              </a:r>
            </a:p>
          </p:txBody>
        </p:sp>
        <p:sp>
          <p:nvSpPr>
            <p:cNvPr id="23613" name="TextBox 23612">
              <a:extLst>
                <a:ext uri="{FF2B5EF4-FFF2-40B4-BE49-F238E27FC236}">
                  <a16:creationId xmlns:a16="http://schemas.microsoft.com/office/drawing/2014/main" id="{1ED6E605-2AF5-010F-1511-960EB99BF56F}"/>
                </a:ext>
              </a:extLst>
            </p:cNvPr>
            <p:cNvSpPr txBox="1"/>
            <p:nvPr/>
          </p:nvSpPr>
          <p:spPr>
            <a:xfrm>
              <a:off x="9210265" y="2382867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14" name="TextBox 23613">
              <a:extLst>
                <a:ext uri="{FF2B5EF4-FFF2-40B4-BE49-F238E27FC236}">
                  <a16:creationId xmlns:a16="http://schemas.microsoft.com/office/drawing/2014/main" id="{517B1C8C-8A00-0EA8-82CA-8F113B52B32B}"/>
                </a:ext>
              </a:extLst>
            </p:cNvPr>
            <p:cNvSpPr txBox="1"/>
            <p:nvPr/>
          </p:nvSpPr>
          <p:spPr>
            <a:xfrm>
              <a:off x="7859009" y="2838475"/>
              <a:ext cx="725150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2/4</a:t>
              </a:r>
            </a:p>
          </p:txBody>
        </p:sp>
        <p:sp>
          <p:nvSpPr>
            <p:cNvPr id="23615" name="TextBox 23614">
              <a:extLst>
                <a:ext uri="{FF2B5EF4-FFF2-40B4-BE49-F238E27FC236}">
                  <a16:creationId xmlns:a16="http://schemas.microsoft.com/office/drawing/2014/main" id="{CF4C0B69-284D-5464-139A-60D172CF970D}"/>
                </a:ext>
              </a:extLst>
            </p:cNvPr>
            <p:cNvSpPr txBox="1"/>
            <p:nvPr/>
          </p:nvSpPr>
          <p:spPr>
            <a:xfrm>
              <a:off x="8676865" y="2853035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16" name="TextBox 23615">
              <a:extLst>
                <a:ext uri="{FF2B5EF4-FFF2-40B4-BE49-F238E27FC236}">
                  <a16:creationId xmlns:a16="http://schemas.microsoft.com/office/drawing/2014/main" id="{339E4254-0A22-A8E4-89F7-74BC9C491E2C}"/>
                </a:ext>
              </a:extLst>
            </p:cNvPr>
            <p:cNvSpPr txBox="1"/>
            <p:nvPr/>
          </p:nvSpPr>
          <p:spPr>
            <a:xfrm>
              <a:off x="7105247" y="281640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</p:grpSp>
      <p:sp>
        <p:nvSpPr>
          <p:cNvPr id="23618" name="TextBox 23617">
            <a:extLst>
              <a:ext uri="{FF2B5EF4-FFF2-40B4-BE49-F238E27FC236}">
                <a16:creationId xmlns:a16="http://schemas.microsoft.com/office/drawing/2014/main" id="{EEF084CA-CEA8-AE7C-934E-C77ACF60246A}"/>
              </a:ext>
            </a:extLst>
          </p:cNvPr>
          <p:cNvSpPr txBox="1"/>
          <p:nvPr/>
        </p:nvSpPr>
        <p:spPr>
          <a:xfrm>
            <a:off x="5898636" y="1360405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1</a:t>
            </a:r>
          </a:p>
        </p:txBody>
      </p:sp>
      <p:sp>
        <p:nvSpPr>
          <p:cNvPr id="23619" name="TextBox 23618">
            <a:extLst>
              <a:ext uri="{FF2B5EF4-FFF2-40B4-BE49-F238E27FC236}">
                <a16:creationId xmlns:a16="http://schemas.microsoft.com/office/drawing/2014/main" id="{365D2716-73F0-CA0D-1BCD-99EAC8E0D1AE}"/>
              </a:ext>
            </a:extLst>
          </p:cNvPr>
          <p:cNvSpPr txBox="1"/>
          <p:nvPr/>
        </p:nvSpPr>
        <p:spPr>
          <a:xfrm>
            <a:off x="5878249" y="1903987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2</a:t>
            </a:r>
          </a:p>
        </p:txBody>
      </p:sp>
      <p:sp>
        <p:nvSpPr>
          <p:cNvPr id="23620" name="TextBox 23619">
            <a:extLst>
              <a:ext uri="{FF2B5EF4-FFF2-40B4-BE49-F238E27FC236}">
                <a16:creationId xmlns:a16="http://schemas.microsoft.com/office/drawing/2014/main" id="{55E7A686-7198-3F98-1AAF-9327FC1A131D}"/>
              </a:ext>
            </a:extLst>
          </p:cNvPr>
          <p:cNvSpPr txBox="1"/>
          <p:nvPr/>
        </p:nvSpPr>
        <p:spPr>
          <a:xfrm>
            <a:off x="5954278" y="2459059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3</a:t>
            </a:r>
          </a:p>
        </p:txBody>
      </p:sp>
      <p:sp>
        <p:nvSpPr>
          <p:cNvPr id="23621" name="TextBox 23620">
            <a:extLst>
              <a:ext uri="{FF2B5EF4-FFF2-40B4-BE49-F238E27FC236}">
                <a16:creationId xmlns:a16="http://schemas.microsoft.com/office/drawing/2014/main" id="{C39E293B-7C37-5B43-DC06-D497F6DF0206}"/>
              </a:ext>
            </a:extLst>
          </p:cNvPr>
          <p:cNvSpPr txBox="1"/>
          <p:nvPr/>
        </p:nvSpPr>
        <p:spPr>
          <a:xfrm>
            <a:off x="5954277" y="2919007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4</a:t>
            </a:r>
          </a:p>
        </p:txBody>
      </p:sp>
      <p:sp>
        <p:nvSpPr>
          <p:cNvPr id="23622" name="TextBox 23621">
            <a:extLst>
              <a:ext uri="{FF2B5EF4-FFF2-40B4-BE49-F238E27FC236}">
                <a16:creationId xmlns:a16="http://schemas.microsoft.com/office/drawing/2014/main" id="{0FC87A4C-006A-1AF9-69CC-8A672BB3AF11}"/>
              </a:ext>
            </a:extLst>
          </p:cNvPr>
          <p:cNvSpPr txBox="1"/>
          <p:nvPr/>
        </p:nvSpPr>
        <p:spPr>
          <a:xfrm rot="5400000">
            <a:off x="6640150" y="689068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1</a:t>
            </a:r>
          </a:p>
        </p:txBody>
      </p:sp>
      <p:sp>
        <p:nvSpPr>
          <p:cNvPr id="23623" name="TextBox 23622">
            <a:extLst>
              <a:ext uri="{FF2B5EF4-FFF2-40B4-BE49-F238E27FC236}">
                <a16:creationId xmlns:a16="http://schemas.microsoft.com/office/drawing/2014/main" id="{E7EED828-29C2-9DAC-1493-2E30AB3AD345}"/>
              </a:ext>
            </a:extLst>
          </p:cNvPr>
          <p:cNvSpPr txBox="1"/>
          <p:nvPr/>
        </p:nvSpPr>
        <p:spPr>
          <a:xfrm rot="5400000">
            <a:off x="7566565" y="613214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2</a:t>
            </a:r>
          </a:p>
        </p:txBody>
      </p:sp>
      <p:sp>
        <p:nvSpPr>
          <p:cNvPr id="23624" name="TextBox 23623">
            <a:extLst>
              <a:ext uri="{FF2B5EF4-FFF2-40B4-BE49-F238E27FC236}">
                <a16:creationId xmlns:a16="http://schemas.microsoft.com/office/drawing/2014/main" id="{8C0D98A6-BB71-9385-3409-194890EE7872}"/>
              </a:ext>
            </a:extLst>
          </p:cNvPr>
          <p:cNvSpPr txBox="1"/>
          <p:nvPr/>
        </p:nvSpPr>
        <p:spPr>
          <a:xfrm rot="5400000">
            <a:off x="8336318" y="625135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3</a:t>
            </a:r>
          </a:p>
        </p:txBody>
      </p:sp>
      <p:sp>
        <p:nvSpPr>
          <p:cNvPr id="23625" name="TextBox 23624">
            <a:extLst>
              <a:ext uri="{FF2B5EF4-FFF2-40B4-BE49-F238E27FC236}">
                <a16:creationId xmlns:a16="http://schemas.microsoft.com/office/drawing/2014/main" id="{6294CE3B-626E-ABA6-7597-C8D811BE5BEC}"/>
              </a:ext>
            </a:extLst>
          </p:cNvPr>
          <p:cNvSpPr txBox="1"/>
          <p:nvPr/>
        </p:nvSpPr>
        <p:spPr>
          <a:xfrm rot="5400000">
            <a:off x="8908259" y="589844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4</a:t>
            </a:r>
          </a:p>
        </p:txBody>
      </p:sp>
      <p:sp>
        <p:nvSpPr>
          <p:cNvPr id="23626" name="TextBox 23625">
            <a:extLst>
              <a:ext uri="{FF2B5EF4-FFF2-40B4-BE49-F238E27FC236}">
                <a16:creationId xmlns:a16="http://schemas.microsoft.com/office/drawing/2014/main" id="{E86E2C01-862F-B593-B21E-76F40DCA71B3}"/>
              </a:ext>
            </a:extLst>
          </p:cNvPr>
          <p:cNvSpPr txBox="1"/>
          <p:nvPr/>
        </p:nvSpPr>
        <p:spPr>
          <a:xfrm>
            <a:off x="6553200" y="5837357"/>
            <a:ext cx="4338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(You might ask, why not define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</a:t>
            </a:r>
            <a:r>
              <a:rPr lang="en-US" baseline="-25000" dirty="0" err="1">
                <a:solidFill>
                  <a:schemeClr val="bg1">
                    <a:lumMod val="65000"/>
                  </a:schemeClr>
                </a:solidFill>
              </a:rPr>
              <a:t>ij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as probability of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i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-&gt; j? Will get back to that)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6983721-B08A-EEE1-257A-F05F8171BFA6}"/>
              </a:ext>
            </a:extLst>
          </p:cNvPr>
          <p:cNvSpPr/>
          <p:nvPr/>
        </p:nvSpPr>
        <p:spPr>
          <a:xfrm>
            <a:off x="7725208" y="1261182"/>
            <a:ext cx="858951" cy="65632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6D86771-C57E-DB3C-C2A5-9EB10551DC31}"/>
              </a:ext>
            </a:extLst>
          </p:cNvPr>
          <p:cNvCxnSpPr>
            <a:cxnSpLocks/>
          </p:cNvCxnSpPr>
          <p:nvPr/>
        </p:nvCxnSpPr>
        <p:spPr>
          <a:xfrm flipH="1" flipV="1">
            <a:off x="8585331" y="1780175"/>
            <a:ext cx="1774582" cy="3746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EA94CAA-077F-1FB4-BD5A-5B2D7E4E65B1}"/>
              </a:ext>
            </a:extLst>
          </p:cNvPr>
          <p:cNvSpPr txBox="1"/>
          <p:nvPr/>
        </p:nvSpPr>
        <p:spPr>
          <a:xfrm>
            <a:off x="10092738" y="2197781"/>
            <a:ext cx="2367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Probability of going from 2 -&gt; 4</a:t>
            </a:r>
          </a:p>
        </p:txBody>
      </p:sp>
    </p:spTree>
    <p:extLst>
      <p:ext uri="{BB962C8B-B14F-4D97-AF65-F5344CB8AC3E}">
        <p14:creationId xmlns:p14="http://schemas.microsoft.com/office/powerpoint/2010/main" val="3786929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1B0F7-E621-B5B2-4F2A-F9C6BD760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A0899853-239A-C109-8B9A-A6D208C4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19D4692-260C-4746-97FB-18E2002E03C5}" type="slidenum">
              <a:rPr lang="en-US" altLang="en-US" sz="1200">
                <a:latin typeface="Garamond" panose="02020404030301010803" pitchFamily="18" charset="0"/>
              </a:rPr>
              <a:pPr eaLnBrk="1" hangingPunct="1"/>
              <a:t>20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EB70AB3F-21CB-1BF6-A8E4-B4C77309AB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9144000" cy="50958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b="1" dirty="0"/>
              <a:t>Definitions</a:t>
            </a:r>
          </a:p>
        </p:txBody>
      </p:sp>
      <p:grpSp>
        <p:nvGrpSpPr>
          <p:cNvPr id="23560" name="Group 7">
            <a:extLst>
              <a:ext uri="{FF2B5EF4-FFF2-40B4-BE49-F238E27FC236}">
                <a16:creationId xmlns:a16="http://schemas.microsoft.com/office/drawing/2014/main" id="{07227536-987B-C0D0-ACD4-0EAC27C71288}"/>
              </a:ext>
            </a:extLst>
          </p:cNvPr>
          <p:cNvGrpSpPr>
            <a:grpSpLocks/>
          </p:cNvGrpSpPr>
          <p:nvPr/>
        </p:nvGrpSpPr>
        <p:grpSpPr bwMode="auto">
          <a:xfrm>
            <a:off x="12840929" y="698310"/>
            <a:ext cx="2362200" cy="1295400"/>
            <a:chOff x="2832" y="912"/>
            <a:chExt cx="1488" cy="816"/>
          </a:xfrm>
        </p:grpSpPr>
        <p:sp>
          <p:nvSpPr>
            <p:cNvPr id="23585" name="Rectangle 8">
              <a:extLst>
                <a:ext uri="{FF2B5EF4-FFF2-40B4-BE49-F238E27FC236}">
                  <a16:creationId xmlns:a16="http://schemas.microsoft.com/office/drawing/2014/main" id="{7930AF24-2FF1-43BC-957B-500215B5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912"/>
              <a:ext cx="1488" cy="81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23586" name="Picture 9" descr="P2">
              <a:extLst>
                <a:ext uri="{FF2B5EF4-FFF2-40B4-BE49-F238E27FC236}">
                  <a16:creationId xmlns:a16="http://schemas.microsoft.com/office/drawing/2014/main" id="{8A5A8577-220F-D9EB-D7F6-63780DB3E0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960"/>
              <a:ext cx="1248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0ADED04-8DDE-F378-5C46-208C22816FAA}"/>
              </a:ext>
            </a:extLst>
          </p:cNvPr>
          <p:cNvSpPr txBox="1"/>
          <p:nvPr/>
        </p:nvSpPr>
        <p:spPr>
          <a:xfrm>
            <a:off x="6871979" y="4463150"/>
            <a:ext cx="40199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Entry </a:t>
            </a:r>
            <a:r>
              <a:rPr lang="en-US" sz="2200" dirty="0" err="1">
                <a:solidFill>
                  <a:srgbClr val="C00000"/>
                </a:solidFill>
              </a:rPr>
              <a:t>P</a:t>
            </a:r>
            <a:r>
              <a:rPr lang="en-US" sz="2200" baseline="-25000" dirty="0" err="1">
                <a:solidFill>
                  <a:srgbClr val="C00000"/>
                </a:solidFill>
              </a:rPr>
              <a:t>ij</a:t>
            </a:r>
            <a:r>
              <a:rPr lang="en-US" sz="2200" dirty="0">
                <a:solidFill>
                  <a:srgbClr val="C00000"/>
                </a:solidFill>
              </a:rPr>
              <a:t> is probability of going from vertex j -&gt; vertex </a:t>
            </a:r>
            <a:r>
              <a:rPr lang="en-US" sz="2200" dirty="0" err="1">
                <a:solidFill>
                  <a:srgbClr val="C00000"/>
                </a:solidFill>
              </a:rPr>
              <a:t>i</a:t>
            </a:r>
            <a:endParaRPr lang="en-US" sz="2200" dirty="0">
              <a:solidFill>
                <a:srgbClr val="C00000"/>
              </a:solidFill>
            </a:endParaRPr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0C323625-E04E-F409-9425-489AA75F69C0}"/>
              </a:ext>
            </a:extLst>
          </p:cNvPr>
          <p:cNvSpPr txBox="1">
            <a:spLocks noChangeArrowheads="1"/>
          </p:cNvSpPr>
          <p:nvPr/>
        </p:nvSpPr>
        <p:spPr>
          <a:xfrm>
            <a:off x="2550112" y="3709690"/>
            <a:ext cx="3140075" cy="461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500" b="1"/>
              <a:t>Adjacency matrix A</a:t>
            </a:r>
            <a:endParaRPr lang="en-US" altLang="en-US" sz="2500" b="1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835AFE8-D6F3-2F0F-A179-7F54BB8524D8}"/>
              </a:ext>
            </a:extLst>
          </p:cNvPr>
          <p:cNvGrpSpPr/>
          <p:nvPr/>
        </p:nvGrpSpPr>
        <p:grpSpPr>
          <a:xfrm>
            <a:off x="2824750" y="4321671"/>
            <a:ext cx="2552700" cy="1808437"/>
            <a:chOff x="2824750" y="4321671"/>
            <a:chExt cx="2552700" cy="1808437"/>
          </a:xfrm>
        </p:grpSpPr>
        <p:grpSp>
          <p:nvGrpSpPr>
            <p:cNvPr id="53" name="Group 14">
              <a:extLst>
                <a:ext uri="{FF2B5EF4-FFF2-40B4-BE49-F238E27FC236}">
                  <a16:creationId xmlns:a16="http://schemas.microsoft.com/office/drawing/2014/main" id="{6F750820-4D00-DA76-9B6E-D1B8A19912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71650"/>
              <a:chOff x="1056" y="1632"/>
              <a:chExt cx="1152" cy="1116"/>
            </a:xfrm>
          </p:grpSpPr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D7E00985-132D-7538-D797-3269A74796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58" name="Oval 16">
                <a:extLst>
                  <a:ext uri="{FF2B5EF4-FFF2-40B4-BE49-F238E27FC236}">
                    <a16:creationId xmlns:a16="http://schemas.microsoft.com/office/drawing/2014/main" id="{B60A5983-6C9D-F6C7-1179-F3F267E6E4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59" name="Oval 17">
                <a:extLst>
                  <a:ext uri="{FF2B5EF4-FFF2-40B4-BE49-F238E27FC236}">
                    <a16:creationId xmlns:a16="http://schemas.microsoft.com/office/drawing/2014/main" id="{D9BFB6FD-883D-04DB-9C78-97D92C04CC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60" name="Line 18">
                <a:extLst>
                  <a:ext uri="{FF2B5EF4-FFF2-40B4-BE49-F238E27FC236}">
                    <a16:creationId xmlns:a16="http://schemas.microsoft.com/office/drawing/2014/main" id="{A1556C3E-4528-22F6-7515-8F1C5DF7CA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61" name="Line 19">
                <a:extLst>
                  <a:ext uri="{FF2B5EF4-FFF2-40B4-BE49-F238E27FC236}">
                    <a16:creationId xmlns:a16="http://schemas.microsoft.com/office/drawing/2014/main" id="{E4E39D64-AE8A-E9C3-C254-2495393A8E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62" name="Line 20">
                <a:extLst>
                  <a:ext uri="{FF2B5EF4-FFF2-40B4-BE49-F238E27FC236}">
                    <a16:creationId xmlns:a16="http://schemas.microsoft.com/office/drawing/2014/main" id="{D18E5EBD-CA11-8DE1-DD69-916697D895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63" name="Text Box 22">
                <a:extLst>
                  <a:ext uri="{FF2B5EF4-FFF2-40B4-BE49-F238E27FC236}">
                    <a16:creationId xmlns:a16="http://schemas.microsoft.com/office/drawing/2014/main" id="{81277552-EEBD-E436-B9DC-5DB68F2898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3552" name="Text Box 23">
                <a:extLst>
                  <a:ext uri="{FF2B5EF4-FFF2-40B4-BE49-F238E27FC236}">
                    <a16:creationId xmlns:a16="http://schemas.microsoft.com/office/drawing/2014/main" id="{C3E6E34D-1D74-A1B1-6DF2-E3747597B1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3553" name="Text Box 25">
                <a:extLst>
                  <a:ext uri="{FF2B5EF4-FFF2-40B4-BE49-F238E27FC236}">
                    <a16:creationId xmlns:a16="http://schemas.microsoft.com/office/drawing/2014/main" id="{017E7317-3B40-6143-6DA4-09FDF3FFFD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 dirty="0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54" name="Oval 16">
              <a:extLst>
                <a:ext uri="{FF2B5EF4-FFF2-40B4-BE49-F238E27FC236}">
                  <a16:creationId xmlns:a16="http://schemas.microsoft.com/office/drawing/2014/main" id="{E7DEC42A-EC85-7D84-2F25-5272EE6CD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55" name="Line 18">
              <a:extLst>
                <a:ext uri="{FF2B5EF4-FFF2-40B4-BE49-F238E27FC236}">
                  <a16:creationId xmlns:a16="http://schemas.microsoft.com/office/drawing/2014/main" id="{A105FC84-4FDC-7057-4D19-A9F856A2B8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6" name="Text Box 22">
              <a:extLst>
                <a:ext uri="{FF2B5EF4-FFF2-40B4-BE49-F238E27FC236}">
                  <a16:creationId xmlns:a16="http://schemas.microsoft.com/office/drawing/2014/main" id="{34169920-2986-0E50-EF7B-C14F894C6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3050" y="4321671"/>
              <a:ext cx="3810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2000" b="1" dirty="0">
                  <a:latin typeface="Comic Sans MS" panose="030F0902030302020204" pitchFamily="66" charset="0"/>
                </a:rPr>
                <a:t>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673510E-523C-27D5-261E-04013C627E1F}"/>
              </a:ext>
            </a:extLst>
          </p:cNvPr>
          <p:cNvGrpSpPr/>
          <p:nvPr/>
        </p:nvGrpSpPr>
        <p:grpSpPr>
          <a:xfrm>
            <a:off x="2514599" y="1279309"/>
            <a:ext cx="2950779" cy="2077184"/>
            <a:chOff x="2514599" y="1279309"/>
            <a:chExt cx="2950779" cy="2077184"/>
          </a:xfrm>
        </p:grpSpPr>
        <p:sp>
          <p:nvSpPr>
            <p:cNvPr id="47" name="Rectangle 5">
              <a:extLst>
                <a:ext uri="{FF2B5EF4-FFF2-40B4-BE49-F238E27FC236}">
                  <a16:creationId xmlns:a16="http://schemas.microsoft.com/office/drawing/2014/main" id="{4944ED5F-52BF-4DD6-2EE2-B55D766E0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599" y="1279309"/>
              <a:ext cx="2950779" cy="20771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D73E466-6CFB-03A1-B298-D0A9CBA20715}"/>
                </a:ext>
              </a:extLst>
            </p:cNvPr>
            <p:cNvSpPr txBox="1"/>
            <p:nvPr/>
          </p:nvSpPr>
          <p:spPr>
            <a:xfrm>
              <a:off x="3398582" y="1307604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729A851-8CFD-97F6-B445-1380B0933CD6}"/>
                </a:ext>
              </a:extLst>
            </p:cNvPr>
            <p:cNvSpPr txBox="1"/>
            <p:nvPr/>
          </p:nvSpPr>
          <p:spPr>
            <a:xfrm>
              <a:off x="2628174" y="1307604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F68CE7D-4467-4D79-4F54-F94B1D8DC021}"/>
                </a:ext>
              </a:extLst>
            </p:cNvPr>
            <p:cNvSpPr txBox="1"/>
            <p:nvPr/>
          </p:nvSpPr>
          <p:spPr>
            <a:xfrm>
              <a:off x="3429000" y="1850931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82EAE94-2805-0CF6-F3E5-3ADAE297BFCA}"/>
                </a:ext>
              </a:extLst>
            </p:cNvPr>
            <p:cNvSpPr txBox="1"/>
            <p:nvPr/>
          </p:nvSpPr>
          <p:spPr>
            <a:xfrm>
              <a:off x="4258484" y="2377527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87" name="TextBox 23586">
              <a:extLst>
                <a:ext uri="{FF2B5EF4-FFF2-40B4-BE49-F238E27FC236}">
                  <a16:creationId xmlns:a16="http://schemas.microsoft.com/office/drawing/2014/main" id="{2866A439-A12E-8E00-F373-6CB13B6F7880}"/>
                </a:ext>
              </a:extLst>
            </p:cNvPr>
            <p:cNvSpPr txBox="1"/>
            <p:nvPr/>
          </p:nvSpPr>
          <p:spPr>
            <a:xfrm>
              <a:off x="4208315" y="1339471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588" name="TextBox 23587">
              <a:extLst>
                <a:ext uri="{FF2B5EF4-FFF2-40B4-BE49-F238E27FC236}">
                  <a16:creationId xmlns:a16="http://schemas.microsoft.com/office/drawing/2014/main" id="{A143F75D-1D85-D5AF-5A78-6DBB3915EF34}"/>
                </a:ext>
              </a:extLst>
            </p:cNvPr>
            <p:cNvSpPr txBox="1"/>
            <p:nvPr/>
          </p:nvSpPr>
          <p:spPr>
            <a:xfrm>
              <a:off x="4820789" y="1305154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89" name="TextBox 23588">
              <a:extLst>
                <a:ext uri="{FF2B5EF4-FFF2-40B4-BE49-F238E27FC236}">
                  <a16:creationId xmlns:a16="http://schemas.microsoft.com/office/drawing/2014/main" id="{131A833C-C845-78EC-FAFC-F42AB6CE2EA2}"/>
                </a:ext>
              </a:extLst>
            </p:cNvPr>
            <p:cNvSpPr txBox="1"/>
            <p:nvPr/>
          </p:nvSpPr>
          <p:spPr>
            <a:xfrm>
              <a:off x="4813759" y="285046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90" name="TextBox 23589">
              <a:extLst>
                <a:ext uri="{FF2B5EF4-FFF2-40B4-BE49-F238E27FC236}">
                  <a16:creationId xmlns:a16="http://schemas.microsoft.com/office/drawing/2014/main" id="{57D3D222-3C47-A6F4-225A-B25C9A68AF5C}"/>
                </a:ext>
              </a:extLst>
            </p:cNvPr>
            <p:cNvSpPr txBox="1"/>
            <p:nvPr/>
          </p:nvSpPr>
          <p:spPr>
            <a:xfrm>
              <a:off x="2658486" y="1861564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591" name="TextBox 23590">
              <a:extLst>
                <a:ext uri="{FF2B5EF4-FFF2-40B4-BE49-F238E27FC236}">
                  <a16:creationId xmlns:a16="http://schemas.microsoft.com/office/drawing/2014/main" id="{EF434799-18C6-B33B-4E84-E3A1BB863DB3}"/>
                </a:ext>
              </a:extLst>
            </p:cNvPr>
            <p:cNvSpPr txBox="1"/>
            <p:nvPr/>
          </p:nvSpPr>
          <p:spPr>
            <a:xfrm>
              <a:off x="4813759" y="1861564"/>
              <a:ext cx="43398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2</a:t>
              </a:r>
            </a:p>
          </p:txBody>
        </p:sp>
        <p:sp>
          <p:nvSpPr>
            <p:cNvPr id="23592" name="TextBox 23591">
              <a:extLst>
                <a:ext uri="{FF2B5EF4-FFF2-40B4-BE49-F238E27FC236}">
                  <a16:creationId xmlns:a16="http://schemas.microsoft.com/office/drawing/2014/main" id="{2B9CE635-40BE-2BA1-09AB-353837574739}"/>
                </a:ext>
              </a:extLst>
            </p:cNvPr>
            <p:cNvSpPr txBox="1"/>
            <p:nvPr/>
          </p:nvSpPr>
          <p:spPr>
            <a:xfrm>
              <a:off x="4246856" y="1858499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593" name="TextBox 23592">
              <a:extLst>
                <a:ext uri="{FF2B5EF4-FFF2-40B4-BE49-F238E27FC236}">
                  <a16:creationId xmlns:a16="http://schemas.microsoft.com/office/drawing/2014/main" id="{237B4B9C-5E3C-1A1F-3E88-9042A158358B}"/>
                </a:ext>
              </a:extLst>
            </p:cNvPr>
            <p:cNvSpPr txBox="1"/>
            <p:nvPr/>
          </p:nvSpPr>
          <p:spPr>
            <a:xfrm>
              <a:off x="2658486" y="236481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594" name="TextBox 23593">
              <a:extLst>
                <a:ext uri="{FF2B5EF4-FFF2-40B4-BE49-F238E27FC236}">
                  <a16:creationId xmlns:a16="http://schemas.microsoft.com/office/drawing/2014/main" id="{91812173-AA6C-ED30-8985-BD31DFA64B06}"/>
                </a:ext>
              </a:extLst>
            </p:cNvPr>
            <p:cNvSpPr txBox="1"/>
            <p:nvPr/>
          </p:nvSpPr>
          <p:spPr>
            <a:xfrm>
              <a:off x="3424421" y="2373360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595" name="TextBox 23594">
              <a:extLst>
                <a:ext uri="{FF2B5EF4-FFF2-40B4-BE49-F238E27FC236}">
                  <a16:creationId xmlns:a16="http://schemas.microsoft.com/office/drawing/2014/main" id="{426ABA36-F4CE-EFCB-5EAA-636F93FA8460}"/>
                </a:ext>
              </a:extLst>
            </p:cNvPr>
            <p:cNvSpPr txBox="1"/>
            <p:nvPr/>
          </p:nvSpPr>
          <p:spPr>
            <a:xfrm>
              <a:off x="4780256" y="2372783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96" name="TextBox 23595">
              <a:extLst>
                <a:ext uri="{FF2B5EF4-FFF2-40B4-BE49-F238E27FC236}">
                  <a16:creationId xmlns:a16="http://schemas.microsoft.com/office/drawing/2014/main" id="{B2F96E60-CA19-C0F5-CBBD-9EE3FB3611DD}"/>
                </a:ext>
              </a:extLst>
            </p:cNvPr>
            <p:cNvSpPr txBox="1"/>
            <p:nvPr/>
          </p:nvSpPr>
          <p:spPr>
            <a:xfrm>
              <a:off x="3429000" y="2828391"/>
              <a:ext cx="43398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2</a:t>
              </a:r>
            </a:p>
          </p:txBody>
        </p:sp>
        <p:sp>
          <p:nvSpPr>
            <p:cNvPr id="23597" name="TextBox 23596">
              <a:extLst>
                <a:ext uri="{FF2B5EF4-FFF2-40B4-BE49-F238E27FC236}">
                  <a16:creationId xmlns:a16="http://schemas.microsoft.com/office/drawing/2014/main" id="{857B40D8-FE96-37EF-483A-1829A57F445A}"/>
                </a:ext>
              </a:extLst>
            </p:cNvPr>
            <p:cNvSpPr txBox="1"/>
            <p:nvPr/>
          </p:nvSpPr>
          <p:spPr>
            <a:xfrm>
              <a:off x="4246856" y="2842951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98" name="TextBox 23597">
              <a:extLst>
                <a:ext uri="{FF2B5EF4-FFF2-40B4-BE49-F238E27FC236}">
                  <a16:creationId xmlns:a16="http://schemas.microsoft.com/office/drawing/2014/main" id="{ADA4A99C-4042-17B7-4A33-57C70B9C0401}"/>
                </a:ext>
              </a:extLst>
            </p:cNvPr>
            <p:cNvSpPr txBox="1"/>
            <p:nvPr/>
          </p:nvSpPr>
          <p:spPr>
            <a:xfrm>
              <a:off x="2675238" y="2806318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</p:grpSp>
      <p:sp>
        <p:nvSpPr>
          <p:cNvPr id="23599" name="Rectangle 3">
            <a:extLst>
              <a:ext uri="{FF2B5EF4-FFF2-40B4-BE49-F238E27FC236}">
                <a16:creationId xmlns:a16="http://schemas.microsoft.com/office/drawing/2014/main" id="{11E0B335-8DD0-E548-B5E8-637AE6D647CB}"/>
              </a:ext>
            </a:extLst>
          </p:cNvPr>
          <p:cNvSpPr txBox="1">
            <a:spLocks noChangeArrowheads="1"/>
          </p:cNvSpPr>
          <p:nvPr/>
        </p:nvSpPr>
        <p:spPr>
          <a:xfrm>
            <a:off x="6223587" y="3733076"/>
            <a:ext cx="4624079" cy="8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500" b="1" dirty="0"/>
              <a:t>Probability transition matrix P</a:t>
            </a:r>
          </a:p>
        </p:txBody>
      </p:sp>
      <p:grpSp>
        <p:nvGrpSpPr>
          <p:cNvPr id="23617" name="Group 23616">
            <a:extLst>
              <a:ext uri="{FF2B5EF4-FFF2-40B4-BE49-F238E27FC236}">
                <a16:creationId xmlns:a16="http://schemas.microsoft.com/office/drawing/2014/main" id="{17C5A388-E5D6-5E83-370D-6224434642C3}"/>
              </a:ext>
            </a:extLst>
          </p:cNvPr>
          <p:cNvGrpSpPr/>
          <p:nvPr/>
        </p:nvGrpSpPr>
        <p:grpSpPr>
          <a:xfrm>
            <a:off x="6944608" y="1289393"/>
            <a:ext cx="2950779" cy="2077184"/>
            <a:chOff x="6944608" y="1289393"/>
            <a:chExt cx="2950779" cy="2077184"/>
          </a:xfrm>
        </p:grpSpPr>
        <p:sp>
          <p:nvSpPr>
            <p:cNvPr id="23600" name="Rectangle 5">
              <a:extLst>
                <a:ext uri="{FF2B5EF4-FFF2-40B4-BE49-F238E27FC236}">
                  <a16:creationId xmlns:a16="http://schemas.microsoft.com/office/drawing/2014/main" id="{00B55A92-5B30-55E0-553C-5CB35A9DC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4608" y="1289393"/>
              <a:ext cx="2950779" cy="20771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/>
            </a:p>
          </p:txBody>
        </p:sp>
        <p:sp>
          <p:nvSpPr>
            <p:cNvPr id="23601" name="TextBox 23600">
              <a:extLst>
                <a:ext uri="{FF2B5EF4-FFF2-40B4-BE49-F238E27FC236}">
                  <a16:creationId xmlns:a16="http://schemas.microsoft.com/office/drawing/2014/main" id="{DEEA6F86-E1B2-C884-A6E9-3DD764017778}"/>
                </a:ext>
              </a:extLst>
            </p:cNvPr>
            <p:cNvSpPr txBox="1"/>
            <p:nvPr/>
          </p:nvSpPr>
          <p:spPr>
            <a:xfrm>
              <a:off x="7828591" y="1317688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1/4</a:t>
              </a:r>
            </a:p>
          </p:txBody>
        </p:sp>
        <p:sp>
          <p:nvSpPr>
            <p:cNvPr id="23602" name="TextBox 23601">
              <a:extLst>
                <a:ext uri="{FF2B5EF4-FFF2-40B4-BE49-F238E27FC236}">
                  <a16:creationId xmlns:a16="http://schemas.microsoft.com/office/drawing/2014/main" id="{2388F136-3DD1-8AFF-F7A4-A5DF644151C2}"/>
                </a:ext>
              </a:extLst>
            </p:cNvPr>
            <p:cNvSpPr txBox="1"/>
            <p:nvPr/>
          </p:nvSpPr>
          <p:spPr>
            <a:xfrm>
              <a:off x="7058183" y="1317688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3" name="TextBox 23602">
              <a:extLst>
                <a:ext uri="{FF2B5EF4-FFF2-40B4-BE49-F238E27FC236}">
                  <a16:creationId xmlns:a16="http://schemas.microsoft.com/office/drawing/2014/main" id="{FDE55D12-1201-DCF7-4798-AB552F50110D}"/>
                </a:ext>
              </a:extLst>
            </p:cNvPr>
            <p:cNvSpPr txBox="1"/>
            <p:nvPr/>
          </p:nvSpPr>
          <p:spPr>
            <a:xfrm>
              <a:off x="7859009" y="1861015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4" name="TextBox 23603">
              <a:extLst>
                <a:ext uri="{FF2B5EF4-FFF2-40B4-BE49-F238E27FC236}">
                  <a16:creationId xmlns:a16="http://schemas.microsoft.com/office/drawing/2014/main" id="{3A4AC937-C917-4120-BF2A-21EBE8D172F1}"/>
                </a:ext>
              </a:extLst>
            </p:cNvPr>
            <p:cNvSpPr txBox="1"/>
            <p:nvPr/>
          </p:nvSpPr>
          <p:spPr>
            <a:xfrm>
              <a:off x="8688493" y="2387611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5" name="TextBox 23604">
              <a:extLst>
                <a:ext uri="{FF2B5EF4-FFF2-40B4-BE49-F238E27FC236}">
                  <a16:creationId xmlns:a16="http://schemas.microsoft.com/office/drawing/2014/main" id="{9E90E7BE-4612-0199-9FF5-8DBA0C7B85E5}"/>
                </a:ext>
              </a:extLst>
            </p:cNvPr>
            <p:cNvSpPr txBox="1"/>
            <p:nvPr/>
          </p:nvSpPr>
          <p:spPr>
            <a:xfrm>
              <a:off x="8638324" y="1349555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23606" name="TextBox 23605">
              <a:extLst>
                <a:ext uri="{FF2B5EF4-FFF2-40B4-BE49-F238E27FC236}">
                  <a16:creationId xmlns:a16="http://schemas.microsoft.com/office/drawing/2014/main" id="{6B748DC3-7B8D-CF0B-FDB8-52CCE7961F5B}"/>
                </a:ext>
              </a:extLst>
            </p:cNvPr>
            <p:cNvSpPr txBox="1"/>
            <p:nvPr/>
          </p:nvSpPr>
          <p:spPr>
            <a:xfrm>
              <a:off x="9250798" y="1315238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7" name="TextBox 23606">
              <a:extLst>
                <a:ext uri="{FF2B5EF4-FFF2-40B4-BE49-F238E27FC236}">
                  <a16:creationId xmlns:a16="http://schemas.microsoft.com/office/drawing/2014/main" id="{26B845E0-0D3A-68AA-9E59-9AAE5ABE7242}"/>
                </a:ext>
              </a:extLst>
            </p:cNvPr>
            <p:cNvSpPr txBox="1"/>
            <p:nvPr/>
          </p:nvSpPr>
          <p:spPr>
            <a:xfrm>
              <a:off x="9243768" y="2860546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8" name="TextBox 23607">
              <a:extLst>
                <a:ext uri="{FF2B5EF4-FFF2-40B4-BE49-F238E27FC236}">
                  <a16:creationId xmlns:a16="http://schemas.microsoft.com/office/drawing/2014/main" id="{B1DF291A-AE14-F915-BF36-D00FEA5440BD}"/>
                </a:ext>
              </a:extLst>
            </p:cNvPr>
            <p:cNvSpPr txBox="1"/>
            <p:nvPr/>
          </p:nvSpPr>
          <p:spPr>
            <a:xfrm>
              <a:off x="7088495" y="1871648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23609" name="TextBox 23608">
              <a:extLst>
                <a:ext uri="{FF2B5EF4-FFF2-40B4-BE49-F238E27FC236}">
                  <a16:creationId xmlns:a16="http://schemas.microsoft.com/office/drawing/2014/main" id="{0B419BD5-0679-3377-CBC2-5939CC6BDD76}"/>
                </a:ext>
              </a:extLst>
            </p:cNvPr>
            <p:cNvSpPr txBox="1"/>
            <p:nvPr/>
          </p:nvSpPr>
          <p:spPr>
            <a:xfrm>
              <a:off x="9243768" y="1871648"/>
              <a:ext cx="43398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610" name="TextBox 23609">
              <a:extLst>
                <a:ext uri="{FF2B5EF4-FFF2-40B4-BE49-F238E27FC236}">
                  <a16:creationId xmlns:a16="http://schemas.microsoft.com/office/drawing/2014/main" id="{A87C0E48-55EE-F44B-01B5-02B2BEEC4ED2}"/>
                </a:ext>
              </a:extLst>
            </p:cNvPr>
            <p:cNvSpPr txBox="1"/>
            <p:nvPr/>
          </p:nvSpPr>
          <p:spPr>
            <a:xfrm>
              <a:off x="8676865" y="1868583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23611" name="TextBox 23610">
              <a:extLst>
                <a:ext uri="{FF2B5EF4-FFF2-40B4-BE49-F238E27FC236}">
                  <a16:creationId xmlns:a16="http://schemas.microsoft.com/office/drawing/2014/main" id="{2CD89C7B-86E4-1BA9-4656-1E1E876910F5}"/>
                </a:ext>
              </a:extLst>
            </p:cNvPr>
            <p:cNvSpPr txBox="1"/>
            <p:nvPr/>
          </p:nvSpPr>
          <p:spPr>
            <a:xfrm>
              <a:off x="7088495" y="2374896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23612" name="TextBox 23611">
              <a:extLst>
                <a:ext uri="{FF2B5EF4-FFF2-40B4-BE49-F238E27FC236}">
                  <a16:creationId xmlns:a16="http://schemas.microsoft.com/office/drawing/2014/main" id="{973506FC-6F5D-48A0-BB23-9E00D2CA1F0C}"/>
                </a:ext>
              </a:extLst>
            </p:cNvPr>
            <p:cNvSpPr txBox="1"/>
            <p:nvPr/>
          </p:nvSpPr>
          <p:spPr>
            <a:xfrm>
              <a:off x="7854430" y="2383444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1/4</a:t>
              </a:r>
            </a:p>
          </p:txBody>
        </p:sp>
        <p:sp>
          <p:nvSpPr>
            <p:cNvPr id="23613" name="TextBox 23612">
              <a:extLst>
                <a:ext uri="{FF2B5EF4-FFF2-40B4-BE49-F238E27FC236}">
                  <a16:creationId xmlns:a16="http://schemas.microsoft.com/office/drawing/2014/main" id="{CFE9D04B-A0D1-BE36-EE7E-C8987A5A0BE0}"/>
                </a:ext>
              </a:extLst>
            </p:cNvPr>
            <p:cNvSpPr txBox="1"/>
            <p:nvPr/>
          </p:nvSpPr>
          <p:spPr>
            <a:xfrm>
              <a:off x="9210265" y="2382867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14" name="TextBox 23613">
              <a:extLst>
                <a:ext uri="{FF2B5EF4-FFF2-40B4-BE49-F238E27FC236}">
                  <a16:creationId xmlns:a16="http://schemas.microsoft.com/office/drawing/2014/main" id="{152DAE19-5AD8-35EF-1F26-FBD8BCD10414}"/>
                </a:ext>
              </a:extLst>
            </p:cNvPr>
            <p:cNvSpPr txBox="1"/>
            <p:nvPr/>
          </p:nvSpPr>
          <p:spPr>
            <a:xfrm>
              <a:off x="7859009" y="2838475"/>
              <a:ext cx="725150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2/4</a:t>
              </a:r>
            </a:p>
          </p:txBody>
        </p:sp>
        <p:sp>
          <p:nvSpPr>
            <p:cNvPr id="23615" name="TextBox 23614">
              <a:extLst>
                <a:ext uri="{FF2B5EF4-FFF2-40B4-BE49-F238E27FC236}">
                  <a16:creationId xmlns:a16="http://schemas.microsoft.com/office/drawing/2014/main" id="{D5C27C0D-3968-7625-29B9-DC02DF351C16}"/>
                </a:ext>
              </a:extLst>
            </p:cNvPr>
            <p:cNvSpPr txBox="1"/>
            <p:nvPr/>
          </p:nvSpPr>
          <p:spPr>
            <a:xfrm>
              <a:off x="8676865" y="2853035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16" name="TextBox 23615">
              <a:extLst>
                <a:ext uri="{FF2B5EF4-FFF2-40B4-BE49-F238E27FC236}">
                  <a16:creationId xmlns:a16="http://schemas.microsoft.com/office/drawing/2014/main" id="{32C40D49-6A19-8D36-E1FA-4710A5ECDFE4}"/>
                </a:ext>
              </a:extLst>
            </p:cNvPr>
            <p:cNvSpPr txBox="1"/>
            <p:nvPr/>
          </p:nvSpPr>
          <p:spPr>
            <a:xfrm>
              <a:off x="7105247" y="281640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</p:grpSp>
      <p:sp>
        <p:nvSpPr>
          <p:cNvPr id="23618" name="TextBox 23617">
            <a:extLst>
              <a:ext uri="{FF2B5EF4-FFF2-40B4-BE49-F238E27FC236}">
                <a16:creationId xmlns:a16="http://schemas.microsoft.com/office/drawing/2014/main" id="{8159F7F4-C8B2-D99D-B44F-59607113246A}"/>
              </a:ext>
            </a:extLst>
          </p:cNvPr>
          <p:cNvSpPr txBox="1"/>
          <p:nvPr/>
        </p:nvSpPr>
        <p:spPr>
          <a:xfrm>
            <a:off x="5898636" y="1360405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1</a:t>
            </a:r>
          </a:p>
        </p:txBody>
      </p:sp>
      <p:sp>
        <p:nvSpPr>
          <p:cNvPr id="23619" name="TextBox 23618">
            <a:extLst>
              <a:ext uri="{FF2B5EF4-FFF2-40B4-BE49-F238E27FC236}">
                <a16:creationId xmlns:a16="http://schemas.microsoft.com/office/drawing/2014/main" id="{EDF50E8B-8F8B-8173-58B4-0617A4131E48}"/>
              </a:ext>
            </a:extLst>
          </p:cNvPr>
          <p:cNvSpPr txBox="1"/>
          <p:nvPr/>
        </p:nvSpPr>
        <p:spPr>
          <a:xfrm>
            <a:off x="5878249" y="1903987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2</a:t>
            </a:r>
          </a:p>
        </p:txBody>
      </p:sp>
      <p:sp>
        <p:nvSpPr>
          <p:cNvPr id="23620" name="TextBox 23619">
            <a:extLst>
              <a:ext uri="{FF2B5EF4-FFF2-40B4-BE49-F238E27FC236}">
                <a16:creationId xmlns:a16="http://schemas.microsoft.com/office/drawing/2014/main" id="{8A4978CA-0B6E-EAF7-C1C8-8BAA13BA3102}"/>
              </a:ext>
            </a:extLst>
          </p:cNvPr>
          <p:cNvSpPr txBox="1"/>
          <p:nvPr/>
        </p:nvSpPr>
        <p:spPr>
          <a:xfrm>
            <a:off x="5954278" y="2459059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3</a:t>
            </a:r>
          </a:p>
        </p:txBody>
      </p:sp>
      <p:sp>
        <p:nvSpPr>
          <p:cNvPr id="23621" name="TextBox 23620">
            <a:extLst>
              <a:ext uri="{FF2B5EF4-FFF2-40B4-BE49-F238E27FC236}">
                <a16:creationId xmlns:a16="http://schemas.microsoft.com/office/drawing/2014/main" id="{C656819D-FCA9-CFA6-2FED-173B246512A1}"/>
              </a:ext>
            </a:extLst>
          </p:cNvPr>
          <p:cNvSpPr txBox="1"/>
          <p:nvPr/>
        </p:nvSpPr>
        <p:spPr>
          <a:xfrm>
            <a:off x="5954277" y="2919007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4</a:t>
            </a:r>
          </a:p>
        </p:txBody>
      </p:sp>
      <p:sp>
        <p:nvSpPr>
          <p:cNvPr id="23622" name="TextBox 23621">
            <a:extLst>
              <a:ext uri="{FF2B5EF4-FFF2-40B4-BE49-F238E27FC236}">
                <a16:creationId xmlns:a16="http://schemas.microsoft.com/office/drawing/2014/main" id="{CC33A41D-29B5-CA66-A5DA-FD6FDA2A9FED}"/>
              </a:ext>
            </a:extLst>
          </p:cNvPr>
          <p:cNvSpPr txBox="1"/>
          <p:nvPr/>
        </p:nvSpPr>
        <p:spPr>
          <a:xfrm rot="5400000">
            <a:off x="6640150" y="689068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1</a:t>
            </a:r>
          </a:p>
        </p:txBody>
      </p:sp>
      <p:sp>
        <p:nvSpPr>
          <p:cNvPr id="23623" name="TextBox 23622">
            <a:extLst>
              <a:ext uri="{FF2B5EF4-FFF2-40B4-BE49-F238E27FC236}">
                <a16:creationId xmlns:a16="http://schemas.microsoft.com/office/drawing/2014/main" id="{F885D13D-C975-1515-5E73-BD9252FBC085}"/>
              </a:ext>
            </a:extLst>
          </p:cNvPr>
          <p:cNvSpPr txBox="1"/>
          <p:nvPr/>
        </p:nvSpPr>
        <p:spPr>
          <a:xfrm rot="5400000">
            <a:off x="7566565" y="613214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2</a:t>
            </a:r>
          </a:p>
        </p:txBody>
      </p:sp>
      <p:sp>
        <p:nvSpPr>
          <p:cNvPr id="23624" name="TextBox 23623">
            <a:extLst>
              <a:ext uri="{FF2B5EF4-FFF2-40B4-BE49-F238E27FC236}">
                <a16:creationId xmlns:a16="http://schemas.microsoft.com/office/drawing/2014/main" id="{56E8B450-C8DE-39EC-4DA9-F9FB197B8868}"/>
              </a:ext>
            </a:extLst>
          </p:cNvPr>
          <p:cNvSpPr txBox="1"/>
          <p:nvPr/>
        </p:nvSpPr>
        <p:spPr>
          <a:xfrm rot="5400000">
            <a:off x="8336318" y="625135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3</a:t>
            </a:r>
          </a:p>
        </p:txBody>
      </p:sp>
      <p:sp>
        <p:nvSpPr>
          <p:cNvPr id="23625" name="TextBox 23624">
            <a:extLst>
              <a:ext uri="{FF2B5EF4-FFF2-40B4-BE49-F238E27FC236}">
                <a16:creationId xmlns:a16="http://schemas.microsoft.com/office/drawing/2014/main" id="{FB1D9704-6570-2548-CD2A-82B39543403F}"/>
              </a:ext>
            </a:extLst>
          </p:cNvPr>
          <p:cNvSpPr txBox="1"/>
          <p:nvPr/>
        </p:nvSpPr>
        <p:spPr>
          <a:xfrm rot="5400000">
            <a:off x="8908259" y="589844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4</a:t>
            </a:r>
          </a:p>
        </p:txBody>
      </p:sp>
      <p:sp>
        <p:nvSpPr>
          <p:cNvPr id="23626" name="TextBox 23625">
            <a:extLst>
              <a:ext uri="{FF2B5EF4-FFF2-40B4-BE49-F238E27FC236}">
                <a16:creationId xmlns:a16="http://schemas.microsoft.com/office/drawing/2014/main" id="{C49F4107-7017-8D1C-972D-3B3D8B2A7E41}"/>
              </a:ext>
            </a:extLst>
          </p:cNvPr>
          <p:cNvSpPr txBox="1"/>
          <p:nvPr/>
        </p:nvSpPr>
        <p:spPr>
          <a:xfrm>
            <a:off x="6553200" y="5837357"/>
            <a:ext cx="4338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(You might ask, why not define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</a:t>
            </a:r>
            <a:r>
              <a:rPr lang="en-US" baseline="-25000" dirty="0" err="1">
                <a:solidFill>
                  <a:schemeClr val="bg1">
                    <a:lumMod val="65000"/>
                  </a:schemeClr>
                </a:solidFill>
              </a:rPr>
              <a:t>ij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as probability of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i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-&gt; j? Will get back to that)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F9C52DF-D7FE-57F8-0F49-853BA9194DEF}"/>
              </a:ext>
            </a:extLst>
          </p:cNvPr>
          <p:cNvSpPr/>
          <p:nvPr/>
        </p:nvSpPr>
        <p:spPr>
          <a:xfrm>
            <a:off x="7725208" y="1261182"/>
            <a:ext cx="858951" cy="65632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5C8A6E9-93EF-A3E1-CE9B-260AB812FCC6}"/>
              </a:ext>
            </a:extLst>
          </p:cNvPr>
          <p:cNvCxnSpPr>
            <a:cxnSpLocks/>
          </p:cNvCxnSpPr>
          <p:nvPr/>
        </p:nvCxnSpPr>
        <p:spPr>
          <a:xfrm flipH="1" flipV="1">
            <a:off x="8585331" y="1780175"/>
            <a:ext cx="1774582" cy="3746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1B06B19-37EF-BB12-0047-ED564B3E4E24}"/>
              </a:ext>
            </a:extLst>
          </p:cNvPr>
          <p:cNvSpPr txBox="1"/>
          <p:nvPr/>
        </p:nvSpPr>
        <p:spPr>
          <a:xfrm>
            <a:off x="10092738" y="2197781"/>
            <a:ext cx="2367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Probability of going from 2 -&gt; 4</a:t>
            </a:r>
          </a:p>
        </p:txBody>
      </p:sp>
    </p:spTree>
    <p:extLst>
      <p:ext uri="{BB962C8B-B14F-4D97-AF65-F5344CB8AC3E}">
        <p14:creationId xmlns:p14="http://schemas.microsoft.com/office/powerpoint/2010/main" val="719443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18FB1-8DAD-F22B-F3F2-BC9099047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C789AA81-C894-CF5B-2DAB-6A322CFB7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58889" y="475106"/>
            <a:ext cx="9144000" cy="509588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b="1" dirty="0"/>
              <a:t>Relation between adjacency and probability transition matrix</a:t>
            </a:r>
          </a:p>
        </p:txBody>
      </p:sp>
      <p:grpSp>
        <p:nvGrpSpPr>
          <p:cNvPr id="23560" name="Group 7">
            <a:extLst>
              <a:ext uri="{FF2B5EF4-FFF2-40B4-BE49-F238E27FC236}">
                <a16:creationId xmlns:a16="http://schemas.microsoft.com/office/drawing/2014/main" id="{6B9651AE-D4D4-20F6-16F1-4878E908BDF2}"/>
              </a:ext>
            </a:extLst>
          </p:cNvPr>
          <p:cNvGrpSpPr>
            <a:grpSpLocks/>
          </p:cNvGrpSpPr>
          <p:nvPr/>
        </p:nvGrpSpPr>
        <p:grpSpPr bwMode="auto">
          <a:xfrm>
            <a:off x="12840929" y="698310"/>
            <a:ext cx="2362200" cy="1295400"/>
            <a:chOff x="2832" y="912"/>
            <a:chExt cx="1488" cy="816"/>
          </a:xfrm>
        </p:grpSpPr>
        <p:sp>
          <p:nvSpPr>
            <p:cNvPr id="23585" name="Rectangle 8">
              <a:extLst>
                <a:ext uri="{FF2B5EF4-FFF2-40B4-BE49-F238E27FC236}">
                  <a16:creationId xmlns:a16="http://schemas.microsoft.com/office/drawing/2014/main" id="{62B72054-4606-B4D9-0393-69B89E2B2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912"/>
              <a:ext cx="1488" cy="81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23586" name="Picture 9" descr="P2">
              <a:extLst>
                <a:ext uri="{FF2B5EF4-FFF2-40B4-BE49-F238E27FC236}">
                  <a16:creationId xmlns:a16="http://schemas.microsoft.com/office/drawing/2014/main" id="{1252127B-08EA-3C97-94D7-93A099858D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960"/>
              <a:ext cx="1248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2" name="Text Box 34">
            <a:extLst>
              <a:ext uri="{FF2B5EF4-FFF2-40B4-BE49-F238E27FC236}">
                <a16:creationId xmlns:a16="http://schemas.microsoft.com/office/drawing/2014/main" id="{D8F5AB4E-838A-CDCF-4E05-B87E0EB82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6128" y="5045075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400" b="1">
                <a:solidFill>
                  <a:schemeClr val="bg1"/>
                </a:solidFill>
                <a:latin typeface="Comic Sans MS" panose="030F0902030302020204" pitchFamily="66" charset="0"/>
              </a:rPr>
              <a:t>2</a:t>
            </a:r>
          </a:p>
        </p:txBody>
      </p:sp>
      <p:sp>
        <p:nvSpPr>
          <p:cNvPr id="43" name="Text Box 34">
            <a:extLst>
              <a:ext uri="{FF2B5EF4-FFF2-40B4-BE49-F238E27FC236}">
                <a16:creationId xmlns:a16="http://schemas.microsoft.com/office/drawing/2014/main" id="{5B7EFD6B-9D89-DF21-180D-F5AF77F71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9528" y="6416675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400" b="1">
                <a:solidFill>
                  <a:schemeClr val="bg1"/>
                </a:solidFill>
                <a:latin typeface="Comic Sans MS" panose="030F0902030302020204" pitchFamily="66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177543-FD55-8490-BD4B-53E30A19B496}"/>
                  </a:ext>
                </a:extLst>
              </p:cNvPr>
              <p:cNvSpPr txBox="1"/>
              <p:nvPr/>
            </p:nvSpPr>
            <p:spPr>
              <a:xfrm>
                <a:off x="701700" y="1504441"/>
                <a:ext cx="797083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The two matrices are closely related: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177543-FD55-8490-BD4B-53E30A19B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00" y="1504441"/>
                <a:ext cx="7970836" cy="553998"/>
              </a:xfrm>
              <a:prstGeom prst="rect">
                <a:avLst/>
              </a:prstGeom>
              <a:blipFill>
                <a:blip r:embed="rId3"/>
                <a:stretch>
                  <a:fillRect l="-1749" t="-13333"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1D6650F6-33CA-57A5-4046-23064956D129}"/>
              </a:ext>
            </a:extLst>
          </p:cNvPr>
          <p:cNvSpPr txBox="1"/>
          <p:nvPr/>
        </p:nvSpPr>
        <p:spPr>
          <a:xfrm>
            <a:off x="3367769" y="4570409"/>
            <a:ext cx="42511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3D935EF-41D6-7968-C39C-8F15A0C749E8}"/>
                  </a:ext>
                </a:extLst>
              </p:cNvPr>
              <p:cNvSpPr txBox="1"/>
              <p:nvPr/>
            </p:nvSpPr>
            <p:spPr>
              <a:xfrm>
                <a:off x="1568722" y="2252206"/>
                <a:ext cx="4894107" cy="1311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D is diagonal matrix with entries</a:t>
                </a:r>
              </a:p>
              <a:p>
                <a:endParaRPr lang="en-US" sz="25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5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brk m:alnAt="23"/>
                          </m:rPr>
                          <a:rPr lang="en-US" sz="2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500" dirty="0"/>
                  <a:t> = degree of </a:t>
                </a:r>
                <a:r>
                  <a:rPr lang="en-US" sz="2500" dirty="0" err="1"/>
                  <a:t>i</a:t>
                </a:r>
                <a:endParaRPr lang="en-US" sz="25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3D935EF-41D6-7968-C39C-8F15A0C74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8722" y="2252206"/>
                <a:ext cx="4894107" cy="1311065"/>
              </a:xfrm>
              <a:prstGeom prst="rect">
                <a:avLst/>
              </a:prstGeom>
              <a:blipFill>
                <a:blip r:embed="rId4"/>
                <a:stretch>
                  <a:fillRect l="-2073" t="-3846" b="-6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552" name="Group 23551">
            <a:extLst>
              <a:ext uri="{FF2B5EF4-FFF2-40B4-BE49-F238E27FC236}">
                <a16:creationId xmlns:a16="http://schemas.microsoft.com/office/drawing/2014/main" id="{69E176A0-E10E-5BF6-3320-469B04713F21}"/>
              </a:ext>
            </a:extLst>
          </p:cNvPr>
          <p:cNvGrpSpPr/>
          <p:nvPr/>
        </p:nvGrpSpPr>
        <p:grpSpPr>
          <a:xfrm>
            <a:off x="370581" y="4158883"/>
            <a:ext cx="2950779" cy="2077184"/>
            <a:chOff x="6944608" y="1289393"/>
            <a:chExt cx="2950779" cy="2077184"/>
          </a:xfrm>
        </p:grpSpPr>
        <p:sp>
          <p:nvSpPr>
            <p:cNvPr id="23553" name="Rectangle 5">
              <a:extLst>
                <a:ext uri="{FF2B5EF4-FFF2-40B4-BE49-F238E27FC236}">
                  <a16:creationId xmlns:a16="http://schemas.microsoft.com/office/drawing/2014/main" id="{A73A1484-5144-7699-4065-86F4E6E4B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4608" y="1289393"/>
              <a:ext cx="2950779" cy="20771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/>
            </a:p>
          </p:txBody>
        </p:sp>
        <p:sp>
          <p:nvSpPr>
            <p:cNvPr id="23562" name="TextBox 23561">
              <a:extLst>
                <a:ext uri="{FF2B5EF4-FFF2-40B4-BE49-F238E27FC236}">
                  <a16:creationId xmlns:a16="http://schemas.microsoft.com/office/drawing/2014/main" id="{F510B63E-4783-0F32-13F9-5BE9125633FB}"/>
                </a:ext>
              </a:extLst>
            </p:cNvPr>
            <p:cNvSpPr txBox="1"/>
            <p:nvPr/>
          </p:nvSpPr>
          <p:spPr>
            <a:xfrm>
              <a:off x="7828591" y="1317688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1/4</a:t>
              </a:r>
            </a:p>
          </p:txBody>
        </p:sp>
        <p:sp>
          <p:nvSpPr>
            <p:cNvPr id="23563" name="TextBox 23562">
              <a:extLst>
                <a:ext uri="{FF2B5EF4-FFF2-40B4-BE49-F238E27FC236}">
                  <a16:creationId xmlns:a16="http://schemas.microsoft.com/office/drawing/2014/main" id="{7647C22D-9121-AEB3-6CFD-A156C86EEAD7}"/>
                </a:ext>
              </a:extLst>
            </p:cNvPr>
            <p:cNvSpPr txBox="1"/>
            <p:nvPr/>
          </p:nvSpPr>
          <p:spPr>
            <a:xfrm>
              <a:off x="7058183" y="1317688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64" name="TextBox 23563">
              <a:extLst>
                <a:ext uri="{FF2B5EF4-FFF2-40B4-BE49-F238E27FC236}">
                  <a16:creationId xmlns:a16="http://schemas.microsoft.com/office/drawing/2014/main" id="{3FCA9E73-E949-1F00-56A3-9EAC7B8DC372}"/>
                </a:ext>
              </a:extLst>
            </p:cNvPr>
            <p:cNvSpPr txBox="1"/>
            <p:nvPr/>
          </p:nvSpPr>
          <p:spPr>
            <a:xfrm>
              <a:off x="7859009" y="1861015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65" name="TextBox 23564">
              <a:extLst>
                <a:ext uri="{FF2B5EF4-FFF2-40B4-BE49-F238E27FC236}">
                  <a16:creationId xmlns:a16="http://schemas.microsoft.com/office/drawing/2014/main" id="{6390377D-BAFE-BEA7-9B8A-D84A99A98A9C}"/>
                </a:ext>
              </a:extLst>
            </p:cNvPr>
            <p:cNvSpPr txBox="1"/>
            <p:nvPr/>
          </p:nvSpPr>
          <p:spPr>
            <a:xfrm>
              <a:off x="8688493" y="2387611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66" name="TextBox 23565">
              <a:extLst>
                <a:ext uri="{FF2B5EF4-FFF2-40B4-BE49-F238E27FC236}">
                  <a16:creationId xmlns:a16="http://schemas.microsoft.com/office/drawing/2014/main" id="{996304F7-1571-C1B4-9385-7F2D4F3D01B8}"/>
                </a:ext>
              </a:extLst>
            </p:cNvPr>
            <p:cNvSpPr txBox="1"/>
            <p:nvPr/>
          </p:nvSpPr>
          <p:spPr>
            <a:xfrm>
              <a:off x="8638324" y="1349555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23567" name="TextBox 23566">
              <a:extLst>
                <a:ext uri="{FF2B5EF4-FFF2-40B4-BE49-F238E27FC236}">
                  <a16:creationId xmlns:a16="http://schemas.microsoft.com/office/drawing/2014/main" id="{0F9F18B4-45E2-31AC-93B0-F22F14C216FA}"/>
                </a:ext>
              </a:extLst>
            </p:cNvPr>
            <p:cNvSpPr txBox="1"/>
            <p:nvPr/>
          </p:nvSpPr>
          <p:spPr>
            <a:xfrm>
              <a:off x="9250798" y="1315238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68" name="TextBox 23567">
              <a:extLst>
                <a:ext uri="{FF2B5EF4-FFF2-40B4-BE49-F238E27FC236}">
                  <a16:creationId xmlns:a16="http://schemas.microsoft.com/office/drawing/2014/main" id="{BDE47A2E-EEB1-CB27-3D59-89C171EE1826}"/>
                </a:ext>
              </a:extLst>
            </p:cNvPr>
            <p:cNvSpPr txBox="1"/>
            <p:nvPr/>
          </p:nvSpPr>
          <p:spPr>
            <a:xfrm>
              <a:off x="9243768" y="2860546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69" name="TextBox 23568">
              <a:extLst>
                <a:ext uri="{FF2B5EF4-FFF2-40B4-BE49-F238E27FC236}">
                  <a16:creationId xmlns:a16="http://schemas.microsoft.com/office/drawing/2014/main" id="{63913977-A3E0-CFF5-1CFA-9A498FC8BAD9}"/>
                </a:ext>
              </a:extLst>
            </p:cNvPr>
            <p:cNvSpPr txBox="1"/>
            <p:nvPr/>
          </p:nvSpPr>
          <p:spPr>
            <a:xfrm>
              <a:off x="7088495" y="1871648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23570" name="TextBox 23569">
              <a:extLst>
                <a:ext uri="{FF2B5EF4-FFF2-40B4-BE49-F238E27FC236}">
                  <a16:creationId xmlns:a16="http://schemas.microsoft.com/office/drawing/2014/main" id="{18AFC2A6-86BA-FC39-01B5-B936DE2C323A}"/>
                </a:ext>
              </a:extLst>
            </p:cNvPr>
            <p:cNvSpPr txBox="1"/>
            <p:nvPr/>
          </p:nvSpPr>
          <p:spPr>
            <a:xfrm>
              <a:off x="9243768" y="1871648"/>
              <a:ext cx="43398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571" name="TextBox 23570">
              <a:extLst>
                <a:ext uri="{FF2B5EF4-FFF2-40B4-BE49-F238E27FC236}">
                  <a16:creationId xmlns:a16="http://schemas.microsoft.com/office/drawing/2014/main" id="{D44EA19B-37D2-1A21-18DC-2EFF4501887F}"/>
                </a:ext>
              </a:extLst>
            </p:cNvPr>
            <p:cNvSpPr txBox="1"/>
            <p:nvPr/>
          </p:nvSpPr>
          <p:spPr>
            <a:xfrm>
              <a:off x="8676865" y="1868583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23572" name="TextBox 23571">
              <a:extLst>
                <a:ext uri="{FF2B5EF4-FFF2-40B4-BE49-F238E27FC236}">
                  <a16:creationId xmlns:a16="http://schemas.microsoft.com/office/drawing/2014/main" id="{B5DD9CFF-F7C2-CADB-5B06-DC1263B5C3C0}"/>
                </a:ext>
              </a:extLst>
            </p:cNvPr>
            <p:cNvSpPr txBox="1"/>
            <p:nvPr/>
          </p:nvSpPr>
          <p:spPr>
            <a:xfrm>
              <a:off x="7088495" y="2374896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23573" name="TextBox 23572">
              <a:extLst>
                <a:ext uri="{FF2B5EF4-FFF2-40B4-BE49-F238E27FC236}">
                  <a16:creationId xmlns:a16="http://schemas.microsoft.com/office/drawing/2014/main" id="{8399E7A2-033A-C3A8-3310-C59D7120F655}"/>
                </a:ext>
              </a:extLst>
            </p:cNvPr>
            <p:cNvSpPr txBox="1"/>
            <p:nvPr/>
          </p:nvSpPr>
          <p:spPr>
            <a:xfrm>
              <a:off x="7854430" y="2383444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1/4</a:t>
              </a:r>
            </a:p>
          </p:txBody>
        </p:sp>
        <p:sp>
          <p:nvSpPr>
            <p:cNvPr id="23587" name="TextBox 23586">
              <a:extLst>
                <a:ext uri="{FF2B5EF4-FFF2-40B4-BE49-F238E27FC236}">
                  <a16:creationId xmlns:a16="http://schemas.microsoft.com/office/drawing/2014/main" id="{0B9EF1F3-87F8-D462-2FEF-60AB4EA1D412}"/>
                </a:ext>
              </a:extLst>
            </p:cNvPr>
            <p:cNvSpPr txBox="1"/>
            <p:nvPr/>
          </p:nvSpPr>
          <p:spPr>
            <a:xfrm>
              <a:off x="9210265" y="2382867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88" name="TextBox 23587">
              <a:extLst>
                <a:ext uri="{FF2B5EF4-FFF2-40B4-BE49-F238E27FC236}">
                  <a16:creationId xmlns:a16="http://schemas.microsoft.com/office/drawing/2014/main" id="{1A6CFFF8-F0D2-81D2-A8E4-4BB25A028334}"/>
                </a:ext>
              </a:extLst>
            </p:cNvPr>
            <p:cNvSpPr txBox="1"/>
            <p:nvPr/>
          </p:nvSpPr>
          <p:spPr>
            <a:xfrm>
              <a:off x="7859009" y="2838475"/>
              <a:ext cx="725150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2/4</a:t>
              </a:r>
            </a:p>
          </p:txBody>
        </p:sp>
        <p:sp>
          <p:nvSpPr>
            <p:cNvPr id="23589" name="TextBox 23588">
              <a:extLst>
                <a:ext uri="{FF2B5EF4-FFF2-40B4-BE49-F238E27FC236}">
                  <a16:creationId xmlns:a16="http://schemas.microsoft.com/office/drawing/2014/main" id="{54B7349D-8CFB-B1D9-C2E6-D47E7EBBC9E5}"/>
                </a:ext>
              </a:extLst>
            </p:cNvPr>
            <p:cNvSpPr txBox="1"/>
            <p:nvPr/>
          </p:nvSpPr>
          <p:spPr>
            <a:xfrm>
              <a:off x="8676865" y="2853035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90" name="TextBox 23589">
              <a:extLst>
                <a:ext uri="{FF2B5EF4-FFF2-40B4-BE49-F238E27FC236}">
                  <a16:creationId xmlns:a16="http://schemas.microsoft.com/office/drawing/2014/main" id="{15C50583-6A96-4E8B-D24F-F432A5AE4240}"/>
                </a:ext>
              </a:extLst>
            </p:cNvPr>
            <p:cNvSpPr txBox="1"/>
            <p:nvPr/>
          </p:nvSpPr>
          <p:spPr>
            <a:xfrm>
              <a:off x="7105247" y="281640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</p:grpSp>
      <p:sp>
        <p:nvSpPr>
          <p:cNvPr id="23592" name="Rectangle 3">
            <a:extLst>
              <a:ext uri="{FF2B5EF4-FFF2-40B4-BE49-F238E27FC236}">
                <a16:creationId xmlns:a16="http://schemas.microsoft.com/office/drawing/2014/main" id="{CDDA8FF1-975A-01E9-5144-247FAFDE5BBC}"/>
              </a:ext>
            </a:extLst>
          </p:cNvPr>
          <p:cNvSpPr txBox="1">
            <a:spLocks noChangeArrowheads="1"/>
          </p:cNvSpPr>
          <p:nvPr/>
        </p:nvSpPr>
        <p:spPr>
          <a:xfrm>
            <a:off x="4219195" y="6267638"/>
            <a:ext cx="3140075" cy="461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500" b="1"/>
              <a:t>Adjacency matrix A</a:t>
            </a:r>
            <a:endParaRPr lang="en-US" altLang="en-US" sz="2500" b="1" dirty="0"/>
          </a:p>
        </p:txBody>
      </p:sp>
      <p:grpSp>
        <p:nvGrpSpPr>
          <p:cNvPr id="23593" name="Group 23592">
            <a:extLst>
              <a:ext uri="{FF2B5EF4-FFF2-40B4-BE49-F238E27FC236}">
                <a16:creationId xmlns:a16="http://schemas.microsoft.com/office/drawing/2014/main" id="{411841B8-CEB8-D9E0-305B-EAFF70167E63}"/>
              </a:ext>
            </a:extLst>
          </p:cNvPr>
          <p:cNvGrpSpPr/>
          <p:nvPr/>
        </p:nvGrpSpPr>
        <p:grpSpPr>
          <a:xfrm>
            <a:off x="4219195" y="4084566"/>
            <a:ext cx="2950779" cy="2077184"/>
            <a:chOff x="2514599" y="1279309"/>
            <a:chExt cx="2950779" cy="2077184"/>
          </a:xfrm>
        </p:grpSpPr>
        <p:sp>
          <p:nvSpPr>
            <p:cNvPr id="23594" name="Rectangle 5">
              <a:extLst>
                <a:ext uri="{FF2B5EF4-FFF2-40B4-BE49-F238E27FC236}">
                  <a16:creationId xmlns:a16="http://schemas.microsoft.com/office/drawing/2014/main" id="{04C93F57-6131-63E6-1E49-BB55C2F54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599" y="1279309"/>
              <a:ext cx="2950779" cy="20771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/>
            </a:p>
          </p:txBody>
        </p:sp>
        <p:sp>
          <p:nvSpPr>
            <p:cNvPr id="23595" name="TextBox 23594">
              <a:extLst>
                <a:ext uri="{FF2B5EF4-FFF2-40B4-BE49-F238E27FC236}">
                  <a16:creationId xmlns:a16="http://schemas.microsoft.com/office/drawing/2014/main" id="{57ED45E5-E74F-8350-BA15-1CCD62611ACB}"/>
                </a:ext>
              </a:extLst>
            </p:cNvPr>
            <p:cNvSpPr txBox="1"/>
            <p:nvPr/>
          </p:nvSpPr>
          <p:spPr>
            <a:xfrm>
              <a:off x="3398582" y="1307604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596" name="TextBox 23595">
              <a:extLst>
                <a:ext uri="{FF2B5EF4-FFF2-40B4-BE49-F238E27FC236}">
                  <a16:creationId xmlns:a16="http://schemas.microsoft.com/office/drawing/2014/main" id="{4E6B7C33-1976-01E8-92C9-8D73420C8F26}"/>
                </a:ext>
              </a:extLst>
            </p:cNvPr>
            <p:cNvSpPr txBox="1"/>
            <p:nvPr/>
          </p:nvSpPr>
          <p:spPr>
            <a:xfrm>
              <a:off x="2628174" y="1307604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97" name="TextBox 23596">
              <a:extLst>
                <a:ext uri="{FF2B5EF4-FFF2-40B4-BE49-F238E27FC236}">
                  <a16:creationId xmlns:a16="http://schemas.microsoft.com/office/drawing/2014/main" id="{49629F4F-50B7-F031-4401-DE56457E382D}"/>
                </a:ext>
              </a:extLst>
            </p:cNvPr>
            <p:cNvSpPr txBox="1"/>
            <p:nvPr/>
          </p:nvSpPr>
          <p:spPr>
            <a:xfrm>
              <a:off x="3429000" y="1850931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98" name="TextBox 23597">
              <a:extLst>
                <a:ext uri="{FF2B5EF4-FFF2-40B4-BE49-F238E27FC236}">
                  <a16:creationId xmlns:a16="http://schemas.microsoft.com/office/drawing/2014/main" id="{CD19F5E4-ED22-8084-502D-46140FC41136}"/>
                </a:ext>
              </a:extLst>
            </p:cNvPr>
            <p:cNvSpPr txBox="1"/>
            <p:nvPr/>
          </p:nvSpPr>
          <p:spPr>
            <a:xfrm>
              <a:off x="4258484" y="2377527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99" name="TextBox 23598">
              <a:extLst>
                <a:ext uri="{FF2B5EF4-FFF2-40B4-BE49-F238E27FC236}">
                  <a16:creationId xmlns:a16="http://schemas.microsoft.com/office/drawing/2014/main" id="{D2868A6F-84E7-4761-5E8A-3993B3E29E82}"/>
                </a:ext>
              </a:extLst>
            </p:cNvPr>
            <p:cNvSpPr txBox="1"/>
            <p:nvPr/>
          </p:nvSpPr>
          <p:spPr>
            <a:xfrm>
              <a:off x="4208315" y="1339471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600" name="TextBox 23599">
              <a:extLst>
                <a:ext uri="{FF2B5EF4-FFF2-40B4-BE49-F238E27FC236}">
                  <a16:creationId xmlns:a16="http://schemas.microsoft.com/office/drawing/2014/main" id="{703C8A57-0DFD-4D21-7DF6-0FD212FCCB05}"/>
                </a:ext>
              </a:extLst>
            </p:cNvPr>
            <p:cNvSpPr txBox="1"/>
            <p:nvPr/>
          </p:nvSpPr>
          <p:spPr>
            <a:xfrm>
              <a:off x="4820789" y="1305154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1" name="TextBox 23600">
              <a:extLst>
                <a:ext uri="{FF2B5EF4-FFF2-40B4-BE49-F238E27FC236}">
                  <a16:creationId xmlns:a16="http://schemas.microsoft.com/office/drawing/2014/main" id="{324D5D1A-7E75-945D-EC19-D3D56CC282C4}"/>
                </a:ext>
              </a:extLst>
            </p:cNvPr>
            <p:cNvSpPr txBox="1"/>
            <p:nvPr/>
          </p:nvSpPr>
          <p:spPr>
            <a:xfrm>
              <a:off x="4813759" y="285046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2" name="TextBox 23601">
              <a:extLst>
                <a:ext uri="{FF2B5EF4-FFF2-40B4-BE49-F238E27FC236}">
                  <a16:creationId xmlns:a16="http://schemas.microsoft.com/office/drawing/2014/main" id="{837F8F9B-306A-C4CE-1089-A5B78D8DC8F7}"/>
                </a:ext>
              </a:extLst>
            </p:cNvPr>
            <p:cNvSpPr txBox="1"/>
            <p:nvPr/>
          </p:nvSpPr>
          <p:spPr>
            <a:xfrm>
              <a:off x="2658486" y="1861564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603" name="TextBox 23602">
              <a:extLst>
                <a:ext uri="{FF2B5EF4-FFF2-40B4-BE49-F238E27FC236}">
                  <a16:creationId xmlns:a16="http://schemas.microsoft.com/office/drawing/2014/main" id="{AA4BB689-D7FF-04CF-CFCD-27592EB10801}"/>
                </a:ext>
              </a:extLst>
            </p:cNvPr>
            <p:cNvSpPr txBox="1"/>
            <p:nvPr/>
          </p:nvSpPr>
          <p:spPr>
            <a:xfrm>
              <a:off x="4813759" y="1861564"/>
              <a:ext cx="43398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2</a:t>
              </a:r>
            </a:p>
          </p:txBody>
        </p:sp>
        <p:sp>
          <p:nvSpPr>
            <p:cNvPr id="23604" name="TextBox 23603">
              <a:extLst>
                <a:ext uri="{FF2B5EF4-FFF2-40B4-BE49-F238E27FC236}">
                  <a16:creationId xmlns:a16="http://schemas.microsoft.com/office/drawing/2014/main" id="{674821DF-F56C-1DE4-5238-D1AF2EC6239B}"/>
                </a:ext>
              </a:extLst>
            </p:cNvPr>
            <p:cNvSpPr txBox="1"/>
            <p:nvPr/>
          </p:nvSpPr>
          <p:spPr>
            <a:xfrm>
              <a:off x="4246856" y="1858499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605" name="TextBox 23604">
              <a:extLst>
                <a:ext uri="{FF2B5EF4-FFF2-40B4-BE49-F238E27FC236}">
                  <a16:creationId xmlns:a16="http://schemas.microsoft.com/office/drawing/2014/main" id="{F811BAF4-7EBC-5AD5-2815-3F701B801F1C}"/>
                </a:ext>
              </a:extLst>
            </p:cNvPr>
            <p:cNvSpPr txBox="1"/>
            <p:nvPr/>
          </p:nvSpPr>
          <p:spPr>
            <a:xfrm>
              <a:off x="2658486" y="236481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606" name="TextBox 23605">
              <a:extLst>
                <a:ext uri="{FF2B5EF4-FFF2-40B4-BE49-F238E27FC236}">
                  <a16:creationId xmlns:a16="http://schemas.microsoft.com/office/drawing/2014/main" id="{DF72C380-08B8-116F-FD6F-E9FE5B542B6E}"/>
                </a:ext>
              </a:extLst>
            </p:cNvPr>
            <p:cNvSpPr txBox="1"/>
            <p:nvPr/>
          </p:nvSpPr>
          <p:spPr>
            <a:xfrm>
              <a:off x="3424421" y="2373360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607" name="TextBox 23606">
              <a:extLst>
                <a:ext uri="{FF2B5EF4-FFF2-40B4-BE49-F238E27FC236}">
                  <a16:creationId xmlns:a16="http://schemas.microsoft.com/office/drawing/2014/main" id="{B9FFFDB6-183E-BFD6-6823-16B20484F3CC}"/>
                </a:ext>
              </a:extLst>
            </p:cNvPr>
            <p:cNvSpPr txBox="1"/>
            <p:nvPr/>
          </p:nvSpPr>
          <p:spPr>
            <a:xfrm>
              <a:off x="4780256" y="2372783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8" name="TextBox 23607">
              <a:extLst>
                <a:ext uri="{FF2B5EF4-FFF2-40B4-BE49-F238E27FC236}">
                  <a16:creationId xmlns:a16="http://schemas.microsoft.com/office/drawing/2014/main" id="{35F71777-FD83-0C2C-85E3-5FD0756FEEBF}"/>
                </a:ext>
              </a:extLst>
            </p:cNvPr>
            <p:cNvSpPr txBox="1"/>
            <p:nvPr/>
          </p:nvSpPr>
          <p:spPr>
            <a:xfrm>
              <a:off x="3429000" y="2828391"/>
              <a:ext cx="43398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2</a:t>
              </a:r>
            </a:p>
          </p:txBody>
        </p:sp>
        <p:sp>
          <p:nvSpPr>
            <p:cNvPr id="23609" name="TextBox 23608">
              <a:extLst>
                <a:ext uri="{FF2B5EF4-FFF2-40B4-BE49-F238E27FC236}">
                  <a16:creationId xmlns:a16="http://schemas.microsoft.com/office/drawing/2014/main" id="{DB8E34FF-6499-F6D2-B70A-8C80A737D3C8}"/>
                </a:ext>
              </a:extLst>
            </p:cNvPr>
            <p:cNvSpPr txBox="1"/>
            <p:nvPr/>
          </p:nvSpPr>
          <p:spPr>
            <a:xfrm>
              <a:off x="4246856" y="2842951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10" name="TextBox 23609">
              <a:extLst>
                <a:ext uri="{FF2B5EF4-FFF2-40B4-BE49-F238E27FC236}">
                  <a16:creationId xmlns:a16="http://schemas.microsoft.com/office/drawing/2014/main" id="{F3678275-9600-988E-FB89-AAAF6AC0B754}"/>
                </a:ext>
              </a:extLst>
            </p:cNvPr>
            <p:cNvSpPr txBox="1"/>
            <p:nvPr/>
          </p:nvSpPr>
          <p:spPr>
            <a:xfrm>
              <a:off x="2675238" y="2806318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</p:grpSp>
      <p:sp>
        <p:nvSpPr>
          <p:cNvPr id="23611" name="Rectangle 3">
            <a:extLst>
              <a:ext uri="{FF2B5EF4-FFF2-40B4-BE49-F238E27FC236}">
                <a16:creationId xmlns:a16="http://schemas.microsoft.com/office/drawing/2014/main" id="{ECCB5099-203F-5450-210F-AAAE76A91BA8}"/>
              </a:ext>
            </a:extLst>
          </p:cNvPr>
          <p:cNvSpPr txBox="1">
            <a:spLocks noChangeArrowheads="1"/>
          </p:cNvSpPr>
          <p:nvPr/>
        </p:nvSpPr>
        <p:spPr>
          <a:xfrm>
            <a:off x="137908" y="6434021"/>
            <a:ext cx="3744448" cy="461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500" b="1" dirty="0"/>
              <a:t>Probability transition matrix P</a:t>
            </a:r>
          </a:p>
        </p:txBody>
      </p:sp>
      <p:grpSp>
        <p:nvGrpSpPr>
          <p:cNvPr id="23659" name="Group 23658">
            <a:extLst>
              <a:ext uri="{FF2B5EF4-FFF2-40B4-BE49-F238E27FC236}">
                <a16:creationId xmlns:a16="http://schemas.microsoft.com/office/drawing/2014/main" id="{52A13138-10A6-6A1F-D1F1-71735B542FBC}"/>
              </a:ext>
            </a:extLst>
          </p:cNvPr>
          <p:cNvGrpSpPr/>
          <p:nvPr/>
        </p:nvGrpSpPr>
        <p:grpSpPr>
          <a:xfrm>
            <a:off x="7852882" y="3823160"/>
            <a:ext cx="3405759" cy="2361859"/>
            <a:chOff x="4118301" y="3884292"/>
            <a:chExt cx="3405759" cy="2361859"/>
          </a:xfrm>
        </p:grpSpPr>
        <p:grpSp>
          <p:nvGrpSpPr>
            <p:cNvPr id="23612" name="Group 23611">
              <a:extLst>
                <a:ext uri="{FF2B5EF4-FFF2-40B4-BE49-F238E27FC236}">
                  <a16:creationId xmlns:a16="http://schemas.microsoft.com/office/drawing/2014/main" id="{4A62B531-4F0E-A789-3FB3-F4AD1EDE6653}"/>
                </a:ext>
              </a:extLst>
            </p:cNvPr>
            <p:cNvGrpSpPr/>
            <p:nvPr/>
          </p:nvGrpSpPr>
          <p:grpSpPr>
            <a:xfrm>
              <a:off x="4118301" y="4168967"/>
              <a:ext cx="2950779" cy="2077184"/>
              <a:chOff x="6944608" y="1289393"/>
              <a:chExt cx="2950779" cy="2077184"/>
            </a:xfrm>
          </p:grpSpPr>
          <p:sp>
            <p:nvSpPr>
              <p:cNvPr id="23613" name="Rectangle 5">
                <a:extLst>
                  <a:ext uri="{FF2B5EF4-FFF2-40B4-BE49-F238E27FC236}">
                    <a16:creationId xmlns:a16="http://schemas.microsoft.com/office/drawing/2014/main" id="{39DEEFDD-6C6A-66F5-5B42-ED81C4C4E9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44608" y="1289393"/>
                <a:ext cx="2950779" cy="20771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000"/>
              </a:p>
            </p:txBody>
          </p:sp>
          <p:sp>
            <p:nvSpPr>
              <p:cNvPr id="23614" name="TextBox 23613">
                <a:extLst>
                  <a:ext uri="{FF2B5EF4-FFF2-40B4-BE49-F238E27FC236}">
                    <a16:creationId xmlns:a16="http://schemas.microsoft.com/office/drawing/2014/main" id="{10CF7498-6724-13D5-6ED8-A9829E0A264C}"/>
                  </a:ext>
                </a:extLst>
              </p:cNvPr>
              <p:cNvSpPr txBox="1"/>
              <p:nvPr/>
            </p:nvSpPr>
            <p:spPr>
              <a:xfrm>
                <a:off x="7828591" y="1317688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23615" name="TextBox 23614">
                <a:extLst>
                  <a:ext uri="{FF2B5EF4-FFF2-40B4-BE49-F238E27FC236}">
                    <a16:creationId xmlns:a16="http://schemas.microsoft.com/office/drawing/2014/main" id="{016F93F7-49F5-978E-5E95-4C13FE3DDBE7}"/>
                  </a:ext>
                </a:extLst>
              </p:cNvPr>
              <p:cNvSpPr txBox="1"/>
              <p:nvPr/>
            </p:nvSpPr>
            <p:spPr>
              <a:xfrm>
                <a:off x="7058183" y="1317688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2</a:t>
                </a:r>
              </a:p>
            </p:txBody>
          </p:sp>
          <p:sp>
            <p:nvSpPr>
              <p:cNvPr id="23616" name="TextBox 23615">
                <a:extLst>
                  <a:ext uri="{FF2B5EF4-FFF2-40B4-BE49-F238E27FC236}">
                    <a16:creationId xmlns:a16="http://schemas.microsoft.com/office/drawing/2014/main" id="{E8A9171E-4983-0915-7CA5-4EA71460FC29}"/>
                  </a:ext>
                </a:extLst>
              </p:cNvPr>
              <p:cNvSpPr txBox="1"/>
              <p:nvPr/>
            </p:nvSpPr>
            <p:spPr>
              <a:xfrm>
                <a:off x="7859009" y="1861015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4</a:t>
                </a:r>
              </a:p>
            </p:txBody>
          </p:sp>
          <p:sp>
            <p:nvSpPr>
              <p:cNvPr id="23617" name="TextBox 23616">
                <a:extLst>
                  <a:ext uri="{FF2B5EF4-FFF2-40B4-BE49-F238E27FC236}">
                    <a16:creationId xmlns:a16="http://schemas.microsoft.com/office/drawing/2014/main" id="{EC5D1C5C-0997-112E-1607-721A76807587}"/>
                  </a:ext>
                </a:extLst>
              </p:cNvPr>
              <p:cNvSpPr txBox="1"/>
              <p:nvPr/>
            </p:nvSpPr>
            <p:spPr>
              <a:xfrm>
                <a:off x="8688493" y="2387611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2</a:t>
                </a:r>
              </a:p>
            </p:txBody>
          </p:sp>
          <p:sp>
            <p:nvSpPr>
              <p:cNvPr id="23618" name="TextBox 23617">
                <a:extLst>
                  <a:ext uri="{FF2B5EF4-FFF2-40B4-BE49-F238E27FC236}">
                    <a16:creationId xmlns:a16="http://schemas.microsoft.com/office/drawing/2014/main" id="{09189526-2A8F-2AB0-5B38-2C4D1653D824}"/>
                  </a:ext>
                </a:extLst>
              </p:cNvPr>
              <p:cNvSpPr txBox="1"/>
              <p:nvPr/>
            </p:nvSpPr>
            <p:spPr>
              <a:xfrm>
                <a:off x="8638324" y="1349555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23619" name="TextBox 23618">
                <a:extLst>
                  <a:ext uri="{FF2B5EF4-FFF2-40B4-BE49-F238E27FC236}">
                    <a16:creationId xmlns:a16="http://schemas.microsoft.com/office/drawing/2014/main" id="{42CA6D53-A4A9-3CF2-0FCF-F5D240B53B51}"/>
                  </a:ext>
                </a:extLst>
              </p:cNvPr>
              <p:cNvSpPr txBox="1"/>
              <p:nvPr/>
            </p:nvSpPr>
            <p:spPr>
              <a:xfrm>
                <a:off x="9250798" y="1315238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23620" name="TextBox 23619">
                <a:extLst>
                  <a:ext uri="{FF2B5EF4-FFF2-40B4-BE49-F238E27FC236}">
                    <a16:creationId xmlns:a16="http://schemas.microsoft.com/office/drawing/2014/main" id="{1721D6A9-9D75-DE08-01BE-2F00A65D639E}"/>
                  </a:ext>
                </a:extLst>
              </p:cNvPr>
              <p:cNvSpPr txBox="1"/>
              <p:nvPr/>
            </p:nvSpPr>
            <p:spPr>
              <a:xfrm>
                <a:off x="9243768" y="2860546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2</a:t>
                </a:r>
              </a:p>
            </p:txBody>
          </p:sp>
          <p:sp>
            <p:nvSpPr>
              <p:cNvPr id="23621" name="TextBox 23620">
                <a:extLst>
                  <a:ext uri="{FF2B5EF4-FFF2-40B4-BE49-F238E27FC236}">
                    <a16:creationId xmlns:a16="http://schemas.microsoft.com/office/drawing/2014/main" id="{437D4CB7-DB55-FC81-50BD-A291A134B734}"/>
                  </a:ext>
                </a:extLst>
              </p:cNvPr>
              <p:cNvSpPr txBox="1"/>
              <p:nvPr/>
            </p:nvSpPr>
            <p:spPr>
              <a:xfrm>
                <a:off x="7088495" y="1871648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23622" name="TextBox 23621">
                <a:extLst>
                  <a:ext uri="{FF2B5EF4-FFF2-40B4-BE49-F238E27FC236}">
                    <a16:creationId xmlns:a16="http://schemas.microsoft.com/office/drawing/2014/main" id="{BC3D268C-17F2-B5FD-D994-A9035DFB1D52}"/>
                  </a:ext>
                </a:extLst>
              </p:cNvPr>
              <p:cNvSpPr txBox="1"/>
              <p:nvPr/>
            </p:nvSpPr>
            <p:spPr>
              <a:xfrm>
                <a:off x="9243768" y="1871648"/>
                <a:ext cx="43398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23623" name="TextBox 23622">
                <a:extLst>
                  <a:ext uri="{FF2B5EF4-FFF2-40B4-BE49-F238E27FC236}">
                    <a16:creationId xmlns:a16="http://schemas.microsoft.com/office/drawing/2014/main" id="{632825C3-178B-AB19-BE43-057AB1722DD5}"/>
                  </a:ext>
                </a:extLst>
              </p:cNvPr>
              <p:cNvSpPr txBox="1"/>
              <p:nvPr/>
            </p:nvSpPr>
            <p:spPr>
              <a:xfrm>
                <a:off x="8676865" y="1868583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23624" name="TextBox 23623">
                <a:extLst>
                  <a:ext uri="{FF2B5EF4-FFF2-40B4-BE49-F238E27FC236}">
                    <a16:creationId xmlns:a16="http://schemas.microsoft.com/office/drawing/2014/main" id="{8AF263D9-1EB4-F1E1-7A7D-D120F3C209E6}"/>
                  </a:ext>
                </a:extLst>
              </p:cNvPr>
              <p:cNvSpPr txBox="1"/>
              <p:nvPr/>
            </p:nvSpPr>
            <p:spPr>
              <a:xfrm>
                <a:off x="7088495" y="2374896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23625" name="TextBox 23624">
                <a:extLst>
                  <a:ext uri="{FF2B5EF4-FFF2-40B4-BE49-F238E27FC236}">
                    <a16:creationId xmlns:a16="http://schemas.microsoft.com/office/drawing/2014/main" id="{64022EED-4F06-81B3-8FF2-FBEEDE72D77C}"/>
                  </a:ext>
                </a:extLst>
              </p:cNvPr>
              <p:cNvSpPr txBox="1"/>
              <p:nvPr/>
            </p:nvSpPr>
            <p:spPr>
              <a:xfrm>
                <a:off x="7854430" y="2383444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23626" name="TextBox 23625">
                <a:extLst>
                  <a:ext uri="{FF2B5EF4-FFF2-40B4-BE49-F238E27FC236}">
                    <a16:creationId xmlns:a16="http://schemas.microsoft.com/office/drawing/2014/main" id="{3A2FECB4-2738-62EF-61C1-1A9854FBC451}"/>
                  </a:ext>
                </a:extLst>
              </p:cNvPr>
              <p:cNvSpPr txBox="1"/>
              <p:nvPr/>
            </p:nvSpPr>
            <p:spPr>
              <a:xfrm>
                <a:off x="9210265" y="2382867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23627" name="TextBox 23626">
                <a:extLst>
                  <a:ext uri="{FF2B5EF4-FFF2-40B4-BE49-F238E27FC236}">
                    <a16:creationId xmlns:a16="http://schemas.microsoft.com/office/drawing/2014/main" id="{78C09C7C-DD8D-38FB-0AD9-011BFFC844BF}"/>
                  </a:ext>
                </a:extLst>
              </p:cNvPr>
              <p:cNvSpPr txBox="1"/>
              <p:nvPr/>
            </p:nvSpPr>
            <p:spPr>
              <a:xfrm>
                <a:off x="7859009" y="2838475"/>
                <a:ext cx="72515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23628" name="TextBox 23627">
                <a:extLst>
                  <a:ext uri="{FF2B5EF4-FFF2-40B4-BE49-F238E27FC236}">
                    <a16:creationId xmlns:a16="http://schemas.microsoft.com/office/drawing/2014/main" id="{AE546E5D-BA60-88A3-889A-DB16F7BED316}"/>
                  </a:ext>
                </a:extLst>
              </p:cNvPr>
              <p:cNvSpPr txBox="1"/>
              <p:nvPr/>
            </p:nvSpPr>
            <p:spPr>
              <a:xfrm>
                <a:off x="8676865" y="2853035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23629" name="TextBox 23628">
                <a:extLst>
                  <a:ext uri="{FF2B5EF4-FFF2-40B4-BE49-F238E27FC236}">
                    <a16:creationId xmlns:a16="http://schemas.microsoft.com/office/drawing/2014/main" id="{5874F872-6D8B-2B8E-DD8A-9DEF076AE6A5}"/>
                  </a:ext>
                </a:extLst>
              </p:cNvPr>
              <p:cNvSpPr txBox="1"/>
              <p:nvPr/>
            </p:nvSpPr>
            <p:spPr>
              <a:xfrm>
                <a:off x="7105247" y="2816402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</p:grpSp>
        <p:sp>
          <p:nvSpPr>
            <p:cNvPr id="23630" name="TextBox 23629">
              <a:extLst>
                <a:ext uri="{FF2B5EF4-FFF2-40B4-BE49-F238E27FC236}">
                  <a16:creationId xmlns:a16="http://schemas.microsoft.com/office/drawing/2014/main" id="{2C096FDE-B88A-7B03-2069-61EF2165C41B}"/>
                </a:ext>
              </a:extLst>
            </p:cNvPr>
            <p:cNvSpPr txBox="1"/>
            <p:nvPr/>
          </p:nvSpPr>
          <p:spPr>
            <a:xfrm>
              <a:off x="7082977" y="3884292"/>
              <a:ext cx="44108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-1</a:t>
              </a:r>
            </a:p>
          </p:txBody>
        </p:sp>
      </p:grpSp>
      <p:grpSp>
        <p:nvGrpSpPr>
          <p:cNvPr id="23645" name="Group 23644">
            <a:extLst>
              <a:ext uri="{FF2B5EF4-FFF2-40B4-BE49-F238E27FC236}">
                <a16:creationId xmlns:a16="http://schemas.microsoft.com/office/drawing/2014/main" id="{70C0D837-0EFE-6452-B0F5-C31EB6966738}"/>
              </a:ext>
            </a:extLst>
          </p:cNvPr>
          <p:cNvGrpSpPr/>
          <p:nvPr/>
        </p:nvGrpSpPr>
        <p:grpSpPr>
          <a:xfrm>
            <a:off x="9188599" y="1175975"/>
            <a:ext cx="2552700" cy="1808437"/>
            <a:chOff x="2824750" y="4321671"/>
            <a:chExt cx="2552700" cy="1808437"/>
          </a:xfrm>
        </p:grpSpPr>
        <p:grpSp>
          <p:nvGrpSpPr>
            <p:cNvPr id="23646" name="Group 14">
              <a:extLst>
                <a:ext uri="{FF2B5EF4-FFF2-40B4-BE49-F238E27FC236}">
                  <a16:creationId xmlns:a16="http://schemas.microsoft.com/office/drawing/2014/main" id="{D9DAEE4A-00E6-B76A-E81B-31A185D064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71650"/>
              <a:chOff x="1056" y="1632"/>
              <a:chExt cx="1152" cy="1116"/>
            </a:xfrm>
          </p:grpSpPr>
          <p:sp>
            <p:nvSpPr>
              <p:cNvPr id="23650" name="Oval 15">
                <a:extLst>
                  <a:ext uri="{FF2B5EF4-FFF2-40B4-BE49-F238E27FC236}">
                    <a16:creationId xmlns:a16="http://schemas.microsoft.com/office/drawing/2014/main" id="{39CCB736-23E3-A102-0B06-F6CAE4BE5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3651" name="Oval 16">
                <a:extLst>
                  <a:ext uri="{FF2B5EF4-FFF2-40B4-BE49-F238E27FC236}">
                    <a16:creationId xmlns:a16="http://schemas.microsoft.com/office/drawing/2014/main" id="{E1FB6DA9-4F8A-473C-C976-205E75A394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3652" name="Oval 17">
                <a:extLst>
                  <a:ext uri="{FF2B5EF4-FFF2-40B4-BE49-F238E27FC236}">
                    <a16:creationId xmlns:a16="http://schemas.microsoft.com/office/drawing/2014/main" id="{95A4F108-2D2F-D14F-E9D4-5A6F596407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3653" name="Line 18">
                <a:extLst>
                  <a:ext uri="{FF2B5EF4-FFF2-40B4-BE49-F238E27FC236}">
                    <a16:creationId xmlns:a16="http://schemas.microsoft.com/office/drawing/2014/main" id="{3FE76B64-D570-2A00-3F64-3BE31138BD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23654" name="Line 19">
                <a:extLst>
                  <a:ext uri="{FF2B5EF4-FFF2-40B4-BE49-F238E27FC236}">
                    <a16:creationId xmlns:a16="http://schemas.microsoft.com/office/drawing/2014/main" id="{2FA79DA6-C2A5-FCAC-26E2-91848CE3C0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23655" name="Line 20">
                <a:extLst>
                  <a:ext uri="{FF2B5EF4-FFF2-40B4-BE49-F238E27FC236}">
                    <a16:creationId xmlns:a16="http://schemas.microsoft.com/office/drawing/2014/main" id="{9FC3A2D5-47D6-8FD6-E864-8C46E55F10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23656" name="Text Box 22">
                <a:extLst>
                  <a:ext uri="{FF2B5EF4-FFF2-40B4-BE49-F238E27FC236}">
                    <a16:creationId xmlns:a16="http://schemas.microsoft.com/office/drawing/2014/main" id="{3A663E4A-071D-18E5-BC04-1F72F79E8E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3657" name="Text Box 23">
                <a:extLst>
                  <a:ext uri="{FF2B5EF4-FFF2-40B4-BE49-F238E27FC236}">
                    <a16:creationId xmlns:a16="http://schemas.microsoft.com/office/drawing/2014/main" id="{02986D31-FA9F-7643-9790-5D3B0E3EBA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3658" name="Text Box 25">
                <a:extLst>
                  <a:ext uri="{FF2B5EF4-FFF2-40B4-BE49-F238E27FC236}">
                    <a16:creationId xmlns:a16="http://schemas.microsoft.com/office/drawing/2014/main" id="{94351BB3-BE71-0867-B97A-58557B98EE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 dirty="0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23647" name="Oval 16">
              <a:extLst>
                <a:ext uri="{FF2B5EF4-FFF2-40B4-BE49-F238E27FC236}">
                  <a16:creationId xmlns:a16="http://schemas.microsoft.com/office/drawing/2014/main" id="{6CDA0824-B352-5C88-4F68-0F91DBC7D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3648" name="Line 18">
              <a:extLst>
                <a:ext uri="{FF2B5EF4-FFF2-40B4-BE49-F238E27FC236}">
                  <a16:creationId xmlns:a16="http://schemas.microsoft.com/office/drawing/2014/main" id="{CAEF2540-F1FC-3F93-ABE4-AA1EAFDA3E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3649" name="Text Box 22">
              <a:extLst>
                <a:ext uri="{FF2B5EF4-FFF2-40B4-BE49-F238E27FC236}">
                  <a16:creationId xmlns:a16="http://schemas.microsoft.com/office/drawing/2014/main" id="{EAECAEDC-1875-1675-7C55-88CF7E5701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3050" y="4321671"/>
              <a:ext cx="3810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2000" b="1" dirty="0">
                  <a:latin typeface="Comic Sans MS" panose="030F0902030302020204" pitchFamily="66" charset="0"/>
                </a:rPr>
                <a:t>2</a:t>
              </a:r>
            </a:p>
          </p:txBody>
        </p:sp>
      </p:grpSp>
      <p:sp>
        <p:nvSpPr>
          <p:cNvPr id="23660" name="TextBox 23659">
            <a:extLst>
              <a:ext uri="{FF2B5EF4-FFF2-40B4-BE49-F238E27FC236}">
                <a16:creationId xmlns:a16="http://schemas.microsoft.com/office/drawing/2014/main" id="{0AD2B3DE-633F-2116-AC60-1A150D6808F0}"/>
              </a:ext>
            </a:extLst>
          </p:cNvPr>
          <p:cNvSpPr txBox="1"/>
          <p:nvPr/>
        </p:nvSpPr>
        <p:spPr>
          <a:xfrm>
            <a:off x="8016700" y="6229831"/>
            <a:ext cx="251780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Degree matrix D</a:t>
            </a:r>
          </a:p>
        </p:txBody>
      </p:sp>
    </p:spTree>
    <p:extLst>
      <p:ext uri="{BB962C8B-B14F-4D97-AF65-F5344CB8AC3E}">
        <p14:creationId xmlns:p14="http://schemas.microsoft.com/office/powerpoint/2010/main" val="952406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6881B442-415B-65A0-E4C9-2C74EDB510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2942" y="179485"/>
            <a:ext cx="11265976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Random walks are efficiently modeled with probability transition matrix </a:t>
            </a:r>
            <a:r>
              <a:rPr lang="en-US" altLang="en-US" sz="3600" i="1" dirty="0"/>
              <a:t>[derive on board]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97795F6-AF1A-B466-F5E2-41ACABD97B5F}"/>
              </a:ext>
            </a:extLst>
          </p:cNvPr>
          <p:cNvGrpSpPr/>
          <p:nvPr/>
        </p:nvGrpSpPr>
        <p:grpSpPr>
          <a:xfrm>
            <a:off x="8975068" y="4500016"/>
            <a:ext cx="2552700" cy="1808437"/>
            <a:chOff x="2824750" y="4321671"/>
            <a:chExt cx="2552700" cy="1808437"/>
          </a:xfrm>
        </p:grpSpPr>
        <p:grpSp>
          <p:nvGrpSpPr>
            <p:cNvPr id="3" name="Group 14">
              <a:extLst>
                <a:ext uri="{FF2B5EF4-FFF2-40B4-BE49-F238E27FC236}">
                  <a16:creationId xmlns:a16="http://schemas.microsoft.com/office/drawing/2014/main" id="{E4949835-669B-54D3-2E22-3A3134D62A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71650"/>
              <a:chOff x="1056" y="1632"/>
              <a:chExt cx="1152" cy="1116"/>
            </a:xfrm>
          </p:grpSpPr>
          <p:sp>
            <p:nvSpPr>
              <p:cNvPr id="7" name="Oval 15">
                <a:extLst>
                  <a:ext uri="{FF2B5EF4-FFF2-40B4-BE49-F238E27FC236}">
                    <a16:creationId xmlns:a16="http://schemas.microsoft.com/office/drawing/2014/main" id="{0676257B-A9DB-082F-69A1-326545B0A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8" name="Oval 16">
                <a:extLst>
                  <a:ext uri="{FF2B5EF4-FFF2-40B4-BE49-F238E27FC236}">
                    <a16:creationId xmlns:a16="http://schemas.microsoft.com/office/drawing/2014/main" id="{65A6CCF9-8D86-6EE3-7FA6-F68193257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9" name="Oval 17">
                <a:extLst>
                  <a:ext uri="{FF2B5EF4-FFF2-40B4-BE49-F238E27FC236}">
                    <a16:creationId xmlns:a16="http://schemas.microsoft.com/office/drawing/2014/main" id="{F09C287A-4476-FBEC-3546-80A3F4D74A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0" name="Line 18">
                <a:extLst>
                  <a:ext uri="{FF2B5EF4-FFF2-40B4-BE49-F238E27FC236}">
                    <a16:creationId xmlns:a16="http://schemas.microsoft.com/office/drawing/2014/main" id="{5B22D5AC-C8F7-281E-CCF5-F762000222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" name="Line 19">
                <a:extLst>
                  <a:ext uri="{FF2B5EF4-FFF2-40B4-BE49-F238E27FC236}">
                    <a16:creationId xmlns:a16="http://schemas.microsoft.com/office/drawing/2014/main" id="{57E9E615-15AF-7259-FE3F-F9827DB4BE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2" name="Line 20">
                <a:extLst>
                  <a:ext uri="{FF2B5EF4-FFF2-40B4-BE49-F238E27FC236}">
                    <a16:creationId xmlns:a16="http://schemas.microsoft.com/office/drawing/2014/main" id="{27CAD319-83F0-3DA8-1C45-4C60B55B9B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3" name="Text Box 22">
                <a:extLst>
                  <a:ext uri="{FF2B5EF4-FFF2-40B4-BE49-F238E27FC236}">
                    <a16:creationId xmlns:a16="http://schemas.microsoft.com/office/drawing/2014/main" id="{FD43BE8B-F13D-3D17-0B39-4F13F0077C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14" name="Text Box 23">
                <a:extLst>
                  <a:ext uri="{FF2B5EF4-FFF2-40B4-BE49-F238E27FC236}">
                    <a16:creationId xmlns:a16="http://schemas.microsoft.com/office/drawing/2014/main" id="{F24D4CBC-3A9B-4C19-D091-B1E44579B6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15" name="Text Box 25">
                <a:extLst>
                  <a:ext uri="{FF2B5EF4-FFF2-40B4-BE49-F238E27FC236}">
                    <a16:creationId xmlns:a16="http://schemas.microsoft.com/office/drawing/2014/main" id="{CF63BCF1-9239-1056-59C6-11239E0E2A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 dirty="0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4" name="Oval 16">
              <a:extLst>
                <a:ext uri="{FF2B5EF4-FFF2-40B4-BE49-F238E27FC236}">
                  <a16:creationId xmlns:a16="http://schemas.microsoft.com/office/drawing/2014/main" id="{C53525C6-7F83-0EA9-1199-28C2CBE91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5" name="Line 18">
              <a:extLst>
                <a:ext uri="{FF2B5EF4-FFF2-40B4-BE49-F238E27FC236}">
                  <a16:creationId xmlns:a16="http://schemas.microsoft.com/office/drawing/2014/main" id="{2D2C32F4-C7F7-2323-CBDC-6046CDFFBE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6" name="Text Box 22">
              <a:extLst>
                <a:ext uri="{FF2B5EF4-FFF2-40B4-BE49-F238E27FC236}">
                  <a16:creationId xmlns:a16="http://schemas.microsoft.com/office/drawing/2014/main" id="{C407DEED-2024-052B-4E5D-A27DBC888E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3050" y="4321671"/>
              <a:ext cx="3810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2000" b="1" dirty="0">
                  <a:latin typeface="Comic Sans MS" panose="030F0902030302020204" pitchFamily="66" charset="0"/>
                </a:rPr>
                <a:t>2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C83F793-1F4A-DB87-3D9E-33CDE1256F6A}"/>
              </a:ext>
            </a:extLst>
          </p:cNvPr>
          <p:cNvSpPr txBox="1"/>
          <p:nvPr/>
        </p:nvSpPr>
        <p:spPr>
          <a:xfrm>
            <a:off x="2515494" y="6908195"/>
            <a:ext cx="6700873" cy="1449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x</a:t>
            </a:r>
            <a:r>
              <a:rPr lang="en-US" altLang="en-US" baseline="-25000" dirty="0"/>
              <a:t>t+1</a:t>
            </a:r>
            <a:r>
              <a:rPr lang="en-US" altLang="en-US" dirty="0"/>
              <a:t>(</a:t>
            </a:r>
            <a:r>
              <a:rPr lang="en-US" altLang="en-US" dirty="0" err="1"/>
              <a:t>i</a:t>
            </a:r>
            <a:r>
              <a:rPr lang="en-US" altLang="en-US" dirty="0"/>
              <a:t>) = ∑</a:t>
            </a:r>
            <a:r>
              <a:rPr lang="en-US" altLang="en-US" baseline="-25000" dirty="0"/>
              <a:t>j</a:t>
            </a:r>
            <a:r>
              <a:rPr lang="en-US" altLang="en-US" dirty="0"/>
              <a:t>(Probability of being at node j)*</a:t>
            </a:r>
            <a:r>
              <a:rPr lang="en-US" altLang="en-US" dirty="0" err="1"/>
              <a:t>Pr</a:t>
            </a:r>
            <a:r>
              <a:rPr lang="en-US" altLang="en-US" dirty="0"/>
              <a:t>(j-&gt;</a:t>
            </a:r>
            <a:r>
              <a:rPr lang="en-US" altLang="en-US" dirty="0" err="1"/>
              <a:t>i</a:t>
            </a:r>
            <a:r>
              <a:rPr lang="en-US" altLang="en-US" dirty="0"/>
              <a:t>) 	    =∑</a:t>
            </a:r>
            <a:r>
              <a:rPr lang="en-US" altLang="en-US" baseline="-25000" dirty="0" err="1"/>
              <a:t>j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t</a:t>
            </a:r>
            <a:r>
              <a:rPr lang="en-US" altLang="en-US" dirty="0"/>
              <a:t>(j)*P(</a:t>
            </a:r>
            <a:r>
              <a:rPr lang="en-US" altLang="en-US" dirty="0" err="1"/>
              <a:t>i,j</a:t>
            </a:r>
            <a:r>
              <a:rPr lang="en-US" altLang="en-US" dirty="0"/>
              <a:t>) = P 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t</a:t>
            </a:r>
            <a:endParaRPr lang="en-US" altLang="en-US" baseline="-25000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x</a:t>
            </a:r>
            <a:r>
              <a:rPr lang="en-US" altLang="en-US" baseline="-25000" dirty="0"/>
              <a:t>t+1 </a:t>
            </a:r>
            <a:r>
              <a:rPr lang="en-US" altLang="en-US" dirty="0"/>
              <a:t>= P*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t</a:t>
            </a:r>
            <a:r>
              <a:rPr lang="en-US" altLang="en-US" baseline="30000" dirty="0"/>
              <a:t> </a:t>
            </a:r>
            <a:r>
              <a:rPr lang="en-US" altLang="en-US" dirty="0"/>
              <a:t>= P*P*x</a:t>
            </a:r>
            <a:r>
              <a:rPr lang="en-US" altLang="en-US" baseline="-25000" dirty="0"/>
              <a:t>t-1</a:t>
            </a:r>
            <a:r>
              <a:rPr lang="en-US" altLang="en-US" dirty="0"/>
              <a:t>= P*P*P*x</a:t>
            </a:r>
            <a:r>
              <a:rPr lang="en-US" altLang="en-US" baseline="-25000" dirty="0"/>
              <a:t>t-2</a:t>
            </a:r>
            <a:r>
              <a:rPr lang="en-US" altLang="en-US" dirty="0"/>
              <a:t>= …=P</a:t>
            </a:r>
            <a:r>
              <a:rPr lang="en-US" altLang="en-US" baseline="30000" dirty="0"/>
              <a:t>t</a:t>
            </a:r>
            <a:r>
              <a:rPr lang="en-US" altLang="en-US" dirty="0"/>
              <a:t> x</a:t>
            </a:r>
            <a:r>
              <a:rPr lang="en-US" altLang="en-US" baseline="-25000" dirty="0"/>
              <a:t>0 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baseline="30000" dirty="0"/>
          </a:p>
          <a:p>
            <a:pPr>
              <a:lnSpc>
                <a:spcPct val="90000"/>
              </a:lnSpc>
            </a:pPr>
            <a:endParaRPr lang="en-US" altLang="en-US" baseline="30000" dirty="0"/>
          </a:p>
          <a:p>
            <a:endParaRPr lang="en-US" dirty="0"/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85C7D0B3-AE03-FA6F-D3E2-16A3338CC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292" y="4930336"/>
            <a:ext cx="2651767" cy="17963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500"/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id="{D6F083EC-9D27-4F5B-22FC-FFFF9CC77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8281" y="4930336"/>
            <a:ext cx="324339" cy="17963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5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A60454-755C-F0DD-450D-24AC79398570}"/>
              </a:ext>
            </a:extLst>
          </p:cNvPr>
          <p:cNvSpPr txBox="1"/>
          <p:nvPr/>
        </p:nvSpPr>
        <p:spPr>
          <a:xfrm>
            <a:off x="4628192" y="5603168"/>
            <a:ext cx="458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t-1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F85F8CA-E974-9559-6251-F0D26D63B3F3}"/>
              </a:ext>
            </a:extLst>
          </p:cNvPr>
          <p:cNvGrpSpPr/>
          <p:nvPr/>
        </p:nvGrpSpPr>
        <p:grpSpPr>
          <a:xfrm>
            <a:off x="101465" y="4911096"/>
            <a:ext cx="394138" cy="1796360"/>
            <a:chOff x="3622104" y="4980241"/>
            <a:chExt cx="394138" cy="1796360"/>
          </a:xfrm>
        </p:grpSpPr>
        <p:sp>
          <p:nvSpPr>
            <p:cNvPr id="40" name="Rectangle 5">
              <a:extLst>
                <a:ext uri="{FF2B5EF4-FFF2-40B4-BE49-F238E27FC236}">
                  <a16:creationId xmlns:a16="http://schemas.microsoft.com/office/drawing/2014/main" id="{ED45A8A4-5BFE-2374-F4D5-5CD6D2549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1903" y="4980241"/>
              <a:ext cx="324339" cy="1796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50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BF6AB40-2B62-206B-8539-EB20E653D165}"/>
                </a:ext>
              </a:extLst>
            </p:cNvPr>
            <p:cNvSpPr txBox="1"/>
            <p:nvPr/>
          </p:nvSpPr>
          <p:spPr>
            <a:xfrm>
              <a:off x="3622104" y="5620251"/>
              <a:ext cx="336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</a:t>
              </a:r>
              <a:r>
                <a:rPr lang="en-US" baseline="-25000" dirty="0" err="1"/>
                <a:t>t</a:t>
              </a:r>
              <a:endParaRPr lang="en-US" baseline="-25000" dirty="0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62CD762F-0E79-615A-8255-7D3A0C6E428B}"/>
              </a:ext>
            </a:extLst>
          </p:cNvPr>
          <p:cNvSpPr txBox="1"/>
          <p:nvPr/>
        </p:nvSpPr>
        <p:spPr>
          <a:xfrm>
            <a:off x="1114838" y="5464044"/>
            <a:ext cx="2126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Probability transition matrix 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5D4F170-4E4A-1B09-C25C-AF494A326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D2183871-1122-9EEF-FB69-7C7E4A9AA7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2942" y="179485"/>
            <a:ext cx="11265976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Random walks are efficiently modeled with probability transition matrix </a:t>
            </a:r>
            <a:r>
              <a:rPr lang="en-US" altLang="en-US" sz="3600" i="1" dirty="0"/>
              <a:t>[derive on board]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3">
                <a:extLst>
                  <a:ext uri="{FF2B5EF4-FFF2-40B4-BE49-F238E27FC236}">
                    <a16:creationId xmlns:a16="http://schemas.microsoft.com/office/drawing/2014/main" id="{EA5ED4F2-E683-D8DA-51ED-55A9F2E0B5D5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65393" y="1733648"/>
                <a:ext cx="9833675" cy="1828772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2400" dirty="0"/>
                  <a:t>Let </a:t>
                </a:r>
                <a:r>
                  <a:rPr lang="en-US" altLang="en-US" sz="2400" dirty="0" err="1"/>
                  <a:t>x</a:t>
                </a:r>
                <a:r>
                  <a:rPr lang="en-US" altLang="en-US" sz="2400" baseline="-25000" dirty="0" err="1"/>
                  <a:t>t</a:t>
                </a:r>
                <a:r>
                  <a:rPr lang="en-US" altLang="en-US" sz="2400" dirty="0"/>
                  <a:t>(v) = probability that the walker is at node v at time </a:t>
                </a:r>
                <a:r>
                  <a:rPr lang="en-US" altLang="en-US" sz="2400" i="1" dirty="0"/>
                  <a:t>t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endParaRPr lang="en-US" altLang="en-US" sz="2400" dirty="0"/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m:rPr>
                              <m:brk m:alnAt="23"/>
                            </m:r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𝑤𝑎𝑙𝑘𝑒𝑟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𝑛𝑜𝑑𝑒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𝑡𝑖𝑚𝑒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−1) ∗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400" dirty="0"/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28676" name="Rectangle 3">
                <a:extLst>
                  <a:ext uri="{FF2B5EF4-FFF2-40B4-BE49-F238E27FC236}">
                    <a16:creationId xmlns:a16="http://schemas.microsoft.com/office/drawing/2014/main" id="{EA5ED4F2-E683-D8DA-51ED-55A9F2E0B5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65393" y="1733648"/>
                <a:ext cx="9833675" cy="1828772"/>
              </a:xfrm>
              <a:blipFill>
                <a:blip r:embed="rId2"/>
                <a:stretch>
                  <a:fillRect l="-1032" t="-24828" b="-98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8AA2D943-C84E-6A7E-D8FE-E29317399587}"/>
              </a:ext>
            </a:extLst>
          </p:cNvPr>
          <p:cNvGrpSpPr/>
          <p:nvPr/>
        </p:nvGrpSpPr>
        <p:grpSpPr>
          <a:xfrm>
            <a:off x="8975068" y="4500016"/>
            <a:ext cx="2552700" cy="1808437"/>
            <a:chOff x="2824750" y="4321671"/>
            <a:chExt cx="2552700" cy="1808437"/>
          </a:xfrm>
        </p:grpSpPr>
        <p:grpSp>
          <p:nvGrpSpPr>
            <p:cNvPr id="3" name="Group 14">
              <a:extLst>
                <a:ext uri="{FF2B5EF4-FFF2-40B4-BE49-F238E27FC236}">
                  <a16:creationId xmlns:a16="http://schemas.microsoft.com/office/drawing/2014/main" id="{74277CA3-FF5A-27D2-E6F6-3222DA316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71650"/>
              <a:chOff x="1056" y="1632"/>
              <a:chExt cx="1152" cy="1116"/>
            </a:xfrm>
          </p:grpSpPr>
          <p:sp>
            <p:nvSpPr>
              <p:cNvPr id="7" name="Oval 15">
                <a:extLst>
                  <a:ext uri="{FF2B5EF4-FFF2-40B4-BE49-F238E27FC236}">
                    <a16:creationId xmlns:a16="http://schemas.microsoft.com/office/drawing/2014/main" id="{4E7C6AC2-3A2D-160C-D9D4-B77E50B727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8" name="Oval 16">
                <a:extLst>
                  <a:ext uri="{FF2B5EF4-FFF2-40B4-BE49-F238E27FC236}">
                    <a16:creationId xmlns:a16="http://schemas.microsoft.com/office/drawing/2014/main" id="{05A91E20-64E5-CF9F-D5C1-DAD83C618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9" name="Oval 17">
                <a:extLst>
                  <a:ext uri="{FF2B5EF4-FFF2-40B4-BE49-F238E27FC236}">
                    <a16:creationId xmlns:a16="http://schemas.microsoft.com/office/drawing/2014/main" id="{F65F67B0-F1AA-CCE5-8B01-211507D2F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0" name="Line 18">
                <a:extLst>
                  <a:ext uri="{FF2B5EF4-FFF2-40B4-BE49-F238E27FC236}">
                    <a16:creationId xmlns:a16="http://schemas.microsoft.com/office/drawing/2014/main" id="{B64EA318-5111-19A1-0A87-93B2076E4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" name="Line 19">
                <a:extLst>
                  <a:ext uri="{FF2B5EF4-FFF2-40B4-BE49-F238E27FC236}">
                    <a16:creationId xmlns:a16="http://schemas.microsoft.com/office/drawing/2014/main" id="{2115BBC6-41C6-4DF1-9B61-971083068F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2" name="Line 20">
                <a:extLst>
                  <a:ext uri="{FF2B5EF4-FFF2-40B4-BE49-F238E27FC236}">
                    <a16:creationId xmlns:a16="http://schemas.microsoft.com/office/drawing/2014/main" id="{0D4774BF-DF7D-C69A-053F-B096DA9C03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3" name="Text Box 22">
                <a:extLst>
                  <a:ext uri="{FF2B5EF4-FFF2-40B4-BE49-F238E27FC236}">
                    <a16:creationId xmlns:a16="http://schemas.microsoft.com/office/drawing/2014/main" id="{C815B5A3-A4BA-9D1C-2173-F960E40CFD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14" name="Text Box 23">
                <a:extLst>
                  <a:ext uri="{FF2B5EF4-FFF2-40B4-BE49-F238E27FC236}">
                    <a16:creationId xmlns:a16="http://schemas.microsoft.com/office/drawing/2014/main" id="{2FC2C56D-7D52-0A1D-29A6-EAF9B48300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15" name="Text Box 25">
                <a:extLst>
                  <a:ext uri="{FF2B5EF4-FFF2-40B4-BE49-F238E27FC236}">
                    <a16:creationId xmlns:a16="http://schemas.microsoft.com/office/drawing/2014/main" id="{6A6B3E7B-5C5D-85C1-E3CB-10209E03AB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 dirty="0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4" name="Oval 16">
              <a:extLst>
                <a:ext uri="{FF2B5EF4-FFF2-40B4-BE49-F238E27FC236}">
                  <a16:creationId xmlns:a16="http://schemas.microsoft.com/office/drawing/2014/main" id="{06643ADD-90EB-071F-9BCF-9D0E54877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5" name="Line 18">
              <a:extLst>
                <a:ext uri="{FF2B5EF4-FFF2-40B4-BE49-F238E27FC236}">
                  <a16:creationId xmlns:a16="http://schemas.microsoft.com/office/drawing/2014/main" id="{A16FF3C2-43FB-8B71-A8DE-8B3281CC75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6" name="Text Box 22">
              <a:extLst>
                <a:ext uri="{FF2B5EF4-FFF2-40B4-BE49-F238E27FC236}">
                  <a16:creationId xmlns:a16="http://schemas.microsoft.com/office/drawing/2014/main" id="{BEDE83B9-7C15-9DF8-1369-F90DBFD48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3050" y="4321671"/>
              <a:ext cx="3810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2000" b="1" dirty="0">
                  <a:latin typeface="Comic Sans MS" panose="030F0902030302020204" pitchFamily="66" charset="0"/>
                </a:rPr>
                <a:t>2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4A86D19-02C8-650D-D331-1727E58F34B5}"/>
              </a:ext>
            </a:extLst>
          </p:cNvPr>
          <p:cNvSpPr txBox="1"/>
          <p:nvPr/>
        </p:nvSpPr>
        <p:spPr>
          <a:xfrm>
            <a:off x="2515494" y="6908195"/>
            <a:ext cx="6700873" cy="1449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x</a:t>
            </a:r>
            <a:r>
              <a:rPr lang="en-US" altLang="en-US" baseline="-25000" dirty="0"/>
              <a:t>t+1</a:t>
            </a:r>
            <a:r>
              <a:rPr lang="en-US" altLang="en-US" dirty="0"/>
              <a:t>(</a:t>
            </a:r>
            <a:r>
              <a:rPr lang="en-US" altLang="en-US" dirty="0" err="1"/>
              <a:t>i</a:t>
            </a:r>
            <a:r>
              <a:rPr lang="en-US" altLang="en-US" dirty="0"/>
              <a:t>) = ∑</a:t>
            </a:r>
            <a:r>
              <a:rPr lang="en-US" altLang="en-US" baseline="-25000" dirty="0"/>
              <a:t>j</a:t>
            </a:r>
            <a:r>
              <a:rPr lang="en-US" altLang="en-US" dirty="0"/>
              <a:t>(Probability of being at node j)*</a:t>
            </a:r>
            <a:r>
              <a:rPr lang="en-US" altLang="en-US" dirty="0" err="1"/>
              <a:t>Pr</a:t>
            </a:r>
            <a:r>
              <a:rPr lang="en-US" altLang="en-US" dirty="0"/>
              <a:t>(j-&gt;</a:t>
            </a:r>
            <a:r>
              <a:rPr lang="en-US" altLang="en-US" dirty="0" err="1"/>
              <a:t>i</a:t>
            </a:r>
            <a:r>
              <a:rPr lang="en-US" altLang="en-US" dirty="0"/>
              <a:t>) 	    =∑</a:t>
            </a:r>
            <a:r>
              <a:rPr lang="en-US" altLang="en-US" baseline="-25000" dirty="0" err="1"/>
              <a:t>j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t</a:t>
            </a:r>
            <a:r>
              <a:rPr lang="en-US" altLang="en-US" dirty="0"/>
              <a:t>(j)*P(</a:t>
            </a:r>
            <a:r>
              <a:rPr lang="en-US" altLang="en-US" dirty="0" err="1"/>
              <a:t>i,j</a:t>
            </a:r>
            <a:r>
              <a:rPr lang="en-US" altLang="en-US" dirty="0"/>
              <a:t>) = P 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t</a:t>
            </a:r>
            <a:endParaRPr lang="en-US" altLang="en-US" baseline="-25000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x</a:t>
            </a:r>
            <a:r>
              <a:rPr lang="en-US" altLang="en-US" baseline="-25000" dirty="0"/>
              <a:t>t+1 </a:t>
            </a:r>
            <a:r>
              <a:rPr lang="en-US" altLang="en-US" dirty="0"/>
              <a:t>= P*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t</a:t>
            </a:r>
            <a:r>
              <a:rPr lang="en-US" altLang="en-US" baseline="30000" dirty="0"/>
              <a:t> </a:t>
            </a:r>
            <a:r>
              <a:rPr lang="en-US" altLang="en-US" dirty="0"/>
              <a:t>= P*P*x</a:t>
            </a:r>
            <a:r>
              <a:rPr lang="en-US" altLang="en-US" baseline="-25000" dirty="0"/>
              <a:t>t-1</a:t>
            </a:r>
            <a:r>
              <a:rPr lang="en-US" altLang="en-US" dirty="0"/>
              <a:t>= P*P*P*x</a:t>
            </a:r>
            <a:r>
              <a:rPr lang="en-US" altLang="en-US" baseline="-25000" dirty="0"/>
              <a:t>t-2</a:t>
            </a:r>
            <a:r>
              <a:rPr lang="en-US" altLang="en-US" dirty="0"/>
              <a:t>= …=P</a:t>
            </a:r>
            <a:r>
              <a:rPr lang="en-US" altLang="en-US" baseline="30000" dirty="0"/>
              <a:t>t</a:t>
            </a:r>
            <a:r>
              <a:rPr lang="en-US" altLang="en-US" dirty="0"/>
              <a:t> x</a:t>
            </a:r>
            <a:r>
              <a:rPr lang="en-US" altLang="en-US" baseline="-25000" dirty="0"/>
              <a:t>0 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baseline="30000" dirty="0"/>
          </a:p>
          <a:p>
            <a:pPr>
              <a:lnSpc>
                <a:spcPct val="90000"/>
              </a:lnSpc>
            </a:pPr>
            <a:endParaRPr lang="en-US" altLang="en-US" baseline="30000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8EE1B0-FCDD-2828-5913-8AD5BB26B8EC}"/>
                  </a:ext>
                </a:extLst>
              </p:cNvPr>
              <p:cNvSpPr txBox="1"/>
              <p:nvPr/>
            </p:nvSpPr>
            <p:spPr>
              <a:xfrm>
                <a:off x="2676771" y="3519207"/>
                <a:ext cx="4345613" cy="1130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m:rPr>
                              <m:brk m:alnAt="23"/>
                            </m:rPr>
                            <a:rPr lang="en-US" alt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en-US" sz="24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𝑣𝑢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sSub>
                                <m:sSubPr>
                                  <m:ctrlP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8EE1B0-FCDD-2828-5913-8AD5BB26B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771" y="3519207"/>
                <a:ext cx="4345613" cy="1130822"/>
              </a:xfrm>
              <a:prstGeom prst="rect">
                <a:avLst/>
              </a:prstGeom>
              <a:blipFill>
                <a:blip r:embed="rId3"/>
                <a:stretch>
                  <a:fillRect l="-16035" t="-100000" b="-154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5">
            <a:extLst>
              <a:ext uri="{FF2B5EF4-FFF2-40B4-BE49-F238E27FC236}">
                <a16:creationId xmlns:a16="http://schemas.microsoft.com/office/drawing/2014/main" id="{9BAB92B9-61F0-EFE7-C502-8B1C67E9F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292" y="4930336"/>
            <a:ext cx="2651767" cy="17963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500"/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id="{C02A02EC-806C-8AA1-EAA9-D9CDFF4E1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3282" y="4929712"/>
            <a:ext cx="324339" cy="17963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5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8BAD1A-FC44-5C29-757A-7354ED8D87C4}"/>
              </a:ext>
            </a:extLst>
          </p:cNvPr>
          <p:cNvSpPr txBox="1"/>
          <p:nvPr/>
        </p:nvSpPr>
        <p:spPr>
          <a:xfrm>
            <a:off x="3783193" y="5602544"/>
            <a:ext cx="458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t-1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F2F0C9-DA39-D434-7FC5-09CB0E1D12BF}"/>
              </a:ext>
            </a:extLst>
          </p:cNvPr>
          <p:cNvSpPr txBox="1"/>
          <p:nvPr/>
        </p:nvSpPr>
        <p:spPr>
          <a:xfrm>
            <a:off x="535802" y="5364066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=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DB0D588-7AB1-2926-A5BA-49D364A23DFB}"/>
              </a:ext>
            </a:extLst>
          </p:cNvPr>
          <p:cNvGrpSpPr/>
          <p:nvPr/>
        </p:nvGrpSpPr>
        <p:grpSpPr>
          <a:xfrm>
            <a:off x="101465" y="4911096"/>
            <a:ext cx="394138" cy="1796360"/>
            <a:chOff x="3622104" y="4980241"/>
            <a:chExt cx="394138" cy="1796360"/>
          </a:xfrm>
        </p:grpSpPr>
        <p:sp>
          <p:nvSpPr>
            <p:cNvPr id="40" name="Rectangle 5">
              <a:extLst>
                <a:ext uri="{FF2B5EF4-FFF2-40B4-BE49-F238E27FC236}">
                  <a16:creationId xmlns:a16="http://schemas.microsoft.com/office/drawing/2014/main" id="{9292C40E-C7EB-723B-D3CC-C3EFEE779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1903" y="4980241"/>
              <a:ext cx="324339" cy="1796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50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0715629-F966-5300-4EBE-B37CBF63974F}"/>
                </a:ext>
              </a:extLst>
            </p:cNvPr>
            <p:cNvSpPr txBox="1"/>
            <p:nvPr/>
          </p:nvSpPr>
          <p:spPr>
            <a:xfrm>
              <a:off x="3622104" y="5620251"/>
              <a:ext cx="336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</a:t>
              </a:r>
              <a:r>
                <a:rPr lang="en-US" baseline="-25000" dirty="0" err="1"/>
                <a:t>t</a:t>
              </a:r>
              <a:endParaRPr lang="en-US" baseline="-25000" dirty="0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86AD6E5A-13E8-A344-66AB-C62DB2FEBDFA}"/>
              </a:ext>
            </a:extLst>
          </p:cNvPr>
          <p:cNvSpPr txBox="1"/>
          <p:nvPr/>
        </p:nvSpPr>
        <p:spPr>
          <a:xfrm>
            <a:off x="1114838" y="5464044"/>
            <a:ext cx="2126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Probability transition matrix P</a:t>
            </a:r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EB3BEB2D-A002-BFBD-ABBF-856E58B3B8E4}"/>
              </a:ext>
            </a:extLst>
          </p:cNvPr>
          <p:cNvSpPr/>
          <p:nvPr/>
        </p:nvSpPr>
        <p:spPr>
          <a:xfrm>
            <a:off x="7129504" y="3818188"/>
            <a:ext cx="688871" cy="3838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CF68111-90CB-E3FE-2A3A-78402EA1D9F3}"/>
                  </a:ext>
                </a:extLst>
              </p:cNvPr>
              <p:cNvSpPr txBox="1"/>
              <p:nvPr/>
            </p:nvSpPr>
            <p:spPr>
              <a:xfrm>
                <a:off x="8126919" y="3782023"/>
                <a:ext cx="1696298" cy="46166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CF68111-90CB-E3FE-2A3A-78402EA1D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919" y="3782023"/>
                <a:ext cx="169629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8339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A0D08BC-8ED3-730D-A2BB-1ED53B598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58B6828E-3013-3452-AA52-2A91ACD3CA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2942" y="179485"/>
            <a:ext cx="11265976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Random walks are efficiently modeled with probability transition matrix </a:t>
            </a:r>
            <a:r>
              <a:rPr lang="en-US" altLang="en-US" sz="3600" i="1" dirty="0"/>
              <a:t>[derive on board]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3">
                <a:extLst>
                  <a:ext uri="{FF2B5EF4-FFF2-40B4-BE49-F238E27FC236}">
                    <a16:creationId xmlns:a16="http://schemas.microsoft.com/office/drawing/2014/main" id="{170FA280-B5EE-BD7C-B7A1-5C3A8DCAC240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65393" y="1733648"/>
                <a:ext cx="9833675" cy="1828772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2400" dirty="0"/>
                  <a:t>Let </a:t>
                </a:r>
                <a:r>
                  <a:rPr lang="en-US" altLang="en-US" sz="2400" dirty="0" err="1"/>
                  <a:t>x</a:t>
                </a:r>
                <a:r>
                  <a:rPr lang="en-US" altLang="en-US" sz="2400" baseline="-25000" dirty="0" err="1"/>
                  <a:t>t</a:t>
                </a:r>
                <a:r>
                  <a:rPr lang="en-US" altLang="en-US" sz="2400" dirty="0"/>
                  <a:t>(v) = probability that the walker is at node v at time </a:t>
                </a:r>
                <a:r>
                  <a:rPr lang="en-US" altLang="en-US" sz="2400" i="1" dirty="0"/>
                  <a:t>t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endParaRPr lang="en-US" altLang="en-US" sz="2400" dirty="0"/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m:rPr>
                              <m:brk m:alnAt="23"/>
                            </m:r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𝑤𝑎𝑙𝑘𝑒𝑟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𝑛𝑜𝑑𝑒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𝑡𝑖𝑚𝑒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−1) ∗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400" dirty="0"/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28676" name="Rectangle 3">
                <a:extLst>
                  <a:ext uri="{FF2B5EF4-FFF2-40B4-BE49-F238E27FC236}">
                    <a16:creationId xmlns:a16="http://schemas.microsoft.com/office/drawing/2014/main" id="{170FA280-B5EE-BD7C-B7A1-5C3A8DCAC2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65393" y="1733648"/>
                <a:ext cx="9833675" cy="1828772"/>
              </a:xfrm>
              <a:blipFill>
                <a:blip r:embed="rId2"/>
                <a:stretch>
                  <a:fillRect l="-1032" t="-24828" b="-98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248350F-DF59-0150-E5C1-5182996913D7}"/>
              </a:ext>
            </a:extLst>
          </p:cNvPr>
          <p:cNvSpPr txBox="1"/>
          <p:nvPr/>
        </p:nvSpPr>
        <p:spPr>
          <a:xfrm>
            <a:off x="2515494" y="6908195"/>
            <a:ext cx="6700873" cy="1449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x</a:t>
            </a:r>
            <a:r>
              <a:rPr lang="en-US" altLang="en-US" baseline="-25000" dirty="0"/>
              <a:t>t+1</a:t>
            </a:r>
            <a:r>
              <a:rPr lang="en-US" altLang="en-US" dirty="0"/>
              <a:t>(</a:t>
            </a:r>
            <a:r>
              <a:rPr lang="en-US" altLang="en-US" dirty="0" err="1"/>
              <a:t>i</a:t>
            </a:r>
            <a:r>
              <a:rPr lang="en-US" altLang="en-US" dirty="0"/>
              <a:t>) = ∑</a:t>
            </a:r>
            <a:r>
              <a:rPr lang="en-US" altLang="en-US" baseline="-25000" dirty="0"/>
              <a:t>j</a:t>
            </a:r>
            <a:r>
              <a:rPr lang="en-US" altLang="en-US" dirty="0"/>
              <a:t>(Probability of being at node j)*</a:t>
            </a:r>
            <a:r>
              <a:rPr lang="en-US" altLang="en-US" dirty="0" err="1"/>
              <a:t>Pr</a:t>
            </a:r>
            <a:r>
              <a:rPr lang="en-US" altLang="en-US" dirty="0"/>
              <a:t>(j-&gt;</a:t>
            </a:r>
            <a:r>
              <a:rPr lang="en-US" altLang="en-US" dirty="0" err="1"/>
              <a:t>i</a:t>
            </a:r>
            <a:r>
              <a:rPr lang="en-US" altLang="en-US" dirty="0"/>
              <a:t>) 	    =∑</a:t>
            </a:r>
            <a:r>
              <a:rPr lang="en-US" altLang="en-US" baseline="-25000" dirty="0" err="1"/>
              <a:t>j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t</a:t>
            </a:r>
            <a:r>
              <a:rPr lang="en-US" altLang="en-US" dirty="0"/>
              <a:t>(j)*P(</a:t>
            </a:r>
            <a:r>
              <a:rPr lang="en-US" altLang="en-US" dirty="0" err="1"/>
              <a:t>i,j</a:t>
            </a:r>
            <a:r>
              <a:rPr lang="en-US" altLang="en-US" dirty="0"/>
              <a:t>) = P 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t</a:t>
            </a:r>
            <a:endParaRPr lang="en-US" altLang="en-US" baseline="-25000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x</a:t>
            </a:r>
            <a:r>
              <a:rPr lang="en-US" altLang="en-US" baseline="-25000" dirty="0"/>
              <a:t>t+1 </a:t>
            </a:r>
            <a:r>
              <a:rPr lang="en-US" altLang="en-US" dirty="0"/>
              <a:t>= P*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t</a:t>
            </a:r>
            <a:r>
              <a:rPr lang="en-US" altLang="en-US" baseline="30000" dirty="0"/>
              <a:t> </a:t>
            </a:r>
            <a:r>
              <a:rPr lang="en-US" altLang="en-US" dirty="0"/>
              <a:t>= P*P*x</a:t>
            </a:r>
            <a:r>
              <a:rPr lang="en-US" altLang="en-US" baseline="-25000" dirty="0"/>
              <a:t>t-1</a:t>
            </a:r>
            <a:r>
              <a:rPr lang="en-US" altLang="en-US" dirty="0"/>
              <a:t>= P*P*P*x</a:t>
            </a:r>
            <a:r>
              <a:rPr lang="en-US" altLang="en-US" baseline="-25000" dirty="0"/>
              <a:t>t-2</a:t>
            </a:r>
            <a:r>
              <a:rPr lang="en-US" altLang="en-US" dirty="0"/>
              <a:t>= …=P</a:t>
            </a:r>
            <a:r>
              <a:rPr lang="en-US" altLang="en-US" baseline="30000" dirty="0"/>
              <a:t>t</a:t>
            </a:r>
            <a:r>
              <a:rPr lang="en-US" altLang="en-US" dirty="0"/>
              <a:t> x</a:t>
            </a:r>
            <a:r>
              <a:rPr lang="en-US" altLang="en-US" baseline="-25000" dirty="0"/>
              <a:t>0 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baseline="30000" dirty="0"/>
          </a:p>
          <a:p>
            <a:pPr>
              <a:lnSpc>
                <a:spcPct val="90000"/>
              </a:lnSpc>
            </a:pPr>
            <a:endParaRPr lang="en-US" altLang="en-US" baseline="30000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666C5F-BEE3-38DE-A20E-C8A3374FA3A0}"/>
                  </a:ext>
                </a:extLst>
              </p:cNvPr>
              <p:cNvSpPr txBox="1"/>
              <p:nvPr/>
            </p:nvSpPr>
            <p:spPr>
              <a:xfrm>
                <a:off x="2676771" y="3519207"/>
                <a:ext cx="4345613" cy="1130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m:rPr>
                              <m:brk m:alnAt="23"/>
                            </m:rPr>
                            <a:rPr lang="en-US" alt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en-US" sz="24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𝑣𝑢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sSub>
                                <m:sSubPr>
                                  <m:ctrlP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666C5F-BEE3-38DE-A20E-C8A3374FA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771" y="3519207"/>
                <a:ext cx="4345613" cy="1130822"/>
              </a:xfrm>
              <a:prstGeom prst="rect">
                <a:avLst/>
              </a:prstGeom>
              <a:blipFill>
                <a:blip r:embed="rId3"/>
                <a:stretch>
                  <a:fillRect l="-16035" t="-100000" b="-154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ight Arrow 44">
            <a:extLst>
              <a:ext uri="{FF2B5EF4-FFF2-40B4-BE49-F238E27FC236}">
                <a16:creationId xmlns:a16="http://schemas.microsoft.com/office/drawing/2014/main" id="{0D894C89-CC5E-873A-F3C7-86E9AFC9A761}"/>
              </a:ext>
            </a:extLst>
          </p:cNvPr>
          <p:cNvSpPr/>
          <p:nvPr/>
        </p:nvSpPr>
        <p:spPr>
          <a:xfrm>
            <a:off x="7129504" y="3818188"/>
            <a:ext cx="688871" cy="3838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C2D0718-14B7-1176-7A6B-CD1274E421CE}"/>
                  </a:ext>
                </a:extLst>
              </p:cNvPr>
              <p:cNvSpPr txBox="1"/>
              <p:nvPr/>
            </p:nvSpPr>
            <p:spPr>
              <a:xfrm>
                <a:off x="8126919" y="3782023"/>
                <a:ext cx="1696298" cy="46166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C2D0718-14B7-1176-7A6B-CD1274E42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919" y="3782023"/>
                <a:ext cx="169629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3">
                <a:extLst>
                  <a:ext uri="{FF2B5EF4-FFF2-40B4-BE49-F238E27FC236}">
                    <a16:creationId xmlns:a16="http://schemas.microsoft.com/office/drawing/2014/main" id="{BAB102F7-A27E-E0D7-B250-EDE084D66547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32942" y="4767200"/>
                <a:ext cx="9833675" cy="18287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en-US" sz="2400" dirty="0"/>
                  <a:t>Keep iterating…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e>
                      </m:d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n-US" alt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b>
                          </m:sSub>
                        </m:e>
                      </m:d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lang="en-US" alt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en-US" sz="2400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US" alt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en-US" sz="240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en-US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18" name="Rectangle 3">
                <a:extLst>
                  <a:ext uri="{FF2B5EF4-FFF2-40B4-BE49-F238E27FC236}">
                    <a16:creationId xmlns:a16="http://schemas.microsoft.com/office/drawing/2014/main" id="{BAB102F7-A27E-E0D7-B250-EDE084D66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42" y="4767200"/>
                <a:ext cx="9833675" cy="1828772"/>
              </a:xfrm>
              <a:prstGeom prst="rect">
                <a:avLst/>
              </a:prstGeom>
              <a:blipFill>
                <a:blip r:embed="rId5"/>
                <a:stretch>
                  <a:fillRect l="-903" t="-4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45B083BF-063C-6B3A-D1CE-931461E9B90F}"/>
              </a:ext>
            </a:extLst>
          </p:cNvPr>
          <p:cNvSpPr/>
          <p:nvPr/>
        </p:nvSpPr>
        <p:spPr>
          <a:xfrm>
            <a:off x="4639733" y="6107289"/>
            <a:ext cx="1456267" cy="4402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44923D-CC93-C372-3B83-DBAF8E2BBAB4}"/>
              </a:ext>
            </a:extLst>
          </p:cNvPr>
          <p:cNvSpPr txBox="1"/>
          <p:nvPr/>
        </p:nvSpPr>
        <p:spPr>
          <a:xfrm>
            <a:off x="8975068" y="5565421"/>
            <a:ext cx="2546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x0 is initial distribution of where walker starts</a:t>
            </a:r>
          </a:p>
        </p:txBody>
      </p:sp>
    </p:spTree>
    <p:extLst>
      <p:ext uri="{BB962C8B-B14F-4D97-AF65-F5344CB8AC3E}">
        <p14:creationId xmlns:p14="http://schemas.microsoft.com/office/powerpoint/2010/main" val="24283555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974AB-1425-12AB-8BC6-96D187C0D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4A31-58B0-1A05-694A-F472F859A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natural 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D0A351-CC07-59B6-C345-BC0A0C9989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631311" cy="4857397"/>
              </a:xfrm>
            </p:spPr>
            <p:txBody>
              <a:bodyPr/>
              <a:lstStyle/>
              <a:p>
                <a:pPr marL="514350" indent="-514350">
                  <a:buFont typeface="Arial" panose="020B0604020202020204" pitchFamily="34" charset="0"/>
                  <a:buAutoNum type="arabicPeriod"/>
                </a:pPr>
                <a:r>
                  <a:rPr lang="en-US" dirty="0"/>
                  <a:t>How to (efficiently) compute random walks (RWs) for a number t of steps? </a:t>
                </a:r>
                <a:r>
                  <a:rPr lang="en-US" dirty="0">
                    <a:solidFill>
                      <a:srgbClr val="FF0000"/>
                    </a:solidFill>
                  </a:rPr>
                  <a:t>Answer: Linear algebra. </a:t>
                </a:r>
                <a:r>
                  <a:rPr lang="en-US" dirty="0" err="1">
                    <a:solidFill>
                      <a:srgbClr val="FF0000"/>
                    </a:solidFill>
                  </a:rPr>
                  <a:t>x</a:t>
                </a:r>
                <a:r>
                  <a:rPr lang="en-US" baseline="-25000" dirty="0" err="1">
                    <a:solidFill>
                      <a:srgbClr val="FF0000"/>
                    </a:solidFill>
                  </a:rPr>
                  <a:t>t</a:t>
                </a:r>
                <a:r>
                  <a:rPr lang="en-US" dirty="0">
                    <a:solidFill>
                      <a:srgbClr val="FF0000"/>
                    </a:solidFill>
                  </a:rPr>
                  <a:t> = P</a:t>
                </a:r>
                <a:r>
                  <a:rPr lang="en-US" baseline="30000" dirty="0">
                    <a:solidFill>
                      <a:srgbClr val="FF0000"/>
                    </a:solidFill>
                  </a:rPr>
                  <a:t>t</a:t>
                </a:r>
                <a:r>
                  <a:rPr lang="en-US" dirty="0">
                    <a:solidFill>
                      <a:srgbClr val="FF0000"/>
                    </a:solidFill>
                  </a:rPr>
                  <a:t> x</a:t>
                </a:r>
                <a:r>
                  <a:rPr lang="en-US" baseline="-25000" dirty="0">
                    <a:solidFill>
                      <a:srgbClr val="FF0000"/>
                    </a:solidFill>
                  </a:rPr>
                  <a:t>0</a:t>
                </a:r>
                <a:endParaRPr lang="en-US" dirty="0"/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What happens in the long run i.e.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? When does the random walker “converge”? (In some meaningful way…)</a:t>
                </a:r>
              </a:p>
              <a:p>
                <a:pPr lvl="1"/>
                <a:r>
                  <a:rPr lang="en-US" dirty="0"/>
                  <a:t>If so, how long does it take the random walker to converge?</a:t>
                </a:r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Instead of using “shortest path” distance, can we use random walks to derive a “better” distance?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D0A351-CC07-59B6-C345-BC0A0C9989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631311" cy="4857397"/>
              </a:xfrm>
              <a:blipFill>
                <a:blip r:embed="rId2"/>
                <a:stretch>
                  <a:fillRect l="-1074" t="-2083" r="-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5816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D532360E-9E52-2A46-A3A2-607184A6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257C68F-E986-B84F-8C8C-D1215B2314D0}" type="slidenum">
              <a:rPr lang="en-US" altLang="en-US" sz="1200">
                <a:latin typeface="Garamond" panose="02020404030301010803" pitchFamily="18" charset="0"/>
              </a:rPr>
              <a:pPr eaLnBrk="1" hangingPunct="1"/>
              <a:t>26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2D6B0A87-DBCC-0626-6BA4-1E1DEB4179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Stationary Distribution </a:t>
            </a:r>
            <a:r>
              <a:rPr lang="en-US" altLang="en-US" sz="3600" i="1" dirty="0"/>
              <a:t>[derive on board]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37DEDC1-28EF-E9CF-A938-4115AFC8DF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What happens when the surfer keeps walking for a long time?</a:t>
            </a:r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When the surfer keeps walking for a long time</a:t>
            </a:r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When the distribution does not change anymore</a:t>
            </a:r>
          </a:p>
          <a:p>
            <a:pPr lvl="1" eaLnBrk="1" hangingPunct="1"/>
            <a:r>
              <a:rPr lang="en-US" altLang="en-US" sz="2000"/>
              <a:t>i.e. x</a:t>
            </a:r>
            <a:r>
              <a:rPr lang="en-US" altLang="en-US" sz="2000" baseline="-25000"/>
              <a:t>T+1</a:t>
            </a:r>
            <a:r>
              <a:rPr lang="en-US" altLang="en-US" sz="2000"/>
              <a:t> = x</a:t>
            </a:r>
            <a:r>
              <a:rPr lang="en-US" altLang="en-US" sz="2000" baseline="-25000"/>
              <a:t>T</a:t>
            </a:r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For “well-behaved” graphs this does not depend on the start distribution!!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>
            <a:extLst>
              <a:ext uri="{FF2B5EF4-FFF2-40B4-BE49-F238E27FC236}">
                <a16:creationId xmlns:a16="http://schemas.microsoft.com/office/drawing/2014/main" id="{5E3CD930-BC65-AC06-14E2-23CBF9E6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76737BE-BB68-974D-82D4-133C1C5715F0}" type="slidenum">
              <a:rPr lang="en-US" altLang="en-US" sz="1200">
                <a:latin typeface="Garamond" panose="02020404030301010803" pitchFamily="18" charset="0"/>
              </a:rPr>
              <a:pPr eaLnBrk="1" hangingPunct="1"/>
              <a:t>27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5828209B-96D9-8A88-3689-B8081C82F3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What is a stationary distribution? </a:t>
            </a:r>
            <a:br>
              <a:rPr lang="en-US" altLang="en-US" sz="3600"/>
            </a:br>
            <a:r>
              <a:rPr lang="en-US" altLang="en-US" sz="3600"/>
              <a:t>Intuitively and </a:t>
            </a:r>
            <a:r>
              <a:rPr lang="en-US" altLang="en-US" sz="3600">
                <a:solidFill>
                  <a:srgbClr val="FF0000"/>
                </a:solidFill>
              </a:rPr>
              <a:t>Mathematically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820" name="Rectangle 3">
                <a:extLst>
                  <a:ext uri="{FF2B5EF4-FFF2-40B4-BE49-F238E27FC236}">
                    <a16:creationId xmlns:a16="http://schemas.microsoft.com/office/drawing/2014/main" id="{8D1DAA02-1859-77CC-3296-AE76E589E12C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en-US" sz="2400" dirty="0"/>
                  <a:t>Stationary distribution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400" dirty="0"/>
                  <a:t> is a probability vector (entries sum up to 1) </a:t>
                </a:r>
              </a:p>
              <a:p>
                <a:r>
                  <a:rPr lang="en-US" altLang="en-US" sz="2400" dirty="0"/>
                  <a:t>Limiting distribution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sz="2400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en-US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altLang="en-US" sz="2400" dirty="0"/>
                  <a:t> of random walk</a:t>
                </a:r>
              </a:p>
              <a:p>
                <a:endParaRPr lang="en-US" altLang="en-US" sz="2400" dirty="0"/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2400" dirty="0"/>
                  <a:t>Remember that we can write the probability distribution at a node as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altLang="en-US" dirty="0"/>
                  <a:t>x</a:t>
                </a:r>
                <a:r>
                  <a:rPr lang="en-US" altLang="en-US" baseline="-25000" dirty="0"/>
                  <a:t>t+1 </a:t>
                </a:r>
                <a:r>
                  <a:rPr lang="en-US" altLang="en-US" dirty="0"/>
                  <a:t>= </a:t>
                </a:r>
                <a:r>
                  <a:rPr lang="en-US" altLang="en-US" dirty="0" err="1"/>
                  <a:t>Px</a:t>
                </a:r>
                <a:r>
                  <a:rPr lang="en-US" altLang="en-US" baseline="-25000" dirty="0" err="1"/>
                  <a:t>t</a:t>
                </a:r>
                <a:endParaRPr lang="en-US" altLang="en-US" dirty="0"/>
              </a:p>
              <a:p>
                <a:pPr lvl="1" eaLnBrk="1" hangingPunct="1">
                  <a:lnSpc>
                    <a:spcPct val="90000"/>
                  </a:lnSpc>
                </a:pPr>
                <a:endParaRPr lang="en-US" altLang="en-US" sz="800" dirty="0"/>
              </a:p>
              <a:p>
                <a:pPr marL="0" indent="0">
                  <a:buNone/>
                </a:pPr>
                <a:endParaRPr lang="en-US" altLang="en-US" sz="2400" dirty="0"/>
              </a:p>
              <a:p>
                <a:pPr marL="0" indent="0">
                  <a:buNone/>
                </a:pPr>
                <a:r>
                  <a:rPr lang="en-US" altLang="en-US" sz="2400" dirty="0"/>
                  <a:t>For the stationary distribution </a:t>
                </a:r>
                <a14:m>
                  <m:oMath xmlns:m="http://schemas.openxmlformats.org/officeDocument/2006/math"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en-US" sz="2400" dirty="0"/>
                  <a:t> we have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en-US" sz="3000" b="0" i="1" dirty="0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en-US" sz="3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30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en-US" sz="3000" b="0" i="1" dirty="0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altLang="en-US" sz="24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400" dirty="0">
                  <a:solidFill>
                    <a:srgbClr val="FF0000"/>
                  </a:solidFill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2400" dirty="0">
                    <a:solidFill>
                      <a:srgbClr val="FF0000"/>
                    </a:solidFill>
                  </a:rPr>
                  <a:t>An eigenvector of the transition matrix P with eigenvalue 1!</a:t>
                </a:r>
              </a:p>
            </p:txBody>
          </p:sp>
        </mc:Choice>
        <mc:Fallback>
          <p:sp>
            <p:nvSpPr>
              <p:cNvPr id="34820" name="Rectangle 3">
                <a:extLst>
                  <a:ext uri="{FF2B5EF4-FFF2-40B4-BE49-F238E27FC236}">
                    <a16:creationId xmlns:a16="http://schemas.microsoft.com/office/drawing/2014/main" id="{8D1DAA02-1859-77CC-3296-AE76E589E1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965" t="-2616" b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3FFDE-9BE0-5C40-A368-CEC1E5A1A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92" y="1745638"/>
            <a:ext cx="11916508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 M be a nonnegative, real, n x n matrix. </a:t>
            </a:r>
          </a:p>
          <a:p>
            <a:pPr marL="0" indent="0">
              <a:buNone/>
            </a:pPr>
            <a:r>
              <a:rPr lang="en-US" dirty="0"/>
              <a:t>Suppose M is </a:t>
            </a:r>
            <a:r>
              <a:rPr lang="en-US" b="1" dirty="0"/>
              <a:t>irreducible- </a:t>
            </a:r>
            <a:r>
              <a:rPr lang="en-US" dirty="0"/>
              <a:t>you cannot permute rows/columns so M has form</a:t>
            </a:r>
          </a:p>
        </p:txBody>
      </p:sp>
      <p:sp>
        <p:nvSpPr>
          <p:cNvPr id="4" name="5-Point Star 3">
            <a:extLst>
              <a:ext uri="{FF2B5EF4-FFF2-40B4-BE49-F238E27FC236}">
                <a16:creationId xmlns:a16="http://schemas.microsoft.com/office/drawing/2014/main" id="{67357DCB-DC4D-62D0-4EC5-922EF2380A79}"/>
              </a:ext>
            </a:extLst>
          </p:cNvPr>
          <p:cNvSpPr/>
          <p:nvPr/>
        </p:nvSpPr>
        <p:spPr>
          <a:xfrm>
            <a:off x="-4217923" y="3787547"/>
            <a:ext cx="2820691" cy="260371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pictures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345BC9-7532-577A-88D6-CEB514EE6EA3}"/>
              </a:ext>
            </a:extLst>
          </p:cNvPr>
          <p:cNvSpPr txBox="1">
            <a:spLocks/>
          </p:cNvSpPr>
          <p:nvPr/>
        </p:nvSpPr>
        <p:spPr>
          <a:xfrm>
            <a:off x="6884376" y="2939709"/>
            <a:ext cx="4897316" cy="84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/>
              <a:t>where A is k x k submatrix; B is (n-k) x k, etc.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A2A57E-0A5F-FDEE-0719-764DD3196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127" y="2730837"/>
            <a:ext cx="2524857" cy="86096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97D1AB6-06E9-0365-E447-A7CA25471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When does stationary distribution exist? </a:t>
            </a:r>
            <a:r>
              <a:rPr lang="en-US" sz="3700" dirty="0"/>
              <a:t>Perron Frobenius theorem (special case)</a:t>
            </a:r>
          </a:p>
        </p:txBody>
      </p:sp>
    </p:spTree>
    <p:extLst>
      <p:ext uri="{BB962C8B-B14F-4D97-AF65-F5344CB8AC3E}">
        <p14:creationId xmlns:p14="http://schemas.microsoft.com/office/powerpoint/2010/main" val="38827742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A0110-3022-C56A-B14D-033C636B5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104EF-62AF-E19A-04CD-59C9F90FB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does stationary distribution exist? </a:t>
            </a:r>
            <a:r>
              <a:rPr lang="en-US" sz="3700" dirty="0"/>
              <a:t>Perron Frobenius theorem (special case)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7C9DC-D8F4-882C-7704-5B1F90CAD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92" y="1745638"/>
            <a:ext cx="11916508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 M be a nonnegative, real, n x n matrix. </a:t>
            </a:r>
          </a:p>
          <a:p>
            <a:pPr marL="0" indent="0">
              <a:buNone/>
            </a:pPr>
            <a:r>
              <a:rPr lang="en-US" dirty="0"/>
              <a:t>Suppose M is </a:t>
            </a:r>
            <a:r>
              <a:rPr lang="en-US" b="1" dirty="0"/>
              <a:t>irreducible- </a:t>
            </a:r>
            <a:r>
              <a:rPr lang="en-US" dirty="0"/>
              <a:t>you cannot permute rows/columns so M has form</a:t>
            </a:r>
          </a:p>
        </p:txBody>
      </p:sp>
      <p:sp>
        <p:nvSpPr>
          <p:cNvPr id="4" name="5-Point Star 3">
            <a:extLst>
              <a:ext uri="{FF2B5EF4-FFF2-40B4-BE49-F238E27FC236}">
                <a16:creationId xmlns:a16="http://schemas.microsoft.com/office/drawing/2014/main" id="{9DC7EFA6-1DCD-7AD0-ABE8-48900CC2689A}"/>
              </a:ext>
            </a:extLst>
          </p:cNvPr>
          <p:cNvSpPr/>
          <p:nvPr/>
        </p:nvSpPr>
        <p:spPr>
          <a:xfrm>
            <a:off x="-4217923" y="3787547"/>
            <a:ext cx="2820691" cy="260371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pictures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8759BE-006A-1028-7398-B06E69DF64C0}"/>
              </a:ext>
            </a:extLst>
          </p:cNvPr>
          <p:cNvSpPr txBox="1">
            <a:spLocks/>
          </p:cNvSpPr>
          <p:nvPr/>
        </p:nvSpPr>
        <p:spPr>
          <a:xfrm>
            <a:off x="6884376" y="2939709"/>
            <a:ext cx="4897316" cy="84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/>
              <a:t>where A is k x k submatrix; B is (n-k) x k, etc.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09CC04-9DDC-9C82-B51E-78333C2D9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127" y="2730837"/>
            <a:ext cx="2524857" cy="86096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F1A6BC35-FF29-7660-3A70-59B5F4931A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5492" y="3977348"/>
                <a:ext cx="11916508" cy="27575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Then there exists a real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that: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an eigenvalue of M, and all other eigenvalues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satisfy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The eigenvector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corresponding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has positive entries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Define the </a:t>
                </a:r>
                <a:r>
                  <a:rPr lang="en-US" u="sng" dirty="0"/>
                  <a:t>period</a:t>
                </a:r>
                <a:r>
                  <a:rPr lang="en-US" dirty="0"/>
                  <a:t> of entry </a:t>
                </a:r>
                <a:r>
                  <a:rPr lang="en-US" dirty="0" err="1"/>
                  <a:t>i</a:t>
                </a:r>
                <a:r>
                  <a:rPr lang="en-US" dirty="0"/>
                  <a:t> as the GCD of all k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. If the period of all entries </a:t>
                </a:r>
                <a:r>
                  <a:rPr lang="en-US" dirty="0" err="1"/>
                  <a:t>i</a:t>
                </a:r>
                <a:r>
                  <a:rPr lang="en-US" dirty="0"/>
                  <a:t> is equal to 1,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(strict equality)</a:t>
                </a:r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F1A6BC35-FF29-7660-3A70-59B5F4931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92" y="3977348"/>
                <a:ext cx="11916508" cy="2757560"/>
              </a:xfrm>
              <a:prstGeom prst="rect">
                <a:avLst/>
              </a:prstGeom>
              <a:blipFill>
                <a:blip r:embed="rId3"/>
                <a:stretch>
                  <a:fillRect l="-1064" t="-3653" r="-7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8558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>
            <a:extLst>
              <a:ext uri="{FF2B5EF4-FFF2-40B4-BE49-F238E27FC236}">
                <a16:creationId xmlns:a16="http://schemas.microsoft.com/office/drawing/2014/main" id="{18F3A046-7DCF-B2D2-5F1A-58C8D8452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1327" y="6313862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2406C64-B6CF-5A47-8F68-29DEEEAFB8D9}" type="slidenum">
              <a:rPr lang="en-US" altLang="en-US" sz="1200">
                <a:latin typeface="Garamond" panose="02020404030301010803" pitchFamily="18" charset="0"/>
              </a:rPr>
              <a:pPr eaLnBrk="1" hangingPunct="1"/>
              <a:t>30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6C163AF2-A708-CF9B-1C72-54A14953CB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Existence of stationary distribution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E594783E-4C63-23E7-659D-86D8BC4C55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10515600" cy="2005346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500" dirty="0"/>
              <a:t>Does a stationary distribution always exist? Is it unique?</a:t>
            </a:r>
          </a:p>
          <a:p>
            <a:pPr lvl="1" eaLnBrk="1" hangingPunct="1"/>
            <a:r>
              <a:rPr lang="en-US" altLang="en-US" sz="2500" dirty="0"/>
              <a:t>Yes, if the graph is…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6A5547-7848-A25A-34C6-C44766B3B9AB}"/>
              </a:ext>
            </a:extLst>
          </p:cNvPr>
          <p:cNvSpPr txBox="1"/>
          <p:nvPr/>
        </p:nvSpPr>
        <p:spPr>
          <a:xfrm>
            <a:off x="4053427" y="539812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❌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28BA69E-3D40-E0A6-50BC-914C0B49CB6E}"/>
              </a:ext>
            </a:extLst>
          </p:cNvPr>
          <p:cNvGrpSpPr/>
          <p:nvPr/>
        </p:nvGrpSpPr>
        <p:grpSpPr>
          <a:xfrm>
            <a:off x="1222966" y="3864546"/>
            <a:ext cx="1798954" cy="1439689"/>
            <a:chOff x="2824750" y="4358458"/>
            <a:chExt cx="2552700" cy="1752600"/>
          </a:xfrm>
        </p:grpSpPr>
        <p:grpSp>
          <p:nvGrpSpPr>
            <p:cNvPr id="6" name="Group 14">
              <a:extLst>
                <a:ext uri="{FF2B5EF4-FFF2-40B4-BE49-F238E27FC236}">
                  <a16:creationId xmlns:a16="http://schemas.microsoft.com/office/drawing/2014/main" id="{7D7C2FB5-7EAB-9BB1-6677-5A6E3B945D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52600"/>
              <a:chOff x="1056" y="1632"/>
              <a:chExt cx="1152" cy="1104"/>
            </a:xfrm>
          </p:grpSpPr>
          <p:sp>
            <p:nvSpPr>
              <p:cNvPr id="10" name="Oval 15">
                <a:extLst>
                  <a:ext uri="{FF2B5EF4-FFF2-40B4-BE49-F238E27FC236}">
                    <a16:creationId xmlns:a16="http://schemas.microsoft.com/office/drawing/2014/main" id="{3FC79B46-F205-A6BF-6C81-C13BF3CA4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11" name="Oval 16">
                <a:extLst>
                  <a:ext uri="{FF2B5EF4-FFF2-40B4-BE49-F238E27FC236}">
                    <a16:creationId xmlns:a16="http://schemas.microsoft.com/office/drawing/2014/main" id="{FCD1B35A-9EFE-33AE-2A4A-2C9C313062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12" name="Oval 17">
                <a:extLst>
                  <a:ext uri="{FF2B5EF4-FFF2-40B4-BE49-F238E27FC236}">
                    <a16:creationId xmlns:a16="http://schemas.microsoft.com/office/drawing/2014/main" id="{8FF5FBF4-F925-88DA-DCAB-3599E53C00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3" name="Line 18">
                <a:extLst>
                  <a:ext uri="{FF2B5EF4-FFF2-40B4-BE49-F238E27FC236}">
                    <a16:creationId xmlns:a16="http://schemas.microsoft.com/office/drawing/2014/main" id="{365D0C3D-5F73-5343-0AC1-9216F09CC6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4" name="Line 19">
                <a:extLst>
                  <a:ext uri="{FF2B5EF4-FFF2-40B4-BE49-F238E27FC236}">
                    <a16:creationId xmlns:a16="http://schemas.microsoft.com/office/drawing/2014/main" id="{5BD03966-8534-073E-BB0D-7F2151F3CB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5" name="Line 20">
                <a:extLst>
                  <a:ext uri="{FF2B5EF4-FFF2-40B4-BE49-F238E27FC236}">
                    <a16:creationId xmlns:a16="http://schemas.microsoft.com/office/drawing/2014/main" id="{8C8C02C1-7643-C9A0-154D-3C180D96DD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</p:grpSp>
        <p:sp>
          <p:nvSpPr>
            <p:cNvPr id="7" name="Oval 16">
              <a:extLst>
                <a:ext uri="{FF2B5EF4-FFF2-40B4-BE49-F238E27FC236}">
                  <a16:creationId xmlns:a16="http://schemas.microsoft.com/office/drawing/2014/main" id="{BF28B5F0-4605-EAAE-8A7F-AF2BFCBBA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8" name="Line 18">
              <a:extLst>
                <a:ext uri="{FF2B5EF4-FFF2-40B4-BE49-F238E27FC236}">
                  <a16:creationId xmlns:a16="http://schemas.microsoft.com/office/drawing/2014/main" id="{DBC3CE4E-1E79-F493-B41F-150F202EA6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71A5618-7A0B-9E07-4FF1-F989A100662D}"/>
              </a:ext>
            </a:extLst>
          </p:cNvPr>
          <p:cNvSpPr txBox="1"/>
          <p:nvPr/>
        </p:nvSpPr>
        <p:spPr>
          <a:xfrm>
            <a:off x="1468500" y="5304234"/>
            <a:ext cx="5870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✅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976CC45-FD8F-5993-9AC1-E2B2F77D6FF7}"/>
              </a:ext>
            </a:extLst>
          </p:cNvPr>
          <p:cNvGrpSpPr/>
          <p:nvPr/>
        </p:nvGrpSpPr>
        <p:grpSpPr>
          <a:xfrm>
            <a:off x="3489338" y="3708058"/>
            <a:ext cx="1798954" cy="1439689"/>
            <a:chOff x="2824750" y="4358458"/>
            <a:chExt cx="2552700" cy="1752600"/>
          </a:xfrm>
        </p:grpSpPr>
        <p:grpSp>
          <p:nvGrpSpPr>
            <p:cNvPr id="22" name="Group 14">
              <a:extLst>
                <a:ext uri="{FF2B5EF4-FFF2-40B4-BE49-F238E27FC236}">
                  <a16:creationId xmlns:a16="http://schemas.microsoft.com/office/drawing/2014/main" id="{26AFFC8A-9DA7-1A58-0709-F99CC3A602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52600"/>
              <a:chOff x="1056" y="1632"/>
              <a:chExt cx="1152" cy="1104"/>
            </a:xfrm>
          </p:grpSpPr>
          <p:sp>
            <p:nvSpPr>
              <p:cNvPr id="25" name="Oval 15">
                <a:extLst>
                  <a:ext uri="{FF2B5EF4-FFF2-40B4-BE49-F238E27FC236}">
                    <a16:creationId xmlns:a16="http://schemas.microsoft.com/office/drawing/2014/main" id="{6E0913A6-9D7D-4E7C-5E4A-1DA88AC301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6" name="Oval 16">
                <a:extLst>
                  <a:ext uri="{FF2B5EF4-FFF2-40B4-BE49-F238E27FC236}">
                    <a16:creationId xmlns:a16="http://schemas.microsoft.com/office/drawing/2014/main" id="{A8E9161E-8BBC-94D7-BD7C-7954C476A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7" name="Oval 17">
                <a:extLst>
                  <a:ext uri="{FF2B5EF4-FFF2-40B4-BE49-F238E27FC236}">
                    <a16:creationId xmlns:a16="http://schemas.microsoft.com/office/drawing/2014/main" id="{B9D97AB7-33B8-BE0A-A659-A8A580972B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0" name="Line 20">
                <a:extLst>
                  <a:ext uri="{FF2B5EF4-FFF2-40B4-BE49-F238E27FC236}">
                    <a16:creationId xmlns:a16="http://schemas.microsoft.com/office/drawing/2014/main" id="{410D13AD-F9DF-50B8-6A1F-2C8DF6C78B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</p:grpSp>
        <p:sp>
          <p:nvSpPr>
            <p:cNvPr id="23" name="Oval 16">
              <a:extLst>
                <a:ext uri="{FF2B5EF4-FFF2-40B4-BE49-F238E27FC236}">
                  <a16:creationId xmlns:a16="http://schemas.microsoft.com/office/drawing/2014/main" id="{03F229DF-8FF2-34F2-6AD0-9399F6A0D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4" name="Line 18">
              <a:extLst>
                <a:ext uri="{FF2B5EF4-FFF2-40B4-BE49-F238E27FC236}">
                  <a16:creationId xmlns:a16="http://schemas.microsoft.com/office/drawing/2014/main" id="{9DFA344F-D43D-FB38-EF1F-61A8BC619A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DCBEA07D-2F68-A2E2-112F-FF359AD0D20E}"/>
              </a:ext>
            </a:extLst>
          </p:cNvPr>
          <p:cNvSpPr txBox="1"/>
          <p:nvPr/>
        </p:nvSpPr>
        <p:spPr>
          <a:xfrm>
            <a:off x="1339757" y="2877341"/>
            <a:ext cx="456766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Connected </a:t>
            </a:r>
            <a:r>
              <a:rPr lang="en-US" sz="2500" dirty="0"/>
              <a:t>(i.e. P is irreducible)</a:t>
            </a:r>
            <a:endParaRPr lang="en-US" sz="25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2628C5-007D-A9D9-E75E-D102B996223A}"/>
              </a:ext>
            </a:extLst>
          </p:cNvPr>
          <p:cNvSpPr txBox="1"/>
          <p:nvPr/>
        </p:nvSpPr>
        <p:spPr>
          <a:xfrm>
            <a:off x="6822263" y="3046443"/>
            <a:ext cx="48506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Not bipartite</a:t>
            </a:r>
            <a:r>
              <a:rPr lang="en-US" sz="2500" dirty="0"/>
              <a:t> (i.e. </a:t>
            </a:r>
            <a:r>
              <a:rPr lang="en-US" sz="2500" u="sng" dirty="0"/>
              <a:t>period</a:t>
            </a:r>
            <a:r>
              <a:rPr lang="en-US" sz="2500" dirty="0"/>
              <a:t> of each node is 1)</a:t>
            </a:r>
            <a:endParaRPr lang="en-US" sz="25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5CFD95-80FF-128C-BFB5-D3B9CD1D80BB}"/>
              </a:ext>
            </a:extLst>
          </p:cNvPr>
          <p:cNvSpPr txBox="1"/>
          <p:nvPr/>
        </p:nvSpPr>
        <p:spPr>
          <a:xfrm>
            <a:off x="6662913" y="3991680"/>
            <a:ext cx="5311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Cannot divide up vertices into two groups with edges only between groups (no edges within groups)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29AD8E0-B9FF-6C4D-BC82-BEEBDFDB2869}"/>
              </a:ext>
            </a:extLst>
          </p:cNvPr>
          <p:cNvGrpSpPr/>
          <p:nvPr/>
        </p:nvGrpSpPr>
        <p:grpSpPr>
          <a:xfrm rot="20071362">
            <a:off x="8263459" y="4414017"/>
            <a:ext cx="2109967" cy="1790483"/>
            <a:chOff x="8502856" y="4660626"/>
            <a:chExt cx="2109967" cy="179048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2EB0B49-9906-9AF7-FBF9-09B6EFBA2246}"/>
                </a:ext>
              </a:extLst>
            </p:cNvPr>
            <p:cNvGrpSpPr/>
            <p:nvPr/>
          </p:nvGrpSpPr>
          <p:grpSpPr>
            <a:xfrm>
              <a:off x="8502856" y="4660626"/>
              <a:ext cx="2109967" cy="1790483"/>
              <a:chOff x="2383425" y="3931421"/>
              <a:chExt cx="2994025" cy="2179638"/>
            </a:xfrm>
          </p:grpSpPr>
          <p:grpSp>
            <p:nvGrpSpPr>
              <p:cNvPr id="35" name="Group 14">
                <a:extLst>
                  <a:ext uri="{FF2B5EF4-FFF2-40B4-BE49-F238E27FC236}">
                    <a16:creationId xmlns:a16="http://schemas.microsoft.com/office/drawing/2014/main" id="{0D71DE2C-D445-F3B3-C678-4D26C0BF29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3425" y="3931421"/>
                <a:ext cx="2270125" cy="2179638"/>
                <a:chOff x="778" y="1363"/>
                <a:chExt cx="1430" cy="1373"/>
              </a:xfrm>
            </p:grpSpPr>
            <p:sp>
              <p:nvSpPr>
                <p:cNvPr id="38" name="Oval 15">
                  <a:extLst>
                    <a:ext uri="{FF2B5EF4-FFF2-40B4-BE49-F238E27FC236}">
                      <a16:creationId xmlns:a16="http://schemas.microsoft.com/office/drawing/2014/main" id="{E12CDC3E-962E-4670-B645-B6A5132197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8" y="1945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9" name="Oval 16">
                  <a:extLst>
                    <a:ext uri="{FF2B5EF4-FFF2-40B4-BE49-F238E27FC236}">
                      <a16:creationId xmlns:a16="http://schemas.microsoft.com/office/drawing/2014/main" id="{F705DEA2-74FD-0E55-08DA-A2FB1AFED0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82" y="1363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0" name="Oval 17">
                  <a:extLst>
                    <a:ext uri="{FF2B5EF4-FFF2-40B4-BE49-F238E27FC236}">
                      <a16:creationId xmlns:a16="http://schemas.microsoft.com/office/drawing/2014/main" id="{891D19ED-0DF6-95F1-E671-FBBE2D759E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8" y="2496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1" name="Line 20">
                  <a:extLst>
                    <a:ext uri="{FF2B5EF4-FFF2-40B4-BE49-F238E27FC236}">
                      <a16:creationId xmlns:a16="http://schemas.microsoft.com/office/drawing/2014/main" id="{33F1D564-9DCC-D88E-5363-F47FC210C0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050" y="2164"/>
                  <a:ext cx="672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000"/>
                </a:p>
              </p:txBody>
            </p:sp>
          </p:grpSp>
          <p:sp>
            <p:nvSpPr>
              <p:cNvPr id="36" name="Oval 16">
                <a:extLst>
                  <a:ext uri="{FF2B5EF4-FFF2-40B4-BE49-F238E27FC236}">
                    <a16:creationId xmlns:a16="http://schemas.microsoft.com/office/drawing/2014/main" id="{0A9FC2C1-4F79-2B56-AC3D-AC2CDB7A6D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6450" y="4802520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Line 18">
                <a:extLst>
                  <a:ext uri="{FF2B5EF4-FFF2-40B4-BE49-F238E27FC236}">
                    <a16:creationId xmlns:a16="http://schemas.microsoft.com/office/drawing/2014/main" id="{8FC9D76A-D41C-06A7-9BAB-0164B93960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2952" y="4220009"/>
                <a:ext cx="1559337" cy="6173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</p:grpSp>
        <p:sp>
          <p:nvSpPr>
            <p:cNvPr id="42" name="Line 18">
              <a:extLst>
                <a:ext uri="{FF2B5EF4-FFF2-40B4-BE49-F238E27FC236}">
                  <a16:creationId xmlns:a16="http://schemas.microsoft.com/office/drawing/2014/main" id="{8DEB0983-A034-EE12-AFA4-E744D49085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20379" y="5461998"/>
              <a:ext cx="1360652" cy="1301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8E355A31-7766-7F06-9D65-60D783D86D2B}"/>
              </a:ext>
            </a:extLst>
          </p:cNvPr>
          <p:cNvSpPr txBox="1"/>
          <p:nvPr/>
        </p:nvSpPr>
        <p:spPr>
          <a:xfrm>
            <a:off x="9067270" y="631386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CF0594-F964-BA40-0C18-0116C2EE55CA}"/>
              </a:ext>
            </a:extLst>
          </p:cNvPr>
          <p:cNvSpPr txBox="1"/>
          <p:nvPr/>
        </p:nvSpPr>
        <p:spPr>
          <a:xfrm>
            <a:off x="6214627" y="6216266"/>
            <a:ext cx="2589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Issue: keep hopping between groups…</a:t>
            </a:r>
          </a:p>
        </p:txBody>
      </p:sp>
      <p:sp>
        <p:nvSpPr>
          <p:cNvPr id="48" name="Oval 17">
            <a:extLst>
              <a:ext uri="{FF2B5EF4-FFF2-40B4-BE49-F238E27FC236}">
                <a16:creationId xmlns:a16="http://schemas.microsoft.com/office/drawing/2014/main" id="{3F79AE52-1591-0256-6337-7792495B1A7A}"/>
              </a:ext>
            </a:extLst>
          </p:cNvPr>
          <p:cNvSpPr>
            <a:spLocks noChangeArrowheads="1"/>
          </p:cNvSpPr>
          <p:nvPr/>
        </p:nvSpPr>
        <p:spPr bwMode="auto">
          <a:xfrm rot="20071362">
            <a:off x="9872624" y="6082230"/>
            <a:ext cx="268501" cy="31297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000" dirty="0">
              <a:solidFill>
                <a:schemeClr val="bg1"/>
              </a:solidFill>
            </a:endParaRPr>
          </a:p>
        </p:txBody>
      </p:sp>
      <p:sp>
        <p:nvSpPr>
          <p:cNvPr id="49" name="Oval 17">
            <a:extLst>
              <a:ext uri="{FF2B5EF4-FFF2-40B4-BE49-F238E27FC236}">
                <a16:creationId xmlns:a16="http://schemas.microsoft.com/office/drawing/2014/main" id="{01312288-96FC-4F9B-479C-615EBA5835B7}"/>
              </a:ext>
            </a:extLst>
          </p:cNvPr>
          <p:cNvSpPr>
            <a:spLocks noChangeArrowheads="1"/>
          </p:cNvSpPr>
          <p:nvPr/>
        </p:nvSpPr>
        <p:spPr bwMode="auto">
          <a:xfrm rot="20071362">
            <a:off x="8394132" y="6094880"/>
            <a:ext cx="268501" cy="31297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000" dirty="0">
              <a:solidFill>
                <a:schemeClr val="bg1"/>
              </a:solidFill>
            </a:endParaRPr>
          </a:p>
        </p:txBody>
      </p:sp>
      <p:sp>
        <p:nvSpPr>
          <p:cNvPr id="50" name="Line 20">
            <a:extLst>
              <a:ext uri="{FF2B5EF4-FFF2-40B4-BE49-F238E27FC236}">
                <a16:creationId xmlns:a16="http://schemas.microsoft.com/office/drawing/2014/main" id="{9B8BA9D0-9579-3746-70B7-FE34B5460B44}"/>
              </a:ext>
            </a:extLst>
          </p:cNvPr>
          <p:cNvSpPr>
            <a:spLocks noChangeShapeType="1"/>
          </p:cNvSpPr>
          <p:nvPr/>
        </p:nvSpPr>
        <p:spPr bwMode="auto">
          <a:xfrm rot="20071362" flipH="1" flipV="1">
            <a:off x="8814583" y="6076819"/>
            <a:ext cx="751802" cy="3755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51" name="Line 20">
            <a:extLst>
              <a:ext uri="{FF2B5EF4-FFF2-40B4-BE49-F238E27FC236}">
                <a16:creationId xmlns:a16="http://schemas.microsoft.com/office/drawing/2014/main" id="{DB1B6FB2-851D-7D28-AFC0-118D0FE4590D}"/>
              </a:ext>
            </a:extLst>
          </p:cNvPr>
          <p:cNvSpPr>
            <a:spLocks noChangeShapeType="1"/>
          </p:cNvSpPr>
          <p:nvPr/>
        </p:nvSpPr>
        <p:spPr bwMode="auto">
          <a:xfrm rot="20071362" flipH="1" flipV="1">
            <a:off x="8686579" y="5948496"/>
            <a:ext cx="969735" cy="1336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240373-B2C1-FE3E-3BCE-7E3B65081C59}"/>
              </a:ext>
            </a:extLst>
          </p:cNvPr>
          <p:cNvSpPr txBox="1"/>
          <p:nvPr/>
        </p:nvSpPr>
        <p:spPr>
          <a:xfrm>
            <a:off x="2753419" y="6007695"/>
            <a:ext cx="3172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Issue: stationary distribution depends on which component you start in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8C130-0BA4-94E9-39D7-B3EBF5C57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753" y="365125"/>
            <a:ext cx="10515600" cy="1325563"/>
          </a:xfrm>
        </p:spPr>
        <p:txBody>
          <a:bodyPr/>
          <a:lstStyle/>
          <a:p>
            <a:r>
              <a:rPr lang="en-US" dirty="0"/>
              <a:t>Computing stationary distribution for graphs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F99C59-4F4E-F4C7-7F77-2D5DCBB93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Board…</a:t>
            </a:r>
          </a:p>
        </p:txBody>
      </p:sp>
    </p:spTree>
    <p:extLst>
      <p:ext uri="{BB962C8B-B14F-4D97-AF65-F5344CB8AC3E}">
        <p14:creationId xmlns:p14="http://schemas.microsoft.com/office/powerpoint/2010/main" val="9171497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50E8D-A91E-09C8-566F-FC2FE79A3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6F174-6500-19C1-9491-7B7C5EFE0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753" y="365125"/>
            <a:ext cx="10515600" cy="1325563"/>
          </a:xfrm>
        </p:spPr>
        <p:txBody>
          <a:bodyPr/>
          <a:lstStyle/>
          <a:p>
            <a:r>
              <a:rPr lang="en-US" dirty="0"/>
              <a:t>Computing stationary distribution [board]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F40B2F-B9A5-84F0-6E4C-943D48596F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9101"/>
                <a:ext cx="10515600" cy="498377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Stationary distribution is proportional to degree distribution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Mixing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= how many steps needed to be within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stationary distribution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Result (informal): mixing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:r>
                  <a:rPr lang="en-US" b="1" dirty="0"/>
                  <a:t>second largest eigenvalue </a:t>
                </a:r>
                <a:r>
                  <a:rPr lang="en-US" dirty="0"/>
                  <a:t>of transition matrix P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Lots of beautiful math on mixing times (e.g. </a:t>
                </a:r>
                <a:r>
                  <a:rPr lang="en-US" dirty="0" err="1"/>
                  <a:t>Cheeger</a:t>
                </a:r>
                <a:r>
                  <a:rPr lang="en-US" dirty="0"/>
                  <a:t> inequality)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8E93F4-74A9-1F7C-E821-9D343DB7D8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9101"/>
                <a:ext cx="10515600" cy="4983773"/>
              </a:xfrm>
              <a:blipFill>
                <a:blip r:embed="rId2"/>
                <a:stretch>
                  <a:fillRect l="-1206" t="-4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90145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 descr="How to use Google to search">
            <a:extLst>
              <a:ext uri="{FF2B5EF4-FFF2-40B4-BE49-F238E27FC236}">
                <a16:creationId xmlns:a16="http://schemas.microsoft.com/office/drawing/2014/main" id="{1E815CD9-771A-1587-8F8E-6C962D7BF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2876" y="98460"/>
            <a:ext cx="2430539" cy="13993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F4AE2C-2ACA-1394-CA81-94C2DE7E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85" y="224448"/>
            <a:ext cx="10515600" cy="1325563"/>
          </a:xfrm>
        </p:spPr>
        <p:txBody>
          <a:bodyPr/>
          <a:lstStyle/>
          <a:p>
            <a:r>
              <a:rPr lang="en-US" dirty="0"/>
              <a:t>Variants of random walks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43BE35-C510-F3DB-29CA-5B405FC120C3}"/>
              </a:ext>
            </a:extLst>
          </p:cNvPr>
          <p:cNvSpPr txBox="1"/>
          <p:nvPr/>
        </p:nvSpPr>
        <p:spPr>
          <a:xfrm>
            <a:off x="879231" y="1688123"/>
            <a:ext cx="37279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Lazy random walk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A7A06B-420C-E0F7-8392-97513104E5DE}"/>
                  </a:ext>
                </a:extLst>
              </p:cNvPr>
              <p:cNvSpPr txBox="1"/>
              <p:nvPr/>
            </p:nvSpPr>
            <p:spPr>
              <a:xfrm>
                <a:off x="184243" y="2288029"/>
                <a:ext cx="5546329" cy="1046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With some probability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200" dirty="0"/>
                  <a:t> that a walker stays at the current node</a:t>
                </a:r>
              </a:p>
              <a:p>
                <a:r>
                  <a:rPr lang="en-US" dirty="0"/>
                  <a:t>(HW: a lazy RW always has period 1)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A7A06B-420C-E0F7-8392-97513104E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243" y="2288029"/>
                <a:ext cx="5546329" cy="1046440"/>
              </a:xfrm>
              <a:prstGeom prst="rect">
                <a:avLst/>
              </a:prstGeom>
              <a:blipFill>
                <a:blip r:embed="rId3"/>
                <a:stretch>
                  <a:fillRect l="-1370" t="-3614" b="-7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18B1CD0B-60D3-C9DC-7018-499C894E6793}"/>
              </a:ext>
            </a:extLst>
          </p:cNvPr>
          <p:cNvGrpSpPr/>
          <p:nvPr/>
        </p:nvGrpSpPr>
        <p:grpSpPr>
          <a:xfrm>
            <a:off x="1195536" y="4140013"/>
            <a:ext cx="2585156" cy="2059728"/>
            <a:chOff x="2824750" y="4358458"/>
            <a:chExt cx="2552700" cy="1752600"/>
          </a:xfrm>
        </p:grpSpPr>
        <p:grpSp>
          <p:nvGrpSpPr>
            <p:cNvPr id="7" name="Group 14">
              <a:extLst>
                <a:ext uri="{FF2B5EF4-FFF2-40B4-BE49-F238E27FC236}">
                  <a16:creationId xmlns:a16="http://schemas.microsoft.com/office/drawing/2014/main" id="{5A20405E-C9F3-4F33-2D3D-4181E92F26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52600"/>
              <a:chOff x="1056" y="1632"/>
              <a:chExt cx="1152" cy="1104"/>
            </a:xfrm>
          </p:grpSpPr>
          <p:sp>
            <p:nvSpPr>
              <p:cNvPr id="10" name="Oval 15">
                <a:extLst>
                  <a:ext uri="{FF2B5EF4-FFF2-40B4-BE49-F238E27FC236}">
                    <a16:creationId xmlns:a16="http://schemas.microsoft.com/office/drawing/2014/main" id="{AF523216-71E8-3F0F-BC57-563EB5825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11" name="Oval 16">
                <a:extLst>
                  <a:ext uri="{FF2B5EF4-FFF2-40B4-BE49-F238E27FC236}">
                    <a16:creationId xmlns:a16="http://schemas.microsoft.com/office/drawing/2014/main" id="{D1B3D4B1-59D9-E992-3924-F1AA8F9574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12" name="Oval 17">
                <a:extLst>
                  <a:ext uri="{FF2B5EF4-FFF2-40B4-BE49-F238E27FC236}">
                    <a16:creationId xmlns:a16="http://schemas.microsoft.com/office/drawing/2014/main" id="{F0AA089F-B45F-D82A-25F3-8D90FEC91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3" name="Line 18">
                <a:extLst>
                  <a:ext uri="{FF2B5EF4-FFF2-40B4-BE49-F238E27FC236}">
                    <a16:creationId xmlns:a16="http://schemas.microsoft.com/office/drawing/2014/main" id="{D0452820-328D-BFFD-9DD3-125CC3D36B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4" name="Line 19">
                <a:extLst>
                  <a:ext uri="{FF2B5EF4-FFF2-40B4-BE49-F238E27FC236}">
                    <a16:creationId xmlns:a16="http://schemas.microsoft.com/office/drawing/2014/main" id="{B770C195-11E3-7B94-ED8C-E2807A882F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5" name="Line 20">
                <a:extLst>
                  <a:ext uri="{FF2B5EF4-FFF2-40B4-BE49-F238E27FC236}">
                    <a16:creationId xmlns:a16="http://schemas.microsoft.com/office/drawing/2014/main" id="{2EC43E7B-E7CA-FB74-D1EE-F3FBEF17AF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</p:grpSp>
        <p:sp>
          <p:nvSpPr>
            <p:cNvPr id="8" name="Oval 16">
              <a:extLst>
                <a:ext uri="{FF2B5EF4-FFF2-40B4-BE49-F238E27FC236}">
                  <a16:creationId xmlns:a16="http://schemas.microsoft.com/office/drawing/2014/main" id="{21C4694B-F0ED-6142-752F-15FF85722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9" name="Line 18">
              <a:extLst>
                <a:ext uri="{FF2B5EF4-FFF2-40B4-BE49-F238E27FC236}">
                  <a16:creationId xmlns:a16="http://schemas.microsoft.com/office/drawing/2014/main" id="{4AB55A1E-49E1-16FA-443F-DD308D2167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FF781B9-A9D6-8589-2AD2-4E3208D23411}"/>
                  </a:ext>
                </a:extLst>
              </p14:cNvPr>
              <p14:cNvContentPartPr/>
              <p14:nvPr/>
            </p14:nvContentPartPr>
            <p14:xfrm>
              <a:off x="746051" y="4939233"/>
              <a:ext cx="460440" cy="6786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FF781B9-A9D6-8589-2AD2-4E3208D234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9931" y="4933113"/>
                <a:ext cx="472680" cy="69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C8042EF-18A1-2296-4D06-6BE7DF6FE25B}"/>
                  </a:ext>
                </a:extLst>
              </p14:cNvPr>
              <p14:cNvContentPartPr/>
              <p14:nvPr/>
            </p14:nvContentPartPr>
            <p14:xfrm>
              <a:off x="1859891" y="3674913"/>
              <a:ext cx="685800" cy="5997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C8042EF-18A1-2296-4D06-6BE7DF6FE25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53771" y="3668793"/>
                <a:ext cx="698040" cy="61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DD4764B-7921-575C-3978-1C31996748E1}"/>
                  </a:ext>
                </a:extLst>
              </p14:cNvPr>
              <p14:cNvContentPartPr/>
              <p14:nvPr/>
            </p14:nvContentPartPr>
            <p14:xfrm>
              <a:off x="3528851" y="4132833"/>
              <a:ext cx="678960" cy="9874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DD4764B-7921-575C-3978-1C31996748E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22731" y="4126713"/>
                <a:ext cx="691200" cy="9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D1A3104-03F5-66A2-B35D-AA068E7F33D3}"/>
                  </a:ext>
                </a:extLst>
              </p14:cNvPr>
              <p14:cNvContentPartPr/>
              <p14:nvPr/>
            </p14:nvContentPartPr>
            <p14:xfrm>
              <a:off x="2835131" y="6148473"/>
              <a:ext cx="575640" cy="5684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D1A3104-03F5-66A2-B35D-AA068E7F33D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29011" y="6142353"/>
                <a:ext cx="587880" cy="58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C861B77-0742-4843-73D2-A405A45E27AD}"/>
                  </a:ext>
                </a:extLst>
              </p14:cNvPr>
              <p14:cNvContentPartPr/>
              <p14:nvPr/>
            </p14:nvContentPartPr>
            <p14:xfrm>
              <a:off x="458051" y="5173593"/>
              <a:ext cx="183240" cy="3510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C861B77-0742-4843-73D2-A405A45E27A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1931" y="5167473"/>
                <a:ext cx="19548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82494C3-30B6-9CA7-C6EB-E2BBC3B702D8}"/>
                  </a:ext>
                </a:extLst>
              </p14:cNvPr>
              <p14:cNvContentPartPr/>
              <p14:nvPr/>
            </p14:nvContentPartPr>
            <p14:xfrm>
              <a:off x="1540211" y="3733953"/>
              <a:ext cx="143640" cy="414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82494C3-30B6-9CA7-C6EB-E2BBC3B702D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34091" y="3727833"/>
                <a:ext cx="155880" cy="42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B46D1AA-6429-CB23-2641-57F39CBAC9CE}"/>
                  </a:ext>
                </a:extLst>
              </p14:cNvPr>
              <p14:cNvContentPartPr/>
              <p14:nvPr/>
            </p14:nvContentPartPr>
            <p14:xfrm>
              <a:off x="4381691" y="4214553"/>
              <a:ext cx="182160" cy="4860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B46D1AA-6429-CB23-2641-57F39CBAC9C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375571" y="4208433"/>
                <a:ext cx="194400" cy="49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993F2F9-E67C-61D9-C04E-EEE3D2C2C887}"/>
                  </a:ext>
                </a:extLst>
              </p14:cNvPr>
              <p14:cNvContentPartPr/>
              <p14:nvPr/>
            </p14:nvContentPartPr>
            <p14:xfrm>
              <a:off x="3462251" y="6243153"/>
              <a:ext cx="202320" cy="5288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993F2F9-E67C-61D9-C04E-EEE3D2C2C88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456131" y="6237033"/>
                <a:ext cx="214560" cy="54108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C0D6D780-0195-69E0-32E9-2A5740DB2E91}"/>
              </a:ext>
            </a:extLst>
          </p:cNvPr>
          <p:cNvSpPr txBox="1"/>
          <p:nvPr/>
        </p:nvSpPr>
        <p:spPr>
          <a:xfrm>
            <a:off x="6118433" y="1452834"/>
            <a:ext cx="62822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Random walk with restart </a:t>
            </a:r>
            <a:br>
              <a:rPr lang="en-US" sz="3000" b="1" dirty="0"/>
            </a:br>
            <a:r>
              <a:rPr lang="en-US" sz="2000" b="1" dirty="0"/>
              <a:t>(Personalized PageRank)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2D3DB7D-9F40-60F7-27F5-8A27E206E8A8}"/>
                  </a:ext>
                </a:extLst>
              </p:cNvPr>
              <p:cNvSpPr txBox="1"/>
              <p:nvPr/>
            </p:nvSpPr>
            <p:spPr>
              <a:xfrm>
                <a:off x="6296134" y="2310256"/>
                <a:ext cx="5818823" cy="1031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With some probability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200" dirty="0"/>
                  <a:t>, the walker teleports (“restarts”) at a fixed node v</a:t>
                </a:r>
              </a:p>
              <a:p>
                <a:r>
                  <a:rPr lang="en-US" sz="1700" dirty="0"/>
                  <a:t>(HW: derive stationary distribution)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2D3DB7D-9F40-60F7-27F5-8A27E206E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134" y="2310256"/>
                <a:ext cx="5818823" cy="1031051"/>
              </a:xfrm>
              <a:prstGeom prst="rect">
                <a:avLst/>
              </a:prstGeom>
              <a:blipFill>
                <a:blip r:embed="rId20"/>
                <a:stretch>
                  <a:fillRect l="-1307" t="-3614" b="-6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953BE96C-A27D-B616-AD03-2A7EEC1C2B61}"/>
              </a:ext>
            </a:extLst>
          </p:cNvPr>
          <p:cNvGrpSpPr/>
          <p:nvPr/>
        </p:nvGrpSpPr>
        <p:grpSpPr>
          <a:xfrm>
            <a:off x="6096000" y="4214553"/>
            <a:ext cx="2585156" cy="2059728"/>
            <a:chOff x="2824750" y="4358458"/>
            <a:chExt cx="2552700" cy="1752600"/>
          </a:xfrm>
        </p:grpSpPr>
        <p:grpSp>
          <p:nvGrpSpPr>
            <p:cNvPr id="27" name="Group 14">
              <a:extLst>
                <a:ext uri="{FF2B5EF4-FFF2-40B4-BE49-F238E27FC236}">
                  <a16:creationId xmlns:a16="http://schemas.microsoft.com/office/drawing/2014/main" id="{E565A52A-A10D-4070-7319-73B22C549C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52600"/>
              <a:chOff x="1056" y="1632"/>
              <a:chExt cx="1152" cy="1104"/>
            </a:xfrm>
          </p:grpSpPr>
          <p:sp>
            <p:nvSpPr>
              <p:cNvPr id="30" name="Oval 15">
                <a:extLst>
                  <a:ext uri="{FF2B5EF4-FFF2-40B4-BE49-F238E27FC236}">
                    <a16:creationId xmlns:a16="http://schemas.microsoft.com/office/drawing/2014/main" id="{B26E84FF-338D-5477-998E-6A5E0D8C98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31" name="Oval 16">
                <a:extLst>
                  <a:ext uri="{FF2B5EF4-FFF2-40B4-BE49-F238E27FC236}">
                    <a16:creationId xmlns:a16="http://schemas.microsoft.com/office/drawing/2014/main" id="{1A4B0DEF-5B32-D5D3-1643-23C80A5A20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32" name="Oval 17">
                <a:extLst>
                  <a:ext uri="{FF2B5EF4-FFF2-40B4-BE49-F238E27FC236}">
                    <a16:creationId xmlns:a16="http://schemas.microsoft.com/office/drawing/2014/main" id="{E59FC1BB-A90C-75E1-2BC4-31BF38067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3" name="Line 18">
                <a:extLst>
                  <a:ext uri="{FF2B5EF4-FFF2-40B4-BE49-F238E27FC236}">
                    <a16:creationId xmlns:a16="http://schemas.microsoft.com/office/drawing/2014/main" id="{49115721-28F7-CC34-BFE6-9F4C0DCD46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34" name="Line 19">
                <a:extLst>
                  <a:ext uri="{FF2B5EF4-FFF2-40B4-BE49-F238E27FC236}">
                    <a16:creationId xmlns:a16="http://schemas.microsoft.com/office/drawing/2014/main" id="{1899BEC4-0DAD-8B1A-B7EA-2E97AE01D0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35" name="Line 20">
                <a:extLst>
                  <a:ext uri="{FF2B5EF4-FFF2-40B4-BE49-F238E27FC236}">
                    <a16:creationId xmlns:a16="http://schemas.microsoft.com/office/drawing/2014/main" id="{3E9A3856-3B71-CDC1-150A-7FED85CC11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</p:grpSp>
        <p:sp>
          <p:nvSpPr>
            <p:cNvPr id="28" name="Oval 16">
              <a:extLst>
                <a:ext uri="{FF2B5EF4-FFF2-40B4-BE49-F238E27FC236}">
                  <a16:creationId xmlns:a16="http://schemas.microsoft.com/office/drawing/2014/main" id="{AD26372E-3F7E-1D3A-349C-FE1C3C172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9" name="Line 18">
              <a:extLst>
                <a:ext uri="{FF2B5EF4-FFF2-40B4-BE49-F238E27FC236}">
                  <a16:creationId xmlns:a16="http://schemas.microsoft.com/office/drawing/2014/main" id="{D0ED3F71-6842-B074-8019-9664AEF2E9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</p:grpSp>
      <p:pic>
        <p:nvPicPr>
          <p:cNvPr id="36" name="Picture 4" descr="man">
            <a:extLst>
              <a:ext uri="{FF2B5EF4-FFF2-40B4-BE49-F238E27FC236}">
                <a16:creationId xmlns:a16="http://schemas.microsoft.com/office/drawing/2014/main" id="{D62CD610-BCB8-9712-CA5D-D7D00516F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3234" y="3860681"/>
            <a:ext cx="54415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331793E-89E9-D6C5-D7AF-F4A226F1151A}"/>
              </a:ext>
            </a:extLst>
          </p:cNvPr>
          <p:cNvSpPr txBox="1"/>
          <p:nvPr/>
        </p:nvSpPr>
        <p:spPr>
          <a:xfrm>
            <a:off x="7459018" y="7184829"/>
            <a:ext cx="1800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probability </a:t>
            </a:r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66F9DFE3-2B50-2907-78F1-E91CDF5DB610}"/>
              </a:ext>
            </a:extLst>
          </p:cNvPr>
          <p:cNvSpPr/>
          <p:nvPr/>
        </p:nvSpPr>
        <p:spPr>
          <a:xfrm rot="19556622">
            <a:off x="8812051" y="4412808"/>
            <a:ext cx="980902" cy="2686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55A6F5D-C913-DE4B-1798-28BFCCCF65C3}"/>
                  </a:ext>
                </a:extLst>
              </p:cNvPr>
              <p:cNvSpPr txBox="1"/>
              <p:nvPr/>
            </p:nvSpPr>
            <p:spPr>
              <a:xfrm>
                <a:off x="9035338" y="4775650"/>
                <a:ext cx="8247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Prob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55A6F5D-C913-DE4B-1798-28BFCCCF6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5338" y="4775650"/>
                <a:ext cx="824713" cy="369332"/>
              </a:xfrm>
              <a:prstGeom prst="rect">
                <a:avLst/>
              </a:prstGeom>
              <a:blipFill>
                <a:blip r:embed="rId22"/>
                <a:stretch>
                  <a:fillRect l="-6061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90678E87-D967-4066-4F99-EAA53CD323FD}"/>
              </a:ext>
            </a:extLst>
          </p:cNvPr>
          <p:cNvGrpSpPr/>
          <p:nvPr/>
        </p:nvGrpSpPr>
        <p:grpSpPr>
          <a:xfrm>
            <a:off x="9998456" y="3265470"/>
            <a:ext cx="1890637" cy="1587071"/>
            <a:chOff x="2824750" y="4358458"/>
            <a:chExt cx="2552700" cy="1752600"/>
          </a:xfrm>
        </p:grpSpPr>
        <p:grpSp>
          <p:nvGrpSpPr>
            <p:cNvPr id="43" name="Group 14">
              <a:extLst>
                <a:ext uri="{FF2B5EF4-FFF2-40B4-BE49-F238E27FC236}">
                  <a16:creationId xmlns:a16="http://schemas.microsoft.com/office/drawing/2014/main" id="{11E1D489-59AE-DFCC-3521-68F0340693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52600"/>
              <a:chOff x="1056" y="1632"/>
              <a:chExt cx="1152" cy="1104"/>
            </a:xfrm>
          </p:grpSpPr>
          <p:sp>
            <p:nvSpPr>
              <p:cNvPr id="46" name="Oval 15">
                <a:extLst>
                  <a:ext uri="{FF2B5EF4-FFF2-40B4-BE49-F238E27FC236}">
                    <a16:creationId xmlns:a16="http://schemas.microsoft.com/office/drawing/2014/main" id="{C1185730-3463-72F7-06E0-C143AA752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47" name="Oval 16">
                <a:extLst>
                  <a:ext uri="{FF2B5EF4-FFF2-40B4-BE49-F238E27FC236}">
                    <a16:creationId xmlns:a16="http://schemas.microsoft.com/office/drawing/2014/main" id="{59696EE1-1023-14DD-FDAB-8F4907B917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48" name="Oval 17">
                <a:extLst>
                  <a:ext uri="{FF2B5EF4-FFF2-40B4-BE49-F238E27FC236}">
                    <a16:creationId xmlns:a16="http://schemas.microsoft.com/office/drawing/2014/main" id="{E42E915C-F415-7B1E-A8F6-4CA81C741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49" name="Line 18">
                <a:extLst>
                  <a:ext uri="{FF2B5EF4-FFF2-40B4-BE49-F238E27FC236}">
                    <a16:creationId xmlns:a16="http://schemas.microsoft.com/office/drawing/2014/main" id="{C2132183-59C5-6FD2-B34B-2F7D366AD5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50" name="Line 19">
                <a:extLst>
                  <a:ext uri="{FF2B5EF4-FFF2-40B4-BE49-F238E27FC236}">
                    <a16:creationId xmlns:a16="http://schemas.microsoft.com/office/drawing/2014/main" id="{4671C5AB-7551-A970-BABB-1FBC770794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51" name="Line 20">
                <a:extLst>
                  <a:ext uri="{FF2B5EF4-FFF2-40B4-BE49-F238E27FC236}">
                    <a16:creationId xmlns:a16="http://schemas.microsoft.com/office/drawing/2014/main" id="{411BEAB3-6822-2E7D-86CE-E8042C5C7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</p:grpSp>
        <p:sp>
          <p:nvSpPr>
            <p:cNvPr id="44" name="Oval 16">
              <a:extLst>
                <a:ext uri="{FF2B5EF4-FFF2-40B4-BE49-F238E27FC236}">
                  <a16:creationId xmlns:a16="http://schemas.microsoft.com/office/drawing/2014/main" id="{EE184780-F7D8-8036-CB2C-2FCA700D2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45" name="Line 18">
              <a:extLst>
                <a:ext uri="{FF2B5EF4-FFF2-40B4-BE49-F238E27FC236}">
                  <a16:creationId xmlns:a16="http://schemas.microsoft.com/office/drawing/2014/main" id="{E9E05683-D613-66C6-C7C8-3BBFD7822A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</p:grpSp>
      <p:pic>
        <p:nvPicPr>
          <p:cNvPr id="52" name="Picture 4" descr="man">
            <a:extLst>
              <a:ext uri="{FF2B5EF4-FFF2-40B4-BE49-F238E27FC236}">
                <a16:creationId xmlns:a16="http://schemas.microsoft.com/office/drawing/2014/main" id="{B6D78F54-4E73-BC72-132F-36BA2287E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3941" y="3119889"/>
            <a:ext cx="54415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" name="Right Arrow 52">
            <a:extLst>
              <a:ext uri="{FF2B5EF4-FFF2-40B4-BE49-F238E27FC236}">
                <a16:creationId xmlns:a16="http://schemas.microsoft.com/office/drawing/2014/main" id="{8A4161DF-D9F8-D90A-276B-8883E18B487B}"/>
              </a:ext>
            </a:extLst>
          </p:cNvPr>
          <p:cNvSpPr/>
          <p:nvPr/>
        </p:nvSpPr>
        <p:spPr>
          <a:xfrm rot="2118213">
            <a:off x="8769125" y="5779948"/>
            <a:ext cx="980902" cy="2686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37336A0-3528-81C7-2FCF-C3EDC1165061}"/>
                  </a:ext>
                </a:extLst>
              </p:cNvPr>
              <p:cNvSpPr txBox="1"/>
              <p:nvPr/>
            </p:nvSpPr>
            <p:spPr>
              <a:xfrm>
                <a:off x="9892602" y="7221911"/>
                <a:ext cx="8247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Prob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37336A0-3528-81C7-2FCF-C3EDC1165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2602" y="7221911"/>
                <a:ext cx="824713" cy="369332"/>
              </a:xfrm>
              <a:prstGeom prst="rect">
                <a:avLst/>
              </a:prstGeom>
              <a:blipFill>
                <a:blip r:embed="rId23"/>
                <a:stretch>
                  <a:fillRect l="-7692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6DCD89C-99F7-13BD-515E-CDA94BFE69C1}"/>
                  </a:ext>
                </a:extLst>
              </p:cNvPr>
              <p:cNvSpPr txBox="1"/>
              <p:nvPr/>
            </p:nvSpPr>
            <p:spPr>
              <a:xfrm>
                <a:off x="8542432" y="6270576"/>
                <a:ext cx="1228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Prob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6DCD89C-99F7-13BD-515E-CDA94BFE6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2432" y="6270576"/>
                <a:ext cx="1228670" cy="369332"/>
              </a:xfrm>
              <a:prstGeom prst="rect">
                <a:avLst/>
              </a:prstGeom>
              <a:blipFill>
                <a:blip r:embed="rId24"/>
                <a:stretch>
                  <a:fillRect l="-4082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2E8DBD4F-0C89-7894-83D8-3CE46A2705C7}"/>
              </a:ext>
            </a:extLst>
          </p:cNvPr>
          <p:cNvGrpSpPr/>
          <p:nvPr/>
        </p:nvGrpSpPr>
        <p:grpSpPr>
          <a:xfrm>
            <a:off x="9979750" y="5109660"/>
            <a:ext cx="1890637" cy="1587071"/>
            <a:chOff x="2824750" y="4358458"/>
            <a:chExt cx="2552700" cy="1752600"/>
          </a:xfrm>
        </p:grpSpPr>
        <p:grpSp>
          <p:nvGrpSpPr>
            <p:cNvPr id="57" name="Group 14">
              <a:extLst>
                <a:ext uri="{FF2B5EF4-FFF2-40B4-BE49-F238E27FC236}">
                  <a16:creationId xmlns:a16="http://schemas.microsoft.com/office/drawing/2014/main" id="{480BACA2-9E37-531A-2645-FEE0C4B3BD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52600"/>
              <a:chOff x="1056" y="1632"/>
              <a:chExt cx="1152" cy="1104"/>
            </a:xfrm>
          </p:grpSpPr>
          <p:sp>
            <p:nvSpPr>
              <p:cNvPr id="60" name="Oval 15">
                <a:extLst>
                  <a:ext uri="{FF2B5EF4-FFF2-40B4-BE49-F238E27FC236}">
                    <a16:creationId xmlns:a16="http://schemas.microsoft.com/office/drawing/2014/main" id="{C87A09D1-7E18-6034-373B-CC9D6A1FB7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61" name="Oval 16">
                <a:extLst>
                  <a:ext uri="{FF2B5EF4-FFF2-40B4-BE49-F238E27FC236}">
                    <a16:creationId xmlns:a16="http://schemas.microsoft.com/office/drawing/2014/main" id="{6056DF88-0260-CF9E-24D6-E94B39531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62" name="Oval 17">
                <a:extLst>
                  <a:ext uri="{FF2B5EF4-FFF2-40B4-BE49-F238E27FC236}">
                    <a16:creationId xmlns:a16="http://schemas.microsoft.com/office/drawing/2014/main" id="{5A5EB621-ACAA-521C-8B02-B1AA365DD0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63" name="Line 18">
                <a:extLst>
                  <a:ext uri="{FF2B5EF4-FFF2-40B4-BE49-F238E27FC236}">
                    <a16:creationId xmlns:a16="http://schemas.microsoft.com/office/drawing/2014/main" id="{03E2E2BF-70F1-E2D3-43D1-B8BD4501E0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64" name="Line 19">
                <a:extLst>
                  <a:ext uri="{FF2B5EF4-FFF2-40B4-BE49-F238E27FC236}">
                    <a16:creationId xmlns:a16="http://schemas.microsoft.com/office/drawing/2014/main" id="{124B3A3A-1C49-812F-0920-48C6BFBAC9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65" name="Line 20">
                <a:extLst>
                  <a:ext uri="{FF2B5EF4-FFF2-40B4-BE49-F238E27FC236}">
                    <a16:creationId xmlns:a16="http://schemas.microsoft.com/office/drawing/2014/main" id="{713145E4-9CA6-001F-FC9E-88FCE54566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</p:grpSp>
        <p:sp>
          <p:nvSpPr>
            <p:cNvPr id="58" name="Oval 16">
              <a:extLst>
                <a:ext uri="{FF2B5EF4-FFF2-40B4-BE49-F238E27FC236}">
                  <a16:creationId xmlns:a16="http://schemas.microsoft.com/office/drawing/2014/main" id="{BBFA717A-944A-CEAB-DCC9-56BF96106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59" name="Line 18">
              <a:extLst>
                <a:ext uri="{FF2B5EF4-FFF2-40B4-BE49-F238E27FC236}">
                  <a16:creationId xmlns:a16="http://schemas.microsoft.com/office/drawing/2014/main" id="{97E7100C-CA57-190E-0696-FAF12AEE17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</p:grpSp>
      <p:pic>
        <p:nvPicPr>
          <p:cNvPr id="66" name="Picture 4" descr="man">
            <a:extLst>
              <a:ext uri="{FF2B5EF4-FFF2-40B4-BE49-F238E27FC236}">
                <a16:creationId xmlns:a16="http://schemas.microsoft.com/office/drawing/2014/main" id="{C1827E53-C884-8C19-9DBD-A68F195AE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9275" y="4830351"/>
            <a:ext cx="395059" cy="558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27311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133B3-945C-A9E0-ADE9-5C5AC321A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75" y="-80352"/>
            <a:ext cx="11678588" cy="1325563"/>
          </a:xfrm>
        </p:spPr>
        <p:txBody>
          <a:bodyPr/>
          <a:lstStyle/>
          <a:p>
            <a:r>
              <a:rPr lang="en-US" dirty="0"/>
              <a:t>Random walks on </a:t>
            </a:r>
            <a:r>
              <a:rPr lang="en-US" u="sng" dirty="0"/>
              <a:t>directed</a:t>
            </a:r>
            <a:r>
              <a:rPr lang="en-US" dirty="0"/>
              <a:t> graphs (</a:t>
            </a:r>
            <a:r>
              <a:rPr lang="en-US" u="sng" dirty="0"/>
              <a:t>Markov chains</a:t>
            </a:r>
            <a:r>
              <a:rPr lang="en-US" dirty="0"/>
              <a:t>)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609DBEB-56C4-4E85-43BA-3F32DDC1F7C0}"/>
              </a:ext>
            </a:extLst>
          </p:cNvPr>
          <p:cNvGrpSpPr/>
          <p:nvPr/>
        </p:nvGrpSpPr>
        <p:grpSpPr>
          <a:xfrm>
            <a:off x="847800" y="1166408"/>
            <a:ext cx="3884881" cy="5529429"/>
            <a:chOff x="-69787" y="1241097"/>
            <a:chExt cx="3884881" cy="552942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241232E-573B-581E-4B89-85178996FC6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36012" y="3975055"/>
              <a:ext cx="3379082" cy="9810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en-US" sz="2000" b="1" dirty="0"/>
                <a:t>Adjacency matrix A</a:t>
              </a:r>
            </a:p>
            <a:p>
              <a:pPr>
                <a:buFont typeface="Wingdings" pitchFamily="2" charset="2"/>
                <a:buNone/>
              </a:pPr>
              <a:r>
                <a:rPr lang="en-US" altLang="en-US" sz="2000" dirty="0"/>
                <a:t>Entry </a:t>
              </a:r>
              <a:r>
                <a:rPr lang="en-US" altLang="en-US" sz="2000" dirty="0" err="1"/>
                <a:t>a</a:t>
              </a:r>
              <a:r>
                <a:rPr lang="en-US" altLang="en-US" sz="2000" baseline="-25000" dirty="0" err="1"/>
                <a:t>ij</a:t>
              </a:r>
              <a:r>
                <a:rPr lang="en-US" altLang="en-US" sz="2000" dirty="0"/>
                <a:t> = weight of edge j-&gt;i</a:t>
              </a:r>
            </a:p>
          </p:txBody>
        </p:sp>
        <p:grpSp>
          <p:nvGrpSpPr>
            <p:cNvPr id="11" name="Group 14">
              <a:extLst>
                <a:ext uri="{FF2B5EF4-FFF2-40B4-BE49-F238E27FC236}">
                  <a16:creationId xmlns:a16="http://schemas.microsoft.com/office/drawing/2014/main" id="{1644249B-A0A7-14C6-14B5-51FF185209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1894" y="5017926"/>
              <a:ext cx="2743200" cy="1752600"/>
              <a:chOff x="1056" y="1632"/>
              <a:chExt cx="1728" cy="1104"/>
            </a:xfrm>
          </p:grpSpPr>
          <p:sp>
            <p:nvSpPr>
              <p:cNvPr id="12" name="Oval 15">
                <a:extLst>
                  <a:ext uri="{FF2B5EF4-FFF2-40B4-BE49-F238E27FC236}">
                    <a16:creationId xmlns:a16="http://schemas.microsoft.com/office/drawing/2014/main" id="{5830DB20-5C35-48F1-8F10-32FAEF47C9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13" name="Oval 16">
                <a:extLst>
                  <a:ext uri="{FF2B5EF4-FFF2-40B4-BE49-F238E27FC236}">
                    <a16:creationId xmlns:a16="http://schemas.microsoft.com/office/drawing/2014/main" id="{7000E65A-DE62-4F82-F579-0114A23E35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14" name="Oval 17">
                <a:extLst>
                  <a:ext uri="{FF2B5EF4-FFF2-40B4-BE49-F238E27FC236}">
                    <a16:creationId xmlns:a16="http://schemas.microsoft.com/office/drawing/2014/main" id="{B801FB2B-6A21-712A-1059-6F15758C9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5" name="Line 18">
                <a:extLst>
                  <a:ext uri="{FF2B5EF4-FFF2-40B4-BE49-F238E27FC236}">
                    <a16:creationId xmlns:a16="http://schemas.microsoft.com/office/drawing/2014/main" id="{1D5F5090-3B2F-1437-000B-9A62787E04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Line 19">
                <a:extLst>
                  <a:ext uri="{FF2B5EF4-FFF2-40B4-BE49-F238E27FC236}">
                    <a16:creationId xmlns:a16="http://schemas.microsoft.com/office/drawing/2014/main" id="{EF24560D-1964-C969-F001-45FE4CE47D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Line 20">
                <a:extLst>
                  <a:ext uri="{FF2B5EF4-FFF2-40B4-BE49-F238E27FC236}">
                    <a16:creationId xmlns:a16="http://schemas.microsoft.com/office/drawing/2014/main" id="{BFC04628-4DC8-4150-B660-583940B1F2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94867CFE-7439-F9DD-8E88-217816FB2C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1776"/>
                <a:ext cx="576" cy="720"/>
              </a:xfrm>
              <a:custGeom>
                <a:avLst/>
                <a:gdLst>
                  <a:gd name="T0" fmla="*/ 288 w 576"/>
                  <a:gd name="T1" fmla="*/ 720 h 720"/>
                  <a:gd name="T2" fmla="*/ 528 w 576"/>
                  <a:gd name="T3" fmla="*/ 288 h 720"/>
                  <a:gd name="T4" fmla="*/ 0 w 576"/>
                  <a:gd name="T5" fmla="*/ 0 h 720"/>
                  <a:gd name="T6" fmla="*/ 0 60000 65536"/>
                  <a:gd name="T7" fmla="*/ 0 60000 65536"/>
                  <a:gd name="T8" fmla="*/ 0 60000 65536"/>
                  <a:gd name="T9" fmla="*/ 0 w 576"/>
                  <a:gd name="T10" fmla="*/ 0 h 720"/>
                  <a:gd name="T11" fmla="*/ 576 w 576"/>
                  <a:gd name="T12" fmla="*/ 720 h 7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6" h="720">
                    <a:moveTo>
                      <a:pt x="288" y="720"/>
                    </a:moveTo>
                    <a:cubicBezTo>
                      <a:pt x="432" y="564"/>
                      <a:pt x="576" y="408"/>
                      <a:pt x="528" y="288"/>
                    </a:cubicBezTo>
                    <a:cubicBezTo>
                      <a:pt x="480" y="168"/>
                      <a:pt x="240" y="8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 Box 22">
                <a:extLst>
                  <a:ext uri="{FF2B5EF4-FFF2-40B4-BE49-F238E27FC236}">
                    <a16:creationId xmlns:a16="http://schemas.microsoft.com/office/drawing/2014/main" id="{1CA9FB3A-50EA-3942-E5F5-11867ED5D6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0" name="Text Box 23">
                <a:extLst>
                  <a:ext uri="{FF2B5EF4-FFF2-40B4-BE49-F238E27FC236}">
                    <a16:creationId xmlns:a16="http://schemas.microsoft.com/office/drawing/2014/main" id="{BE8C6877-7D9E-D002-FD5D-9954BD74FE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1" name="Text Box 24">
                <a:extLst>
                  <a:ext uri="{FF2B5EF4-FFF2-40B4-BE49-F238E27FC236}">
                    <a16:creationId xmlns:a16="http://schemas.microsoft.com/office/drawing/2014/main" id="{6B9C5857-D87E-9A85-C712-760CE884A9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1968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3</a:t>
                </a:r>
              </a:p>
            </p:txBody>
          </p:sp>
          <p:sp>
            <p:nvSpPr>
              <p:cNvPr id="22" name="Text Box 25">
                <a:extLst>
                  <a:ext uri="{FF2B5EF4-FFF2-40B4-BE49-F238E27FC236}">
                    <a16:creationId xmlns:a16="http://schemas.microsoft.com/office/drawing/2014/main" id="{327C730C-7A1A-FCAE-0502-FC685EE929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4" y="2065"/>
                <a:ext cx="24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2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59D8613D-DB3A-7ACD-53FB-9E9B299138B4}"/>
                </a:ext>
              </a:extLst>
            </p:cNvPr>
            <p:cNvGrpSpPr/>
            <p:nvPr/>
          </p:nvGrpSpPr>
          <p:grpSpPr>
            <a:xfrm>
              <a:off x="773114" y="2142353"/>
              <a:ext cx="2257377" cy="1634766"/>
              <a:chOff x="554098" y="1706761"/>
              <a:chExt cx="2257377" cy="1634766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36A7959-91F9-0874-C475-60369E1A2D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098" y="1706761"/>
                <a:ext cx="2257377" cy="163476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00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9763FBF-39B2-0D59-FAD0-EB14EE2208F0}"/>
                  </a:ext>
                </a:extLst>
              </p:cNvPr>
              <p:cNvSpPr txBox="1"/>
              <p:nvPr/>
            </p:nvSpPr>
            <p:spPr>
              <a:xfrm>
                <a:off x="1438081" y="1735056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1CC0344-B412-3101-7BEF-27F34A54DEFA}"/>
                  </a:ext>
                </a:extLst>
              </p:cNvPr>
              <p:cNvSpPr txBox="1"/>
              <p:nvPr/>
            </p:nvSpPr>
            <p:spPr>
              <a:xfrm>
                <a:off x="667673" y="1735056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1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9EC6C88-EDF8-2AC6-7007-67EFBFB13BB1}"/>
                  </a:ext>
                </a:extLst>
              </p:cNvPr>
              <p:cNvSpPr txBox="1"/>
              <p:nvPr/>
            </p:nvSpPr>
            <p:spPr>
              <a:xfrm>
                <a:off x="1468499" y="2278383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C545286-985B-03DD-20BA-70000FC81D35}"/>
                  </a:ext>
                </a:extLst>
              </p:cNvPr>
              <p:cNvSpPr txBox="1"/>
              <p:nvPr/>
            </p:nvSpPr>
            <p:spPr>
              <a:xfrm>
                <a:off x="2297983" y="2804979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024FD31-209F-C043-E4C3-5BA93D9396B8}"/>
                  </a:ext>
                </a:extLst>
              </p:cNvPr>
              <p:cNvSpPr txBox="1"/>
              <p:nvPr/>
            </p:nvSpPr>
            <p:spPr>
              <a:xfrm>
                <a:off x="2247814" y="1766923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1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8C057F2-C709-4EE0-1E65-73F2D15E4058}"/>
                  </a:ext>
                </a:extLst>
              </p:cNvPr>
              <p:cNvSpPr txBox="1"/>
              <p:nvPr/>
            </p:nvSpPr>
            <p:spPr>
              <a:xfrm>
                <a:off x="697985" y="2289016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536B790-9C89-4CD9-3CB7-6F3CF79019F8}"/>
                  </a:ext>
                </a:extLst>
              </p:cNvPr>
              <p:cNvSpPr txBox="1"/>
              <p:nvPr/>
            </p:nvSpPr>
            <p:spPr>
              <a:xfrm>
                <a:off x="2286355" y="2285951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3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4D1B7D0-EFC7-5163-FA70-8ED9DABB34BA}"/>
                  </a:ext>
                </a:extLst>
              </p:cNvPr>
              <p:cNvSpPr txBox="1"/>
              <p:nvPr/>
            </p:nvSpPr>
            <p:spPr>
              <a:xfrm>
                <a:off x="697985" y="2792264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9386D18-7599-85B3-8F16-9CE4F9778691}"/>
                  </a:ext>
                </a:extLst>
              </p:cNvPr>
              <p:cNvSpPr txBox="1"/>
              <p:nvPr/>
            </p:nvSpPr>
            <p:spPr>
              <a:xfrm>
                <a:off x="1463920" y="2800812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2</a:t>
                </a: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9A5E1B3-56C2-446D-AED2-26E05FE6A0E9}"/>
                </a:ext>
              </a:extLst>
            </p:cNvPr>
            <p:cNvSpPr txBox="1"/>
            <p:nvPr/>
          </p:nvSpPr>
          <p:spPr>
            <a:xfrm>
              <a:off x="-59214" y="2278434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8232273-A5CF-5F3B-1905-849EAEAC07F0}"/>
                </a:ext>
              </a:extLst>
            </p:cNvPr>
            <p:cNvSpPr txBox="1"/>
            <p:nvPr/>
          </p:nvSpPr>
          <p:spPr>
            <a:xfrm>
              <a:off x="-69787" y="2792347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1E428FF-4CD3-372C-3354-9096A8E5A571}"/>
                </a:ext>
              </a:extLst>
            </p:cNvPr>
            <p:cNvSpPr txBox="1"/>
            <p:nvPr/>
          </p:nvSpPr>
          <p:spPr>
            <a:xfrm>
              <a:off x="-3572" y="3377088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83FFC82-E43E-ED60-E144-7F65FC491135}"/>
                </a:ext>
              </a:extLst>
            </p:cNvPr>
            <p:cNvSpPr txBox="1"/>
            <p:nvPr/>
          </p:nvSpPr>
          <p:spPr>
            <a:xfrm rot="5400000">
              <a:off x="671499" y="1501389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6C89E23-966D-6526-59DF-446A480E300F}"/>
                </a:ext>
              </a:extLst>
            </p:cNvPr>
            <p:cNvSpPr txBox="1"/>
            <p:nvPr/>
          </p:nvSpPr>
          <p:spPr>
            <a:xfrm rot="5400000">
              <a:off x="1388940" y="1499277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83612E7-C3F5-73DB-81B3-92F6CBB2C304}"/>
                </a:ext>
              </a:extLst>
            </p:cNvPr>
            <p:cNvSpPr txBox="1"/>
            <p:nvPr/>
          </p:nvSpPr>
          <p:spPr>
            <a:xfrm rot="5400000">
              <a:off x="2158692" y="1533274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6FBC319-D29A-4AD5-60E6-0B809E54E631}"/>
                    </a:ext>
                  </a:extLst>
                </p14:cNvPr>
                <p14:cNvContentPartPr/>
                <p14:nvPr/>
              </p14:nvContentPartPr>
              <p14:xfrm>
                <a:off x="437590" y="5607170"/>
                <a:ext cx="594000" cy="798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6FBC319-D29A-4AD5-60E6-0B809E54E63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1470" y="5601050"/>
                  <a:ext cx="606240" cy="8107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91" name="Text Box 22">
              <a:extLst>
                <a:ext uri="{FF2B5EF4-FFF2-40B4-BE49-F238E27FC236}">
                  <a16:creationId xmlns:a16="http://schemas.microsoft.com/office/drawing/2014/main" id="{6167C560-F17E-3F5B-1EEA-FA171C99E8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685" y="5832125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1800" b="1" dirty="0">
                  <a:latin typeface="Comic Sans MS" panose="030F0902030302020204" pitchFamily="66" charset="0"/>
                </a:rPr>
                <a:t>1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3E32AFD-C99F-FA84-65D5-8C48A2D8226F}"/>
              </a:ext>
            </a:extLst>
          </p:cNvPr>
          <p:cNvGrpSpPr/>
          <p:nvPr/>
        </p:nvGrpSpPr>
        <p:grpSpPr>
          <a:xfrm>
            <a:off x="5037481" y="1169745"/>
            <a:ext cx="3810659" cy="5496488"/>
            <a:chOff x="3904065" y="1197838"/>
            <a:chExt cx="3810659" cy="54964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9488BCD-B5F5-67BD-7DBC-9A9A7810F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4065" y="4043340"/>
              <a:ext cx="381065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2000" b="1" dirty="0">
                  <a:latin typeface="Comic Sans MS" panose="030F0902030302020204" pitchFamily="66" charset="0"/>
                </a:rPr>
                <a:t>Probability transition matrix P</a:t>
              </a:r>
            </a:p>
            <a:p>
              <a:pPr eaLnBrk="1" hangingPunct="1"/>
              <a:r>
                <a:rPr lang="en-US" altLang="en-US" sz="2000" dirty="0"/>
                <a:t>Entry </a:t>
              </a:r>
              <a:r>
                <a:rPr lang="en-US" altLang="en-US" sz="2000" dirty="0" err="1"/>
                <a:t>p</a:t>
              </a:r>
              <a:r>
                <a:rPr lang="en-US" altLang="en-US" sz="2000" baseline="-25000" dirty="0" err="1"/>
                <a:t>ij</a:t>
              </a:r>
              <a:r>
                <a:rPr lang="en-US" altLang="en-US" sz="2000" dirty="0"/>
                <a:t> = probability of j-&gt;</a:t>
              </a:r>
              <a:r>
                <a:rPr lang="en-US" altLang="en-US" sz="2000" dirty="0" err="1"/>
                <a:t>i</a:t>
              </a:r>
              <a:endParaRPr lang="en-US" altLang="en-US" sz="2000" dirty="0"/>
            </a:p>
          </p:txBody>
        </p:sp>
        <p:grpSp>
          <p:nvGrpSpPr>
            <p:cNvPr id="23" name="Group 26">
              <a:extLst>
                <a:ext uri="{FF2B5EF4-FFF2-40B4-BE49-F238E27FC236}">
                  <a16:creationId xmlns:a16="http://schemas.microsoft.com/office/drawing/2014/main" id="{F8936F74-9816-49A5-60D7-447D94CBA2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7094" y="4941726"/>
              <a:ext cx="2743200" cy="1752600"/>
              <a:chOff x="1056" y="1632"/>
              <a:chExt cx="1728" cy="1104"/>
            </a:xfrm>
          </p:grpSpPr>
          <p:sp>
            <p:nvSpPr>
              <p:cNvPr id="24" name="Oval 27">
                <a:extLst>
                  <a:ext uri="{FF2B5EF4-FFF2-40B4-BE49-F238E27FC236}">
                    <a16:creationId xmlns:a16="http://schemas.microsoft.com/office/drawing/2014/main" id="{0682100B-055D-AAD1-447C-9A1AB79AE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5" name="Oval 28">
                <a:extLst>
                  <a:ext uri="{FF2B5EF4-FFF2-40B4-BE49-F238E27FC236}">
                    <a16:creationId xmlns:a16="http://schemas.microsoft.com/office/drawing/2014/main" id="{1F4327B3-1198-C766-F904-FC028C865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6" name="Oval 29">
                <a:extLst>
                  <a:ext uri="{FF2B5EF4-FFF2-40B4-BE49-F238E27FC236}">
                    <a16:creationId xmlns:a16="http://schemas.microsoft.com/office/drawing/2014/main" id="{99CCBA1A-354A-DDB3-593A-C46E6104AE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7" name="Line 30">
                <a:extLst>
                  <a:ext uri="{FF2B5EF4-FFF2-40B4-BE49-F238E27FC236}">
                    <a16:creationId xmlns:a16="http://schemas.microsoft.com/office/drawing/2014/main" id="{6C840E25-8AFB-DBC8-BC07-5DF1EFC1C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31">
                <a:extLst>
                  <a:ext uri="{FF2B5EF4-FFF2-40B4-BE49-F238E27FC236}">
                    <a16:creationId xmlns:a16="http://schemas.microsoft.com/office/drawing/2014/main" id="{CB6B6740-00A9-360D-CD4B-51227E6867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Line 32">
                <a:extLst>
                  <a:ext uri="{FF2B5EF4-FFF2-40B4-BE49-F238E27FC236}">
                    <a16:creationId xmlns:a16="http://schemas.microsoft.com/office/drawing/2014/main" id="{41C73FE5-0A38-4A7F-BD6B-627DCFFA89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33">
                <a:extLst>
                  <a:ext uri="{FF2B5EF4-FFF2-40B4-BE49-F238E27FC236}">
                    <a16:creationId xmlns:a16="http://schemas.microsoft.com/office/drawing/2014/main" id="{04CDC284-9917-E455-D581-ED634D4681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1776"/>
                <a:ext cx="576" cy="720"/>
              </a:xfrm>
              <a:custGeom>
                <a:avLst/>
                <a:gdLst>
                  <a:gd name="T0" fmla="*/ 288 w 576"/>
                  <a:gd name="T1" fmla="*/ 720 h 720"/>
                  <a:gd name="T2" fmla="*/ 528 w 576"/>
                  <a:gd name="T3" fmla="*/ 288 h 720"/>
                  <a:gd name="T4" fmla="*/ 0 w 576"/>
                  <a:gd name="T5" fmla="*/ 0 h 720"/>
                  <a:gd name="T6" fmla="*/ 0 60000 65536"/>
                  <a:gd name="T7" fmla="*/ 0 60000 65536"/>
                  <a:gd name="T8" fmla="*/ 0 60000 65536"/>
                  <a:gd name="T9" fmla="*/ 0 w 576"/>
                  <a:gd name="T10" fmla="*/ 0 h 720"/>
                  <a:gd name="T11" fmla="*/ 576 w 576"/>
                  <a:gd name="T12" fmla="*/ 720 h 7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6" h="720">
                    <a:moveTo>
                      <a:pt x="288" y="720"/>
                    </a:moveTo>
                    <a:cubicBezTo>
                      <a:pt x="432" y="564"/>
                      <a:pt x="576" y="408"/>
                      <a:pt x="528" y="288"/>
                    </a:cubicBezTo>
                    <a:cubicBezTo>
                      <a:pt x="480" y="168"/>
                      <a:pt x="240" y="8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 Box 34">
                <a:extLst>
                  <a:ext uri="{FF2B5EF4-FFF2-40B4-BE49-F238E27FC236}">
                    <a16:creationId xmlns:a16="http://schemas.microsoft.com/office/drawing/2014/main" id="{A14F2B1F-13F7-4720-A36C-9E55205240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2" y="1815"/>
                <a:ext cx="45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1/2</a:t>
                </a:r>
              </a:p>
            </p:txBody>
          </p:sp>
          <p:sp>
            <p:nvSpPr>
              <p:cNvPr id="32" name="Text Box 35">
                <a:extLst>
                  <a:ext uri="{FF2B5EF4-FFF2-40B4-BE49-F238E27FC236}">
                    <a16:creationId xmlns:a16="http://schemas.microsoft.com/office/drawing/2014/main" id="{16513FB1-920C-A6F0-982C-21830A680B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1/4</a:t>
                </a:r>
              </a:p>
            </p:txBody>
          </p:sp>
          <p:sp>
            <p:nvSpPr>
              <p:cNvPr id="33" name="Text Box 36">
                <a:extLst>
                  <a:ext uri="{FF2B5EF4-FFF2-40B4-BE49-F238E27FC236}">
                    <a16:creationId xmlns:a16="http://schemas.microsoft.com/office/drawing/2014/main" id="{18E03EEA-F015-D6FC-2DBD-ACAB492C9B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1968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3/4</a:t>
                </a:r>
              </a:p>
            </p:txBody>
          </p:sp>
          <p:sp>
            <p:nvSpPr>
              <p:cNvPr id="34" name="Text Box 37">
                <a:extLst>
                  <a:ext uri="{FF2B5EF4-FFF2-40B4-BE49-F238E27FC236}">
                    <a16:creationId xmlns:a16="http://schemas.microsoft.com/office/drawing/2014/main" id="{C3D768A0-7C02-2DD1-6DCF-D284E07AA3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54" name="Rectangle 5">
              <a:extLst>
                <a:ext uri="{FF2B5EF4-FFF2-40B4-BE49-F238E27FC236}">
                  <a16:creationId xmlns:a16="http://schemas.microsoft.com/office/drawing/2014/main" id="{5B79D770-D01D-F704-E553-C61E0895C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0425" y="2109114"/>
              <a:ext cx="2505264" cy="16602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5D19BEA-EC4E-3859-93DC-F1741A4DB9B2}"/>
                </a:ext>
              </a:extLst>
            </p:cNvPr>
            <p:cNvSpPr txBox="1"/>
            <p:nvPr/>
          </p:nvSpPr>
          <p:spPr>
            <a:xfrm>
              <a:off x="5854407" y="2137409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0E16895-14FE-DEF9-36C0-4D3C3C9E629A}"/>
                </a:ext>
              </a:extLst>
            </p:cNvPr>
            <p:cNvSpPr txBox="1"/>
            <p:nvPr/>
          </p:nvSpPr>
          <p:spPr>
            <a:xfrm>
              <a:off x="5083999" y="2137409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F2B384B-8243-123A-285D-12AFBE021DC4}"/>
                </a:ext>
              </a:extLst>
            </p:cNvPr>
            <p:cNvSpPr txBox="1"/>
            <p:nvPr/>
          </p:nvSpPr>
          <p:spPr>
            <a:xfrm>
              <a:off x="5884825" y="2680736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A70E4D9-3952-8BBC-62AA-2086CA4269EA}"/>
                </a:ext>
              </a:extLst>
            </p:cNvPr>
            <p:cNvSpPr txBox="1"/>
            <p:nvPr/>
          </p:nvSpPr>
          <p:spPr>
            <a:xfrm>
              <a:off x="6714309" y="320733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076B0C1-BA8D-B759-0AA8-3F173CA4E71B}"/>
                </a:ext>
              </a:extLst>
            </p:cNvPr>
            <p:cNvSpPr txBox="1"/>
            <p:nvPr/>
          </p:nvSpPr>
          <p:spPr>
            <a:xfrm>
              <a:off x="6664140" y="2169276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1/4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A3E1215-1D6A-C4BA-BE6B-9AC6DF52F550}"/>
                </a:ext>
              </a:extLst>
            </p:cNvPr>
            <p:cNvSpPr txBox="1"/>
            <p:nvPr/>
          </p:nvSpPr>
          <p:spPr>
            <a:xfrm>
              <a:off x="5114311" y="2691369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3DBFABD-4BB3-04E8-7641-C91061986C57}"/>
                </a:ext>
              </a:extLst>
            </p:cNvPr>
            <p:cNvSpPr txBox="1"/>
            <p:nvPr/>
          </p:nvSpPr>
          <p:spPr>
            <a:xfrm>
              <a:off x="6702681" y="2688304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3/4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BD129AF-AC54-EBC9-0015-B88AEED7847C}"/>
                </a:ext>
              </a:extLst>
            </p:cNvPr>
            <p:cNvSpPr txBox="1"/>
            <p:nvPr/>
          </p:nvSpPr>
          <p:spPr>
            <a:xfrm>
              <a:off x="5114311" y="3194617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72C6CF8-E67C-E6DA-725A-94DCBACD6B84}"/>
                </a:ext>
              </a:extLst>
            </p:cNvPr>
            <p:cNvSpPr txBox="1"/>
            <p:nvPr/>
          </p:nvSpPr>
          <p:spPr>
            <a:xfrm>
              <a:off x="5880246" y="3203165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E9E795C-C77A-C6A0-7240-9F583AA478A0}"/>
                </a:ext>
              </a:extLst>
            </p:cNvPr>
            <p:cNvSpPr txBox="1"/>
            <p:nvPr/>
          </p:nvSpPr>
          <p:spPr>
            <a:xfrm>
              <a:off x="3924452" y="2180126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FBDBD08-EA6E-D575-D94C-B5449BA9E49D}"/>
                </a:ext>
              </a:extLst>
            </p:cNvPr>
            <p:cNvSpPr txBox="1"/>
            <p:nvPr/>
          </p:nvSpPr>
          <p:spPr>
            <a:xfrm>
              <a:off x="3904065" y="2723708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E774449-F1FD-524F-6CF8-128C837A3392}"/>
                </a:ext>
              </a:extLst>
            </p:cNvPr>
            <p:cNvSpPr txBox="1"/>
            <p:nvPr/>
          </p:nvSpPr>
          <p:spPr>
            <a:xfrm>
              <a:off x="3980094" y="3278780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D7E3438-F264-0E7C-56BE-A8E6640D6A88}"/>
                </a:ext>
              </a:extLst>
            </p:cNvPr>
            <p:cNvSpPr txBox="1"/>
            <p:nvPr/>
          </p:nvSpPr>
          <p:spPr>
            <a:xfrm rot="5400000">
              <a:off x="4732875" y="1531872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BF38007-98F5-C97B-AA7E-FCB08887884A}"/>
                </a:ext>
              </a:extLst>
            </p:cNvPr>
            <p:cNvSpPr txBox="1"/>
            <p:nvPr/>
          </p:nvSpPr>
          <p:spPr>
            <a:xfrm rot="5400000">
              <a:off x="5659290" y="1456018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6F83CA-2CDD-994A-DB39-DD87451AF10D}"/>
                </a:ext>
              </a:extLst>
            </p:cNvPr>
            <p:cNvSpPr txBox="1"/>
            <p:nvPr/>
          </p:nvSpPr>
          <p:spPr>
            <a:xfrm rot="5400000">
              <a:off x="6429043" y="1467939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1B849B1-4B90-3D58-B6FD-9D75FD13E597}"/>
                    </a:ext>
                  </a:extLst>
                </p14:cNvPr>
                <p14:cNvContentPartPr/>
                <p14:nvPr/>
              </p14:nvContentPartPr>
              <p14:xfrm>
                <a:off x="3983094" y="5475126"/>
                <a:ext cx="594000" cy="798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1B849B1-4B90-3D58-B6FD-9D75FD13E59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76974" y="5469006"/>
                  <a:ext cx="606240" cy="8107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93" name="Text Box 34">
              <a:extLst>
                <a:ext uri="{FF2B5EF4-FFF2-40B4-BE49-F238E27FC236}">
                  <a16:creationId xmlns:a16="http://schemas.microsoft.com/office/drawing/2014/main" id="{66344C05-3F77-62A8-DDA3-1B6C79DCB0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2903" y="6287732"/>
              <a:ext cx="7239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1800" b="1" dirty="0">
                  <a:latin typeface="Comic Sans MS" panose="030F0902030302020204" pitchFamily="66" charset="0"/>
                </a:rPr>
                <a:t>1/2</a:t>
              </a: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C060D3FD-E482-2737-CD90-1A8348C8B0CE}"/>
              </a:ext>
            </a:extLst>
          </p:cNvPr>
          <p:cNvSpPr txBox="1"/>
          <p:nvPr/>
        </p:nvSpPr>
        <p:spPr>
          <a:xfrm>
            <a:off x="9309808" y="2719772"/>
            <a:ext cx="275036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>
                <a:solidFill>
                  <a:srgbClr val="C00000"/>
                </a:solidFill>
              </a:rPr>
              <a:t>Will discuss more next class</a:t>
            </a:r>
          </a:p>
        </p:txBody>
      </p:sp>
    </p:spTree>
    <p:extLst>
      <p:ext uri="{BB962C8B-B14F-4D97-AF65-F5344CB8AC3E}">
        <p14:creationId xmlns:p14="http://schemas.microsoft.com/office/powerpoint/2010/main" val="26394111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7A69E-54E9-0D2A-02E9-B53338850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2760-3FCB-9D0E-3A8E-40636849F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natural 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51DD6-4BC6-28A8-39EF-EBE58E761E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631311" cy="4857397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Arial" panose="020B0604020202020204" pitchFamily="34" charset="0"/>
                  <a:buAutoNum type="arabicPeriod"/>
                </a:pPr>
                <a:r>
                  <a:rPr lang="en-US" dirty="0"/>
                  <a:t>How to (efficiently) compute random walks (RWs) for a number t of steps? </a:t>
                </a:r>
                <a:r>
                  <a:rPr lang="en-US" dirty="0">
                    <a:solidFill>
                      <a:srgbClr val="FF0000"/>
                    </a:solidFill>
                  </a:rPr>
                  <a:t>Answer: Linear algebra. </a:t>
                </a:r>
                <a:r>
                  <a:rPr lang="en-US" dirty="0" err="1">
                    <a:solidFill>
                      <a:srgbClr val="FF0000"/>
                    </a:solidFill>
                  </a:rPr>
                  <a:t>x</a:t>
                </a:r>
                <a:r>
                  <a:rPr lang="en-US" baseline="-25000" dirty="0" err="1">
                    <a:solidFill>
                      <a:srgbClr val="FF0000"/>
                    </a:solidFill>
                  </a:rPr>
                  <a:t>t</a:t>
                </a:r>
                <a:r>
                  <a:rPr lang="en-US" dirty="0">
                    <a:solidFill>
                      <a:srgbClr val="FF0000"/>
                    </a:solidFill>
                  </a:rPr>
                  <a:t> = P</a:t>
                </a:r>
                <a:r>
                  <a:rPr lang="en-US" baseline="30000" dirty="0">
                    <a:solidFill>
                      <a:srgbClr val="FF0000"/>
                    </a:solidFill>
                  </a:rPr>
                  <a:t>t</a:t>
                </a:r>
                <a:r>
                  <a:rPr lang="en-US" dirty="0">
                    <a:solidFill>
                      <a:srgbClr val="FF0000"/>
                    </a:solidFill>
                  </a:rPr>
                  <a:t> x</a:t>
                </a:r>
                <a:r>
                  <a:rPr lang="en-US" baseline="-25000" dirty="0">
                    <a:solidFill>
                      <a:srgbClr val="FF0000"/>
                    </a:solidFill>
                  </a:rPr>
                  <a:t>0</a:t>
                </a:r>
                <a:endParaRPr lang="en-US" dirty="0"/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What happens in the long run i.e.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? When does the random walker “converge”? (In some meaningful way…) </a:t>
                </a:r>
                <a:r>
                  <a:rPr lang="en-US" dirty="0">
                    <a:solidFill>
                      <a:srgbClr val="FF0000"/>
                    </a:solidFill>
                  </a:rPr>
                  <a:t>Answer: converges to stationary dist. if graph is connected / not bipartite</a:t>
                </a:r>
                <a:endParaRPr lang="en-US" dirty="0"/>
              </a:p>
              <a:p>
                <a:pPr lvl="1"/>
                <a:r>
                  <a:rPr lang="en-US" dirty="0"/>
                  <a:t>If so, how long does it take the random walker to converge? </a:t>
                </a:r>
                <a:r>
                  <a:rPr lang="en-US" dirty="0">
                    <a:solidFill>
                      <a:srgbClr val="FF0000"/>
                    </a:solidFill>
                  </a:rPr>
                  <a:t>Answer: depends on second largest eigenvalue of P</a:t>
                </a: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Instead of using “shortest path” distance, can we use random walks to derive a “better” distance?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51DD6-4BC6-28A8-39EF-EBE58E761E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631311" cy="4857397"/>
              </a:xfrm>
              <a:blipFill>
                <a:blip r:embed="rId2"/>
                <a:stretch>
                  <a:fillRect l="-1074" t="-2083" r="-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9138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39F5-20A5-396D-074D-128F44426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42" y="365125"/>
            <a:ext cx="11622437" cy="1325563"/>
          </a:xfrm>
        </p:spPr>
        <p:txBody>
          <a:bodyPr/>
          <a:lstStyle/>
          <a:p>
            <a:r>
              <a:rPr lang="en-US" dirty="0"/>
              <a:t>Deriving a random walk-based distance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A209BE-95E1-8B76-6DD9-33E43A872FDC}"/>
              </a:ext>
            </a:extLst>
          </p:cNvPr>
          <p:cNvSpPr txBox="1"/>
          <p:nvPr/>
        </p:nvSpPr>
        <p:spPr>
          <a:xfrm>
            <a:off x="2569209" y="2481660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C00000"/>
                </a:solidFill>
              </a:rPr>
              <a:t>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33BE8FD-03D9-E0FE-7900-B937F4F280E5}"/>
              </a:ext>
            </a:extLst>
          </p:cNvPr>
          <p:cNvGrpSpPr/>
          <p:nvPr/>
        </p:nvGrpSpPr>
        <p:grpSpPr>
          <a:xfrm>
            <a:off x="673320" y="2088900"/>
            <a:ext cx="5422680" cy="2680200"/>
            <a:chOff x="629359" y="3907678"/>
            <a:chExt cx="5422680" cy="268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581AB75-261F-D27F-C1BE-7E22DD749465}"/>
                    </a:ext>
                  </a:extLst>
                </p14:cNvPr>
                <p14:cNvContentPartPr/>
                <p14:nvPr/>
              </p14:nvContentPartPr>
              <p14:xfrm>
                <a:off x="2444479" y="4928998"/>
                <a:ext cx="340200" cy="327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3C8D0BC-91F2-3844-C69D-F78C687A8A6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38359" y="4922878"/>
                  <a:ext cx="3524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6964C81-C214-8534-C3A4-34AD3297F40C}"/>
                    </a:ext>
                  </a:extLst>
                </p14:cNvPr>
                <p14:cNvContentPartPr/>
                <p14:nvPr/>
              </p14:nvContentPartPr>
              <p14:xfrm>
                <a:off x="2908879" y="5092078"/>
                <a:ext cx="890280" cy="5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38AE839-CDA2-77E6-1100-F215E4B507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02759" y="5085958"/>
                  <a:ext cx="9025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F6EFBE1-3D4E-6AB7-4933-E1CE12233356}"/>
                    </a:ext>
                  </a:extLst>
                </p14:cNvPr>
                <p14:cNvContentPartPr/>
                <p14:nvPr/>
              </p14:nvContentPartPr>
              <p14:xfrm>
                <a:off x="3933439" y="4905958"/>
                <a:ext cx="214200" cy="299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BD268BC-5DA7-EB71-DDE1-D39CED9B3BE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27319" y="4899838"/>
                  <a:ext cx="226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F4C45E5-008A-89A3-FE39-5123B2E4F0AD}"/>
                    </a:ext>
                  </a:extLst>
                </p14:cNvPr>
                <p14:cNvContentPartPr/>
                <p14:nvPr/>
              </p14:nvContentPartPr>
              <p14:xfrm>
                <a:off x="1156759" y="4151398"/>
                <a:ext cx="245880" cy="389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D27B7F1-63FB-884C-AC28-7D0B468694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0639" y="4145278"/>
                  <a:ext cx="25812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0784598-A2FC-AF4F-C7B1-4717A916BA5D}"/>
                    </a:ext>
                  </a:extLst>
                </p14:cNvPr>
                <p14:cNvContentPartPr/>
                <p14:nvPr/>
              </p14:nvContentPartPr>
              <p14:xfrm>
                <a:off x="629359" y="5176678"/>
                <a:ext cx="220680" cy="273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D95FF0E-549F-3ABA-8CEA-B91EC8DC04F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239" y="5170558"/>
                  <a:ext cx="232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B20A2BA-9C16-E3E1-014D-1D9836AFF62F}"/>
                    </a:ext>
                  </a:extLst>
                </p14:cNvPr>
                <p14:cNvContentPartPr/>
                <p14:nvPr/>
              </p14:nvContentPartPr>
              <p14:xfrm>
                <a:off x="817999" y="6098638"/>
                <a:ext cx="273240" cy="292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E1AE97-1FEA-7AD8-F239-8D21BFFB1A0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1879" y="6092518"/>
                  <a:ext cx="2854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55E5CCC-69A1-DFB3-62F2-5CA6A3002322}"/>
                    </a:ext>
                  </a:extLst>
                </p14:cNvPr>
                <p14:cNvContentPartPr/>
                <p14:nvPr/>
              </p14:nvContentPartPr>
              <p14:xfrm>
                <a:off x="1834279" y="6189358"/>
                <a:ext cx="287640" cy="398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DC3C5D2-414C-D498-F1E2-CFDB2D38EAD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28159" y="6183238"/>
                  <a:ext cx="2998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799403C-630E-76B4-F585-FF41BD9372D4}"/>
                    </a:ext>
                  </a:extLst>
                </p14:cNvPr>
                <p14:cNvContentPartPr/>
                <p14:nvPr/>
              </p14:nvContentPartPr>
              <p14:xfrm>
                <a:off x="2374279" y="5647198"/>
                <a:ext cx="126720" cy="307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17D1662-3DA2-0997-FCD4-D561C663E3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68159" y="5641078"/>
                  <a:ext cx="1389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B2DC3DD-32FD-6461-443C-6B1C24C63A64}"/>
                    </a:ext>
                  </a:extLst>
                </p14:cNvPr>
                <p14:cNvContentPartPr/>
                <p14:nvPr/>
              </p14:nvContentPartPr>
              <p14:xfrm>
                <a:off x="1457359" y="4534798"/>
                <a:ext cx="828720" cy="508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C4FD105-D0FA-F442-E13F-27E226B00AB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51239" y="4528678"/>
                  <a:ext cx="84096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F09373F-4FD1-30FD-C778-6840A3CBD447}"/>
                    </a:ext>
                  </a:extLst>
                </p14:cNvPr>
                <p14:cNvContentPartPr/>
                <p14:nvPr/>
              </p14:nvContentPartPr>
              <p14:xfrm>
                <a:off x="2560399" y="5502118"/>
                <a:ext cx="360" cy="171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7DA649-3625-6467-66E2-4FD502EAC6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54279" y="5495998"/>
                  <a:ext cx="12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F0CC09E-2880-F873-3CDE-E18E83A83C96}"/>
                    </a:ext>
                  </a:extLst>
                </p14:cNvPr>
                <p14:cNvContentPartPr/>
                <p14:nvPr/>
              </p14:nvContentPartPr>
              <p14:xfrm>
                <a:off x="2208319" y="6143278"/>
                <a:ext cx="164160" cy="83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7262E8F-A69A-844E-521F-F6378E1B38D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02199" y="6137158"/>
                  <a:ext cx="1764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44B187D-D9B0-4DB1-B622-06DDED26426F}"/>
                    </a:ext>
                  </a:extLst>
                </p14:cNvPr>
                <p14:cNvContentPartPr/>
                <p14:nvPr/>
              </p14:nvContentPartPr>
              <p14:xfrm>
                <a:off x="1345039" y="6255598"/>
                <a:ext cx="476640" cy="31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163C150-F426-832F-EDDD-9B274E0237F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38919" y="6249478"/>
                  <a:ext cx="488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1F47419-A6D0-8D5A-37F1-B18AE9794F03}"/>
                    </a:ext>
                  </a:extLst>
                </p14:cNvPr>
                <p14:cNvContentPartPr/>
                <p14:nvPr/>
              </p14:nvContentPartPr>
              <p14:xfrm>
                <a:off x="779839" y="5579158"/>
                <a:ext cx="360" cy="298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D0D31A4-BF89-80C2-1520-E7BF65F53D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3719" y="5573038"/>
                  <a:ext cx="126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AD189CE-3FF9-0AF0-9FCB-9F9346C06F66}"/>
                    </a:ext>
                  </a:extLst>
                </p14:cNvPr>
                <p14:cNvContentPartPr/>
                <p14:nvPr/>
              </p14:nvContentPartPr>
              <p14:xfrm>
                <a:off x="855799" y="4812718"/>
                <a:ext cx="268560" cy="279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B9BE93A-7E34-113B-24F5-09B1620E08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9679" y="4806598"/>
                  <a:ext cx="280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1973F80-86A0-09D0-3E63-AF6B1EB773EF}"/>
                    </a:ext>
                  </a:extLst>
                </p14:cNvPr>
                <p14:cNvContentPartPr/>
                <p14:nvPr/>
              </p14:nvContentPartPr>
              <p14:xfrm>
                <a:off x="994399" y="5428678"/>
                <a:ext cx="658800" cy="632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544CE9B-9ED1-5ED2-A4FA-769F8F4FCCB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8279" y="5422558"/>
                  <a:ext cx="67104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BA38168-3C1F-59F4-7806-25F7D95F10E5}"/>
                    </a:ext>
                  </a:extLst>
                </p14:cNvPr>
                <p14:cNvContentPartPr/>
                <p14:nvPr/>
              </p14:nvContentPartPr>
              <p14:xfrm>
                <a:off x="1192399" y="5283598"/>
                <a:ext cx="1157760" cy="425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D6D5AC1-5555-9510-1370-FDBDAD19DDD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86279" y="5277478"/>
                  <a:ext cx="11700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DDE131B-A9B0-A606-EDF8-2ABEC6AB140E}"/>
                    </a:ext>
                  </a:extLst>
                </p14:cNvPr>
                <p14:cNvContentPartPr/>
                <p14:nvPr/>
              </p14:nvContentPartPr>
              <p14:xfrm>
                <a:off x="1254319" y="5117638"/>
                <a:ext cx="1037160" cy="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0A0A0E3-BA59-D890-57A3-38194812A15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48199" y="5111518"/>
                  <a:ext cx="1049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BBA49AE-B72D-B964-9386-9D16F3A19894}"/>
                    </a:ext>
                  </a:extLst>
                </p14:cNvPr>
                <p14:cNvContentPartPr/>
                <p14:nvPr/>
              </p14:nvContentPartPr>
              <p14:xfrm>
                <a:off x="1298959" y="4655398"/>
                <a:ext cx="14400" cy="1332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D38E0C-46D2-4972-713F-4B7289ACCF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92839" y="4649278"/>
                  <a:ext cx="26640" cy="13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44B94F7-3288-6E53-4A60-CEF3CD8DDBCA}"/>
                    </a:ext>
                  </a:extLst>
                </p14:cNvPr>
                <p14:cNvContentPartPr/>
                <p14:nvPr/>
              </p14:nvContentPartPr>
              <p14:xfrm>
                <a:off x="1544839" y="4940878"/>
                <a:ext cx="213120" cy="1337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768F70C-53CC-8E2D-132C-3AFA67E3941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38719" y="4934758"/>
                  <a:ext cx="225360" cy="13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C672C55-96AF-08CE-99FB-71454A9FC165}"/>
                    </a:ext>
                  </a:extLst>
                </p14:cNvPr>
                <p14:cNvContentPartPr/>
                <p14:nvPr/>
              </p14:nvContentPartPr>
              <p14:xfrm>
                <a:off x="1716919" y="5009638"/>
                <a:ext cx="660960" cy="572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FA3DCEB-F86E-04C3-E485-7605D5F2430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10799" y="5003518"/>
                  <a:ext cx="67320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17E054A-D46B-3A65-AB22-B0A4E452AB16}"/>
                    </a:ext>
                  </a:extLst>
                </p14:cNvPr>
                <p14:cNvContentPartPr/>
                <p14:nvPr/>
              </p14:nvContentPartPr>
              <p14:xfrm>
                <a:off x="1014559" y="5251198"/>
                <a:ext cx="1172520" cy="766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BB00413-5EC1-2258-D1F3-299359EF03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8439" y="5245078"/>
                  <a:ext cx="1184760" cy="77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1EC5A8B-78E1-9D30-846D-BB75795DFB06}"/>
                    </a:ext>
                  </a:extLst>
                </p14:cNvPr>
                <p14:cNvContentPartPr/>
                <p14:nvPr/>
              </p14:nvContentPartPr>
              <p14:xfrm>
                <a:off x="1032199" y="5024398"/>
                <a:ext cx="135720" cy="996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5FD9031-42AE-3E12-F10C-0303A789D1E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6079" y="5018278"/>
                  <a:ext cx="147960" cy="10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9851E88-E2E2-9C37-9E53-0F34264F0603}"/>
                    </a:ext>
                  </a:extLst>
                </p14:cNvPr>
                <p14:cNvContentPartPr/>
                <p14:nvPr/>
              </p14:nvContentPartPr>
              <p14:xfrm>
                <a:off x="4816159" y="3907678"/>
                <a:ext cx="223560" cy="211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9435C8C-5D3C-CC9F-6C5C-DB23099298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10039" y="3901558"/>
                  <a:ext cx="235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0DC4102-9B7D-CB3C-88CA-8A14797F2F46}"/>
                    </a:ext>
                  </a:extLst>
                </p14:cNvPr>
                <p14:cNvContentPartPr/>
                <p14:nvPr/>
              </p14:nvContentPartPr>
              <p14:xfrm>
                <a:off x="5638039" y="4424278"/>
                <a:ext cx="185400" cy="221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75651DA-3451-AA50-1DEF-63BE175A669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31919" y="4418158"/>
                  <a:ext cx="1976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B24E04A-E20B-7D2E-AE76-83ADA2565079}"/>
                    </a:ext>
                  </a:extLst>
                </p14:cNvPr>
                <p14:cNvContentPartPr/>
                <p14:nvPr/>
              </p14:nvContentPartPr>
              <p14:xfrm>
                <a:off x="5831719" y="5423638"/>
                <a:ext cx="220320" cy="219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0F3059E-7332-6FB8-59F7-C0026D580F3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25599" y="5417518"/>
                  <a:ext cx="232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B2568E9-E772-E798-5401-8B87F33472A2}"/>
                    </a:ext>
                  </a:extLst>
                </p14:cNvPr>
                <p14:cNvContentPartPr/>
                <p14:nvPr/>
              </p14:nvContentPartPr>
              <p14:xfrm>
                <a:off x="5280559" y="6140398"/>
                <a:ext cx="250920" cy="261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907E5D4-9034-9626-1366-89A1A91FBE1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74439" y="6134278"/>
                  <a:ext cx="2631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3ABB402-A1C3-A4CC-007C-B7C318254285}"/>
                    </a:ext>
                  </a:extLst>
                </p14:cNvPr>
                <p14:cNvContentPartPr/>
                <p14:nvPr/>
              </p14:nvContentPartPr>
              <p14:xfrm>
                <a:off x="4322599" y="5899198"/>
                <a:ext cx="268920" cy="417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C04006B-5101-554E-0325-E540936D78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16479" y="5893078"/>
                  <a:ext cx="2811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C7D7FDD-B339-9D77-4BE8-A8C1A51DD12D}"/>
                    </a:ext>
                  </a:extLst>
                </p14:cNvPr>
                <p14:cNvContentPartPr/>
                <p14:nvPr/>
              </p14:nvContentPartPr>
              <p14:xfrm>
                <a:off x="4120279" y="5404918"/>
                <a:ext cx="181800" cy="520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DEEB4D0-1996-B948-DABB-EA6D34C031A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14159" y="5398798"/>
                  <a:ext cx="19404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581911B-F4C5-FCE1-DA30-FC5D9A0D10C6}"/>
                    </a:ext>
                  </a:extLst>
                </p14:cNvPr>
                <p14:cNvContentPartPr/>
                <p14:nvPr/>
              </p14:nvContentPartPr>
              <p14:xfrm>
                <a:off x="4239079" y="4242838"/>
                <a:ext cx="494640" cy="478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F5F017B-53E4-3BD3-A52A-46F35C0E3BB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32959" y="4236718"/>
                  <a:ext cx="5068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E2F1E98-2000-D624-5A44-B1DAA3C3445D}"/>
                    </a:ext>
                  </a:extLst>
                </p14:cNvPr>
                <p14:cNvContentPartPr/>
                <p14:nvPr/>
              </p14:nvContentPartPr>
              <p14:xfrm>
                <a:off x="5094439" y="4300438"/>
                <a:ext cx="321480" cy="191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51369E5-77E1-F396-9177-E2B8224F977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88319" y="4294318"/>
                  <a:ext cx="333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913F637-D5DF-3995-A436-D5AF41610E0A}"/>
                    </a:ext>
                  </a:extLst>
                </p14:cNvPr>
                <p14:cNvContentPartPr/>
                <p14:nvPr/>
              </p14:nvContentPartPr>
              <p14:xfrm>
                <a:off x="5730919" y="4878958"/>
                <a:ext cx="72000" cy="402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31CFFDF-BDE1-4AE1-4E27-35C032707CD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24799" y="4872838"/>
                  <a:ext cx="842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B59CDB1-C80E-1104-9CA2-47A3D75B62F9}"/>
                    </a:ext>
                  </a:extLst>
                </p14:cNvPr>
                <p14:cNvContentPartPr/>
                <p14:nvPr/>
              </p14:nvContentPartPr>
              <p14:xfrm>
                <a:off x="5595559" y="5790478"/>
                <a:ext cx="167760" cy="332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E6F2024-06CF-EBEC-DE58-905C04402AD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89439" y="5784358"/>
                  <a:ext cx="1800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4298F80-DC5A-D434-9226-CA50EB4498E7}"/>
                    </a:ext>
                  </a:extLst>
                </p14:cNvPr>
                <p14:cNvContentPartPr/>
                <p14:nvPr/>
              </p14:nvContentPartPr>
              <p14:xfrm>
                <a:off x="4828759" y="6282238"/>
                <a:ext cx="339840" cy="4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22A5244-8317-8493-6549-207B7C6768D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22639" y="6276118"/>
                  <a:ext cx="3520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C0377BE-9075-D5D5-BCE0-2D2C4581D43F}"/>
                    </a:ext>
                  </a:extLst>
                </p14:cNvPr>
                <p14:cNvContentPartPr/>
                <p14:nvPr/>
              </p14:nvContentPartPr>
              <p14:xfrm>
                <a:off x="4385959" y="5169838"/>
                <a:ext cx="950040" cy="319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4EE77E5-08C9-FAB7-382C-A817F0465C2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79839" y="5163718"/>
                  <a:ext cx="9622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4C4CD38-1437-9E19-70AF-A8A51F809DA8}"/>
                    </a:ext>
                  </a:extLst>
                </p14:cNvPr>
                <p14:cNvContentPartPr/>
                <p14:nvPr/>
              </p14:nvContentPartPr>
              <p14:xfrm>
                <a:off x="4636519" y="5838718"/>
                <a:ext cx="817920" cy="155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56B88ED-7EA7-64A6-D27F-CE1880EB1D1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30399" y="5832598"/>
                  <a:ext cx="830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C3BCB31-11A9-436A-B219-D29531B29E6E}"/>
                    </a:ext>
                  </a:extLst>
                </p14:cNvPr>
                <p14:cNvContentPartPr/>
                <p14:nvPr/>
              </p14:nvContentPartPr>
              <p14:xfrm>
                <a:off x="4948279" y="4427158"/>
                <a:ext cx="139320" cy="1631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9180F6F-3F32-1306-4DD6-703C5580D9D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42159" y="4421038"/>
                  <a:ext cx="151560" cy="16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75D02FB-A3F4-8D00-311E-D46BFA80C3F4}"/>
                    </a:ext>
                  </a:extLst>
                </p14:cNvPr>
                <p14:cNvContentPartPr/>
                <p14:nvPr/>
              </p14:nvContentPartPr>
              <p14:xfrm>
                <a:off x="4492879" y="4644958"/>
                <a:ext cx="966960" cy="1063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8959768-2AEE-2731-9684-BEA1078B82D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486759" y="4638838"/>
                  <a:ext cx="979200" cy="10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527922A-34D3-4280-3CFB-85EC50792EFF}"/>
                    </a:ext>
                  </a:extLst>
                </p14:cNvPr>
                <p14:cNvContentPartPr/>
                <p14:nvPr/>
              </p14:nvContentPartPr>
              <p14:xfrm>
                <a:off x="5095519" y="4484038"/>
                <a:ext cx="479880" cy="1061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D922454-6F89-7072-7B7B-EB4DADCE72D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89399" y="4477918"/>
                  <a:ext cx="492120" cy="10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23EC76E-B281-81ED-9E26-79F929B5E0DC}"/>
                    </a:ext>
                  </a:extLst>
                </p14:cNvPr>
                <p14:cNvContentPartPr/>
                <p14:nvPr/>
              </p14:nvContentPartPr>
              <p14:xfrm>
                <a:off x="4443199" y="4757638"/>
                <a:ext cx="914040" cy="144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A702E83-E027-A049-BC5D-C3A4F3ABF8C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37079" y="4751518"/>
                  <a:ext cx="926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0E6C9B3-C1BD-C7E2-A8EF-07225B420E79}"/>
                    </a:ext>
                  </a:extLst>
                </p14:cNvPr>
                <p14:cNvContentPartPr/>
                <p14:nvPr/>
              </p14:nvContentPartPr>
              <p14:xfrm>
                <a:off x="5128999" y="5665918"/>
                <a:ext cx="490680" cy="345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EC3500D-FD30-EDB1-312A-F53C3C0A4DC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22879" y="5659798"/>
                  <a:ext cx="5029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1279C0A-81ED-107D-F68E-75E5E0175407}"/>
                    </a:ext>
                  </a:extLst>
                </p14:cNvPr>
                <p14:cNvContentPartPr/>
                <p14:nvPr/>
              </p14:nvContentPartPr>
              <p14:xfrm>
                <a:off x="4644079" y="4856998"/>
                <a:ext cx="987840" cy="992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FC0DF84-D884-C5A8-C915-C1E3F2BBB8C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37959" y="4850878"/>
                  <a:ext cx="1000080" cy="1004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E96D7559-460F-CAF0-7890-82DB911840F6}"/>
              </a:ext>
            </a:extLst>
          </p:cNvPr>
          <p:cNvSpPr txBox="1"/>
          <p:nvPr/>
        </p:nvSpPr>
        <p:spPr>
          <a:xfrm>
            <a:off x="3707426" y="2481660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B</a:t>
            </a:r>
          </a:p>
        </p:txBody>
      </p:sp>
      <p:pic>
        <p:nvPicPr>
          <p:cNvPr id="92" name="Picture 4" descr="man">
            <a:extLst>
              <a:ext uri="{FF2B5EF4-FFF2-40B4-BE49-F238E27FC236}">
                <a16:creationId xmlns:a16="http://schemas.microsoft.com/office/drawing/2014/main" id="{D2D150F3-E7DC-2F61-1DC2-4F1A103A2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490" y="2367280"/>
            <a:ext cx="501099" cy="708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B2DCC2EC-5E6C-50E4-2BFF-B40FF08CC1FC}"/>
              </a:ext>
            </a:extLst>
          </p:cNvPr>
          <p:cNvSpPr txBox="1"/>
          <p:nvPr/>
        </p:nvSpPr>
        <p:spPr>
          <a:xfrm>
            <a:off x="6456993" y="1860726"/>
            <a:ext cx="56161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C00000"/>
                </a:solidFill>
              </a:rPr>
              <a:t>If you start a random walk at A, </a:t>
            </a:r>
            <a:r>
              <a:rPr lang="en-US" sz="2500" u="sng" dirty="0">
                <a:solidFill>
                  <a:srgbClr val="C00000"/>
                </a:solidFill>
              </a:rPr>
              <a:t>after t steps</a:t>
            </a:r>
            <a:r>
              <a:rPr lang="en-US" sz="2500" dirty="0">
                <a:solidFill>
                  <a:srgbClr val="C00000"/>
                </a:solidFill>
              </a:rPr>
              <a:t> you will likely be in the left side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DA08757-97B7-D6FA-A217-6DA3FD87A988}"/>
              </a:ext>
            </a:extLst>
          </p:cNvPr>
          <p:cNvGrpSpPr/>
          <p:nvPr/>
        </p:nvGrpSpPr>
        <p:grpSpPr>
          <a:xfrm>
            <a:off x="7006418" y="3844080"/>
            <a:ext cx="2013120" cy="2935080"/>
            <a:chOff x="7006418" y="3844080"/>
            <a:chExt cx="2013120" cy="29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87A0BF7-C1A4-FF7F-3E6C-04B5E6EA8941}"/>
                    </a:ext>
                  </a:extLst>
                </p14:cNvPr>
                <p14:cNvContentPartPr/>
                <p14:nvPr/>
              </p14:nvContentPartPr>
              <p14:xfrm>
                <a:off x="7006418" y="3844080"/>
                <a:ext cx="2013120" cy="2220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87A0BF7-C1A4-FF7F-3E6C-04B5E6EA894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000298" y="3837960"/>
                  <a:ext cx="2025360" cy="22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83C3BC5-61F8-109A-F29D-5A4974D01B01}"/>
                    </a:ext>
                  </a:extLst>
                </p14:cNvPr>
                <p14:cNvContentPartPr/>
                <p14:nvPr/>
              </p14:nvContentPartPr>
              <p14:xfrm>
                <a:off x="7789778" y="6363360"/>
                <a:ext cx="190440" cy="415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83C3BC5-61F8-109A-F29D-5A4974D01B0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783658" y="6357240"/>
                  <a:ext cx="20268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86EB432-9449-FB93-A035-185C4E42C950}"/>
                    </a:ext>
                  </a:extLst>
                </p14:cNvPr>
                <p14:cNvContentPartPr/>
                <p14:nvPr/>
              </p14:nvContentPartPr>
              <p14:xfrm>
                <a:off x="8106938" y="6183000"/>
                <a:ext cx="130680" cy="231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86EB432-9449-FB93-A035-185C4E42C95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100818" y="6176880"/>
                  <a:ext cx="142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448A1E6-0F17-1EF3-A10E-29A43ED23F34}"/>
                    </a:ext>
                  </a:extLst>
                </p14:cNvPr>
                <p14:cNvContentPartPr/>
                <p14:nvPr/>
              </p14:nvContentPartPr>
              <p14:xfrm>
                <a:off x="8041418" y="6274440"/>
                <a:ext cx="123120" cy="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448A1E6-0F17-1EF3-A10E-29A43ED23F3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035298" y="6268320"/>
                  <a:ext cx="135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DDAAF74-0868-5D1A-5D21-CDEB538E6F5F}"/>
                    </a:ext>
                  </a:extLst>
                </p14:cNvPr>
                <p14:cNvContentPartPr/>
                <p14:nvPr/>
              </p14:nvContentPartPr>
              <p14:xfrm>
                <a:off x="7851698" y="3876840"/>
                <a:ext cx="182160" cy="2242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DDAAF74-0868-5D1A-5D21-CDEB538E6F5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845578" y="3870720"/>
                  <a:ext cx="194400" cy="225504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F153931-3FF5-05FD-9D22-DEC8964CDA46}"/>
              </a:ext>
            </a:extLst>
          </p:cNvPr>
          <p:cNvCxnSpPr>
            <a:cxnSpLocks/>
          </p:cNvCxnSpPr>
          <p:nvPr/>
        </p:nvCxnSpPr>
        <p:spPr>
          <a:xfrm flipH="1">
            <a:off x="8102978" y="4206338"/>
            <a:ext cx="2044931" cy="28368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93DFB6DC-DF5C-4DAB-A7D4-6FE0DDB9A965}"/>
              </a:ext>
            </a:extLst>
          </p:cNvPr>
          <p:cNvSpPr txBox="1"/>
          <p:nvPr/>
        </p:nvSpPr>
        <p:spPr>
          <a:xfrm>
            <a:off x="10147909" y="3748013"/>
            <a:ext cx="21502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Column of P</a:t>
            </a:r>
            <a:r>
              <a:rPr lang="en-US" sz="2400" baseline="30000" dirty="0"/>
              <a:t>t</a:t>
            </a:r>
            <a:r>
              <a:rPr lang="en-US" sz="2400" dirty="0"/>
              <a:t> corresponding to vertex A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231AD46-144D-3B63-B476-D79136A3575F}"/>
              </a:ext>
            </a:extLst>
          </p:cNvPr>
          <p:cNvSpPr txBox="1"/>
          <p:nvPr/>
        </p:nvSpPr>
        <p:spPr>
          <a:xfrm>
            <a:off x="9265086" y="5292546"/>
            <a:ext cx="3045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Describes distribution of where walker is after t steps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2A3B8BE6-7A9A-9D93-5085-0760B506823D}"/>
                  </a:ext>
                </a:extLst>
              </p14:cNvPr>
              <p14:cNvContentPartPr/>
              <p14:nvPr/>
            </p14:nvContentPartPr>
            <p14:xfrm>
              <a:off x="6753698" y="4885560"/>
              <a:ext cx="343080" cy="3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2A3B8BE6-7A9A-9D93-5085-0760B506823D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6747578" y="4879440"/>
                <a:ext cx="35532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17EE3A68-C3C0-4584-A5AC-F259EBB2B0A5}"/>
              </a:ext>
            </a:extLst>
          </p:cNvPr>
          <p:cNvGrpSpPr/>
          <p:nvPr/>
        </p:nvGrpSpPr>
        <p:grpSpPr>
          <a:xfrm>
            <a:off x="6405218" y="4200120"/>
            <a:ext cx="533160" cy="378360"/>
            <a:chOff x="6405218" y="4200120"/>
            <a:chExt cx="53316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6E42B1E-8346-BAE1-9243-2C8F673A3C40}"/>
                    </a:ext>
                  </a:extLst>
                </p14:cNvPr>
                <p14:cNvContentPartPr/>
                <p14:nvPr/>
              </p14:nvContentPartPr>
              <p14:xfrm>
                <a:off x="6405218" y="4200120"/>
                <a:ext cx="113400" cy="2790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6E42B1E-8346-BAE1-9243-2C8F673A3C4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399098" y="4194000"/>
                  <a:ext cx="1256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170E929-F5F6-10E4-8D7B-F5BB90F6BCFB}"/>
                    </a:ext>
                  </a:extLst>
                </p14:cNvPr>
                <p14:cNvContentPartPr/>
                <p14:nvPr/>
              </p14:nvContentPartPr>
              <p14:xfrm>
                <a:off x="6497018" y="4389120"/>
                <a:ext cx="88200" cy="72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170E929-F5F6-10E4-8D7B-F5BB90F6BCF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490898" y="4383000"/>
                  <a:ext cx="1004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4E1ADEE-1318-EA9B-56BB-123D56FEA861}"/>
                    </a:ext>
                  </a:extLst>
                </p14:cNvPr>
                <p14:cNvContentPartPr/>
                <p14:nvPr/>
              </p14:nvContentPartPr>
              <p14:xfrm>
                <a:off x="6705818" y="4297320"/>
                <a:ext cx="104400" cy="2246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4E1ADEE-1318-EA9B-56BB-123D56FEA86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699698" y="4291200"/>
                  <a:ext cx="1166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CB39A15-DEF0-69DF-C762-AB98B3DB0F23}"/>
                    </a:ext>
                  </a:extLst>
                </p14:cNvPr>
                <p14:cNvContentPartPr/>
                <p14:nvPr/>
              </p14:nvContentPartPr>
              <p14:xfrm>
                <a:off x="6675218" y="4423680"/>
                <a:ext cx="124200" cy="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CB39A15-DEF0-69DF-C762-AB98B3DB0F2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669098" y="4417560"/>
                  <a:ext cx="136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BC0B20B-F8C1-EDB2-DD10-2D001B06CDAC}"/>
                    </a:ext>
                  </a:extLst>
                </p14:cNvPr>
                <p14:cNvContentPartPr/>
                <p14:nvPr/>
              </p14:nvContentPartPr>
              <p14:xfrm>
                <a:off x="6869978" y="4327200"/>
                <a:ext cx="360" cy="2512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BC0B20B-F8C1-EDB2-DD10-2D001B06CDA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863858" y="4321080"/>
                  <a:ext cx="126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862C8D3-5D3D-7D5D-C596-DC716AFA000A}"/>
                    </a:ext>
                  </a:extLst>
                </p14:cNvPr>
                <p14:cNvContentPartPr/>
                <p14:nvPr/>
              </p14:nvContentPartPr>
              <p14:xfrm>
                <a:off x="6830018" y="4428720"/>
                <a:ext cx="108360" cy="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862C8D3-5D3D-7D5D-C596-DC716AFA000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823898" y="4422600"/>
                  <a:ext cx="120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A06B5EF-25EA-F17B-EE31-1EA74566ECAC}"/>
              </a:ext>
            </a:extLst>
          </p:cNvPr>
          <p:cNvGrpSpPr/>
          <p:nvPr/>
        </p:nvGrpSpPr>
        <p:grpSpPr>
          <a:xfrm>
            <a:off x="6134498" y="5306040"/>
            <a:ext cx="547560" cy="746640"/>
            <a:chOff x="6134498" y="5306040"/>
            <a:chExt cx="547560" cy="74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0873821-7E0B-D7B0-EEAE-A514E768E4A5}"/>
                    </a:ext>
                  </a:extLst>
                </p14:cNvPr>
                <p14:cNvContentPartPr/>
                <p14:nvPr/>
              </p14:nvContentPartPr>
              <p14:xfrm>
                <a:off x="6134498" y="5306040"/>
                <a:ext cx="163440" cy="378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0873821-7E0B-D7B0-EEAE-A514E768E4A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128378" y="5299920"/>
                  <a:ext cx="17568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01F3DC1-E764-F7C6-1914-ED100542D7A8}"/>
                    </a:ext>
                  </a:extLst>
                </p14:cNvPr>
                <p14:cNvContentPartPr/>
                <p14:nvPr/>
              </p14:nvContentPartPr>
              <p14:xfrm>
                <a:off x="6313778" y="5578560"/>
                <a:ext cx="360" cy="500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01F3DC1-E764-F7C6-1914-ED100542D7A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307658" y="5572440"/>
                  <a:ext cx="126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59344A2-43D3-A29F-6675-6E3C45E1CFF9}"/>
                    </a:ext>
                  </a:extLst>
                </p14:cNvPr>
                <p14:cNvContentPartPr/>
                <p14:nvPr/>
              </p14:nvContentPartPr>
              <p14:xfrm>
                <a:off x="6313778" y="5433840"/>
                <a:ext cx="360" cy="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59344A2-43D3-A29F-6675-6E3C45E1CFF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307658" y="54277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209C3E5-1CCA-F0D4-B08D-9A3806429204}"/>
                    </a:ext>
                  </a:extLst>
                </p14:cNvPr>
                <p14:cNvContentPartPr/>
                <p14:nvPr/>
              </p14:nvContentPartPr>
              <p14:xfrm>
                <a:off x="6276698" y="5641200"/>
                <a:ext cx="157680" cy="4114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209C3E5-1CCA-F0D4-B08D-9A380642920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270578" y="5635080"/>
                  <a:ext cx="16992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B4E34FD-2124-280A-A0AF-975868C44AAC}"/>
                    </a:ext>
                  </a:extLst>
                </p14:cNvPr>
                <p14:cNvContentPartPr/>
                <p14:nvPr/>
              </p14:nvContentPartPr>
              <p14:xfrm>
                <a:off x="6490898" y="5448600"/>
                <a:ext cx="75960" cy="389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B4E34FD-2124-280A-A0AF-975868C44AA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484778" y="5442480"/>
                  <a:ext cx="8820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FFF9656-5F4D-D27F-C8EB-2455FA89574E}"/>
                    </a:ext>
                  </a:extLst>
                </p14:cNvPr>
                <p14:cNvContentPartPr/>
                <p14:nvPr/>
              </p14:nvContentPartPr>
              <p14:xfrm>
                <a:off x="6597458" y="5405400"/>
                <a:ext cx="360" cy="3963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FFF9656-5F4D-D27F-C8EB-2455FA89574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591338" y="5399280"/>
                  <a:ext cx="126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B4D9D84-8E46-FFFB-201E-3B9BB9FC3F96}"/>
                    </a:ext>
                  </a:extLst>
                </p14:cNvPr>
                <p14:cNvContentPartPr/>
                <p14:nvPr/>
              </p14:nvContentPartPr>
              <p14:xfrm>
                <a:off x="6581258" y="5607000"/>
                <a:ext cx="100800" cy="3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B4D9D84-8E46-FFFB-201E-3B9BB9FC3F9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575138" y="5600880"/>
                  <a:ext cx="11304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C7E9076-EB96-4F1C-38EA-41F4C358BF8F}"/>
              </a:ext>
            </a:extLst>
          </p:cNvPr>
          <p:cNvGrpSpPr/>
          <p:nvPr/>
        </p:nvGrpSpPr>
        <p:grpSpPr>
          <a:xfrm>
            <a:off x="7863578" y="3927960"/>
            <a:ext cx="171360" cy="959400"/>
            <a:chOff x="7863578" y="3927960"/>
            <a:chExt cx="171360" cy="95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5C699C3-08DC-0123-9520-73E910E8C782}"/>
                    </a:ext>
                  </a:extLst>
                </p14:cNvPr>
                <p14:cNvContentPartPr/>
                <p14:nvPr/>
              </p14:nvContentPartPr>
              <p14:xfrm>
                <a:off x="7874018" y="3927960"/>
                <a:ext cx="98640" cy="1375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5C699C3-08DC-0123-9520-73E910E8C78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867898" y="3921840"/>
                  <a:ext cx="110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3498A4F-6E7B-ADFC-2DCD-578BDB1158FF}"/>
                    </a:ext>
                  </a:extLst>
                </p14:cNvPr>
                <p14:cNvContentPartPr/>
                <p14:nvPr/>
              </p14:nvContentPartPr>
              <p14:xfrm>
                <a:off x="7863578" y="4087080"/>
                <a:ext cx="115920" cy="1774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3498A4F-6E7B-ADFC-2DCD-578BDB1158F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857458" y="4080960"/>
                  <a:ext cx="1281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B436260-DE4C-FA93-06F2-45FC1AF3DE3E}"/>
                    </a:ext>
                  </a:extLst>
                </p14:cNvPr>
                <p14:cNvContentPartPr/>
                <p14:nvPr/>
              </p14:nvContentPartPr>
              <p14:xfrm>
                <a:off x="7939898" y="4262040"/>
                <a:ext cx="88560" cy="3236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B436260-DE4C-FA93-06F2-45FC1AF3DE3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933778" y="4255920"/>
                  <a:ext cx="1008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35B6255-EC08-A8C4-D2B4-4F4C78721CA2}"/>
                    </a:ext>
                  </a:extLst>
                </p14:cNvPr>
                <p14:cNvContentPartPr/>
                <p14:nvPr/>
              </p14:nvContentPartPr>
              <p14:xfrm>
                <a:off x="7949978" y="4639680"/>
                <a:ext cx="84960" cy="709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35B6255-EC08-A8C4-D2B4-4F4C78721CA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943858" y="4633560"/>
                  <a:ext cx="972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401A06D-D432-368E-4391-3ADD7370CFC9}"/>
                    </a:ext>
                  </a:extLst>
                </p14:cNvPr>
                <p14:cNvContentPartPr/>
                <p14:nvPr/>
              </p14:nvContentPartPr>
              <p14:xfrm>
                <a:off x="7887338" y="4821120"/>
                <a:ext cx="60120" cy="662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401A06D-D432-368E-4391-3ADD7370CFC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881218" y="4815000"/>
                  <a:ext cx="72360" cy="78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118898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DC4C2-8718-EE73-C028-DA3C231E8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197F0-7709-4310-5552-DFFA44EA8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21" y="117269"/>
            <a:ext cx="11622437" cy="1325563"/>
          </a:xfrm>
        </p:spPr>
        <p:txBody>
          <a:bodyPr/>
          <a:lstStyle/>
          <a:p>
            <a:r>
              <a:rPr lang="en-US" dirty="0"/>
              <a:t>Deriving a random walk-based distance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0B51BC-A566-5C05-6718-AAC66BD99917}"/>
              </a:ext>
            </a:extLst>
          </p:cNvPr>
          <p:cNvSpPr txBox="1"/>
          <p:nvPr/>
        </p:nvSpPr>
        <p:spPr>
          <a:xfrm>
            <a:off x="2569209" y="2481660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C00000"/>
                </a:solidFill>
              </a:rPr>
              <a:t>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8A39BC7-BBBC-8CE5-4C02-DAD762826E4D}"/>
              </a:ext>
            </a:extLst>
          </p:cNvPr>
          <p:cNvGrpSpPr/>
          <p:nvPr/>
        </p:nvGrpSpPr>
        <p:grpSpPr>
          <a:xfrm>
            <a:off x="673320" y="2088900"/>
            <a:ext cx="5422680" cy="2680200"/>
            <a:chOff x="629359" y="3907678"/>
            <a:chExt cx="5422680" cy="268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AF431EB-B7B8-5147-5050-9E20A0185B59}"/>
                    </a:ext>
                  </a:extLst>
                </p14:cNvPr>
                <p14:cNvContentPartPr/>
                <p14:nvPr/>
              </p14:nvContentPartPr>
              <p14:xfrm>
                <a:off x="2444479" y="4928998"/>
                <a:ext cx="340200" cy="327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3C8D0BC-91F2-3844-C69D-F78C687A8A6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38359" y="4922878"/>
                  <a:ext cx="3524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1F242-C058-A291-3740-0CE5DD587DCE}"/>
                    </a:ext>
                  </a:extLst>
                </p14:cNvPr>
                <p14:cNvContentPartPr/>
                <p14:nvPr/>
              </p14:nvContentPartPr>
              <p14:xfrm>
                <a:off x="2908879" y="5092078"/>
                <a:ext cx="890280" cy="5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38AE839-CDA2-77E6-1100-F215E4B507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02759" y="5085958"/>
                  <a:ext cx="9025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1DAEF1C-840E-A5BC-7835-C58B7A9E974A}"/>
                    </a:ext>
                  </a:extLst>
                </p14:cNvPr>
                <p14:cNvContentPartPr/>
                <p14:nvPr/>
              </p14:nvContentPartPr>
              <p14:xfrm>
                <a:off x="3933439" y="4905958"/>
                <a:ext cx="214200" cy="299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BD268BC-5DA7-EB71-DDE1-D39CED9B3BE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27319" y="4899838"/>
                  <a:ext cx="226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BC9D9C1-96CB-ADE2-27EC-BEE277FE6871}"/>
                    </a:ext>
                  </a:extLst>
                </p14:cNvPr>
                <p14:cNvContentPartPr/>
                <p14:nvPr/>
              </p14:nvContentPartPr>
              <p14:xfrm>
                <a:off x="1156759" y="4151398"/>
                <a:ext cx="245880" cy="389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D27B7F1-63FB-884C-AC28-7D0B468694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0639" y="4145278"/>
                  <a:ext cx="25812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B031113-E3B6-A87F-E5D1-65E29F91E80F}"/>
                    </a:ext>
                  </a:extLst>
                </p14:cNvPr>
                <p14:cNvContentPartPr/>
                <p14:nvPr/>
              </p14:nvContentPartPr>
              <p14:xfrm>
                <a:off x="629359" y="5176678"/>
                <a:ext cx="220680" cy="273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D95FF0E-549F-3ABA-8CEA-B91EC8DC04F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239" y="5170558"/>
                  <a:ext cx="232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8AA20FA-0A77-A00D-3EF2-38EFBA78E0F7}"/>
                    </a:ext>
                  </a:extLst>
                </p14:cNvPr>
                <p14:cNvContentPartPr/>
                <p14:nvPr/>
              </p14:nvContentPartPr>
              <p14:xfrm>
                <a:off x="817999" y="6098638"/>
                <a:ext cx="273240" cy="292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E1AE97-1FEA-7AD8-F239-8D21BFFB1A0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1879" y="6092518"/>
                  <a:ext cx="2854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2D320FB-EF71-2233-C345-BA5904623F51}"/>
                    </a:ext>
                  </a:extLst>
                </p14:cNvPr>
                <p14:cNvContentPartPr/>
                <p14:nvPr/>
              </p14:nvContentPartPr>
              <p14:xfrm>
                <a:off x="1834279" y="6189358"/>
                <a:ext cx="287640" cy="398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DC3C5D2-414C-D498-F1E2-CFDB2D38EAD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28159" y="6183238"/>
                  <a:ext cx="2998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272CBFE-4200-47AB-AD00-4BC2964700B4}"/>
                    </a:ext>
                  </a:extLst>
                </p14:cNvPr>
                <p14:cNvContentPartPr/>
                <p14:nvPr/>
              </p14:nvContentPartPr>
              <p14:xfrm>
                <a:off x="2374279" y="5647198"/>
                <a:ext cx="126720" cy="307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17D1662-3DA2-0997-FCD4-D561C663E3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68159" y="5641078"/>
                  <a:ext cx="1389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32FDCEF-96E6-FAB7-6C53-C908294AE306}"/>
                    </a:ext>
                  </a:extLst>
                </p14:cNvPr>
                <p14:cNvContentPartPr/>
                <p14:nvPr/>
              </p14:nvContentPartPr>
              <p14:xfrm>
                <a:off x="1457359" y="4534798"/>
                <a:ext cx="828720" cy="508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C4FD105-D0FA-F442-E13F-27E226B00AB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51239" y="4528678"/>
                  <a:ext cx="84096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64B5A91-48EA-86DA-F338-9AFD69847FCD}"/>
                    </a:ext>
                  </a:extLst>
                </p14:cNvPr>
                <p14:cNvContentPartPr/>
                <p14:nvPr/>
              </p14:nvContentPartPr>
              <p14:xfrm>
                <a:off x="2560399" y="5502118"/>
                <a:ext cx="360" cy="171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7DA649-3625-6467-66E2-4FD502EAC6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54279" y="5495998"/>
                  <a:ext cx="12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956F187-81F1-DC44-F215-33F04F0D08B6}"/>
                    </a:ext>
                  </a:extLst>
                </p14:cNvPr>
                <p14:cNvContentPartPr/>
                <p14:nvPr/>
              </p14:nvContentPartPr>
              <p14:xfrm>
                <a:off x="2208319" y="6143278"/>
                <a:ext cx="164160" cy="83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7262E8F-A69A-844E-521F-F6378E1B38D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02199" y="6137158"/>
                  <a:ext cx="1764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11331F4-849C-3B7D-7366-0248A02C4C75}"/>
                    </a:ext>
                  </a:extLst>
                </p14:cNvPr>
                <p14:cNvContentPartPr/>
                <p14:nvPr/>
              </p14:nvContentPartPr>
              <p14:xfrm>
                <a:off x="1345039" y="6255598"/>
                <a:ext cx="476640" cy="31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163C150-F426-832F-EDDD-9B274E0237F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38919" y="6249478"/>
                  <a:ext cx="488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97FBFEC-EFAB-F54B-4CA1-DC95A2D4F485}"/>
                    </a:ext>
                  </a:extLst>
                </p14:cNvPr>
                <p14:cNvContentPartPr/>
                <p14:nvPr/>
              </p14:nvContentPartPr>
              <p14:xfrm>
                <a:off x="779839" y="5579158"/>
                <a:ext cx="360" cy="298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D0D31A4-BF89-80C2-1520-E7BF65F53D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3719" y="5573038"/>
                  <a:ext cx="126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5CE5902-D277-247A-8F3E-49FB96C4C9AA}"/>
                    </a:ext>
                  </a:extLst>
                </p14:cNvPr>
                <p14:cNvContentPartPr/>
                <p14:nvPr/>
              </p14:nvContentPartPr>
              <p14:xfrm>
                <a:off x="855799" y="4812718"/>
                <a:ext cx="268560" cy="279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B9BE93A-7E34-113B-24F5-09B1620E08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9679" y="4806598"/>
                  <a:ext cx="280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CFA55C5-97BB-A05D-2DE1-3E9201E43746}"/>
                    </a:ext>
                  </a:extLst>
                </p14:cNvPr>
                <p14:cNvContentPartPr/>
                <p14:nvPr/>
              </p14:nvContentPartPr>
              <p14:xfrm>
                <a:off x="994399" y="5428678"/>
                <a:ext cx="658800" cy="632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544CE9B-9ED1-5ED2-A4FA-769F8F4FCCB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8279" y="5422558"/>
                  <a:ext cx="67104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5068ADE-CA57-E90B-F7E8-47430E172E43}"/>
                    </a:ext>
                  </a:extLst>
                </p14:cNvPr>
                <p14:cNvContentPartPr/>
                <p14:nvPr/>
              </p14:nvContentPartPr>
              <p14:xfrm>
                <a:off x="1192399" y="5283598"/>
                <a:ext cx="1157760" cy="425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D6D5AC1-5555-9510-1370-FDBDAD19DDD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86279" y="5277478"/>
                  <a:ext cx="11700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EEFD799-26FF-5866-6C8F-2F486895B7FA}"/>
                    </a:ext>
                  </a:extLst>
                </p14:cNvPr>
                <p14:cNvContentPartPr/>
                <p14:nvPr/>
              </p14:nvContentPartPr>
              <p14:xfrm>
                <a:off x="1254319" y="5117638"/>
                <a:ext cx="1037160" cy="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0A0A0E3-BA59-D890-57A3-38194812A15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48199" y="5111518"/>
                  <a:ext cx="1049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2CDB20F-63F4-6FF3-9D64-AE31E96B5DB6}"/>
                    </a:ext>
                  </a:extLst>
                </p14:cNvPr>
                <p14:cNvContentPartPr/>
                <p14:nvPr/>
              </p14:nvContentPartPr>
              <p14:xfrm>
                <a:off x="1298959" y="4655398"/>
                <a:ext cx="14400" cy="1332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D38E0C-46D2-4972-713F-4B7289ACCF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92839" y="4649278"/>
                  <a:ext cx="26640" cy="13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3468719-60F4-4040-842A-1D8DBDBC8699}"/>
                    </a:ext>
                  </a:extLst>
                </p14:cNvPr>
                <p14:cNvContentPartPr/>
                <p14:nvPr/>
              </p14:nvContentPartPr>
              <p14:xfrm>
                <a:off x="1544839" y="4940878"/>
                <a:ext cx="213120" cy="1337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768F70C-53CC-8E2D-132C-3AFA67E3941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38719" y="4934758"/>
                  <a:ext cx="225360" cy="13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178A543-BEFE-FA62-7F81-AF06D5D4E23F}"/>
                    </a:ext>
                  </a:extLst>
                </p14:cNvPr>
                <p14:cNvContentPartPr/>
                <p14:nvPr/>
              </p14:nvContentPartPr>
              <p14:xfrm>
                <a:off x="1716919" y="5009638"/>
                <a:ext cx="660960" cy="572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FA3DCEB-F86E-04C3-E485-7605D5F2430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10799" y="5003518"/>
                  <a:ext cx="67320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344D295-142A-4943-34B5-6F4662B21F55}"/>
                    </a:ext>
                  </a:extLst>
                </p14:cNvPr>
                <p14:cNvContentPartPr/>
                <p14:nvPr/>
              </p14:nvContentPartPr>
              <p14:xfrm>
                <a:off x="1014559" y="5251198"/>
                <a:ext cx="1172520" cy="766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BB00413-5EC1-2258-D1F3-299359EF03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8439" y="5245078"/>
                  <a:ext cx="1184760" cy="77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9534183-349F-78D8-53BF-342FE77BAF53}"/>
                    </a:ext>
                  </a:extLst>
                </p14:cNvPr>
                <p14:cNvContentPartPr/>
                <p14:nvPr/>
              </p14:nvContentPartPr>
              <p14:xfrm>
                <a:off x="1032199" y="5024398"/>
                <a:ext cx="135720" cy="996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5FD9031-42AE-3E12-F10C-0303A789D1E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6079" y="5018278"/>
                  <a:ext cx="147960" cy="10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B50983A-3C3E-86D1-DF89-594BA0D37451}"/>
                    </a:ext>
                  </a:extLst>
                </p14:cNvPr>
                <p14:cNvContentPartPr/>
                <p14:nvPr/>
              </p14:nvContentPartPr>
              <p14:xfrm>
                <a:off x="4816159" y="3907678"/>
                <a:ext cx="223560" cy="211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9435C8C-5D3C-CC9F-6C5C-DB23099298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10039" y="3901558"/>
                  <a:ext cx="235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623B79D-B2B6-E1E8-30D4-177F10672E5C}"/>
                    </a:ext>
                  </a:extLst>
                </p14:cNvPr>
                <p14:cNvContentPartPr/>
                <p14:nvPr/>
              </p14:nvContentPartPr>
              <p14:xfrm>
                <a:off x="5638039" y="4424278"/>
                <a:ext cx="185400" cy="221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75651DA-3451-AA50-1DEF-63BE175A669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31919" y="4418158"/>
                  <a:ext cx="1976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3918AE3-3E63-6E3A-8E24-179AE150B4B4}"/>
                    </a:ext>
                  </a:extLst>
                </p14:cNvPr>
                <p14:cNvContentPartPr/>
                <p14:nvPr/>
              </p14:nvContentPartPr>
              <p14:xfrm>
                <a:off x="5831719" y="5423638"/>
                <a:ext cx="220320" cy="219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0F3059E-7332-6FB8-59F7-C0026D580F3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25599" y="5417518"/>
                  <a:ext cx="232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19A62BB-7F14-EF94-C80B-ABC90D842708}"/>
                    </a:ext>
                  </a:extLst>
                </p14:cNvPr>
                <p14:cNvContentPartPr/>
                <p14:nvPr/>
              </p14:nvContentPartPr>
              <p14:xfrm>
                <a:off x="5280559" y="6140398"/>
                <a:ext cx="250920" cy="261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907E5D4-9034-9626-1366-89A1A91FBE1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74439" y="6134278"/>
                  <a:ext cx="2631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511A109-316B-D97B-C5DB-4B1D3D9EC506}"/>
                    </a:ext>
                  </a:extLst>
                </p14:cNvPr>
                <p14:cNvContentPartPr/>
                <p14:nvPr/>
              </p14:nvContentPartPr>
              <p14:xfrm>
                <a:off x="4322599" y="5899198"/>
                <a:ext cx="268920" cy="417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C04006B-5101-554E-0325-E540936D78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16479" y="5893078"/>
                  <a:ext cx="2811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FD6AC82-3EBA-543D-0E52-433C5418C134}"/>
                    </a:ext>
                  </a:extLst>
                </p14:cNvPr>
                <p14:cNvContentPartPr/>
                <p14:nvPr/>
              </p14:nvContentPartPr>
              <p14:xfrm>
                <a:off x="4120279" y="5404918"/>
                <a:ext cx="181800" cy="520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DEEB4D0-1996-B948-DABB-EA6D34C031A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14159" y="5398798"/>
                  <a:ext cx="19404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6A1020E-423E-EB97-0AE6-42238BB52AD3}"/>
                    </a:ext>
                  </a:extLst>
                </p14:cNvPr>
                <p14:cNvContentPartPr/>
                <p14:nvPr/>
              </p14:nvContentPartPr>
              <p14:xfrm>
                <a:off x="4239079" y="4242838"/>
                <a:ext cx="494640" cy="478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F5F017B-53E4-3BD3-A52A-46F35C0E3BB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32959" y="4236718"/>
                  <a:ext cx="5068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8F505C1-4DED-EE29-D3A0-0EA9D5067116}"/>
                    </a:ext>
                  </a:extLst>
                </p14:cNvPr>
                <p14:cNvContentPartPr/>
                <p14:nvPr/>
              </p14:nvContentPartPr>
              <p14:xfrm>
                <a:off x="5094439" y="4300438"/>
                <a:ext cx="321480" cy="191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51369E5-77E1-F396-9177-E2B8224F977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88319" y="4294318"/>
                  <a:ext cx="333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75E28EF-85E9-970D-99BB-24776E0E5311}"/>
                    </a:ext>
                  </a:extLst>
                </p14:cNvPr>
                <p14:cNvContentPartPr/>
                <p14:nvPr/>
              </p14:nvContentPartPr>
              <p14:xfrm>
                <a:off x="5730919" y="4878958"/>
                <a:ext cx="72000" cy="402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31CFFDF-BDE1-4AE1-4E27-35C032707CD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24799" y="4872838"/>
                  <a:ext cx="842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7D479BB-085E-7263-EC89-4484947E1A44}"/>
                    </a:ext>
                  </a:extLst>
                </p14:cNvPr>
                <p14:cNvContentPartPr/>
                <p14:nvPr/>
              </p14:nvContentPartPr>
              <p14:xfrm>
                <a:off x="5595559" y="5790478"/>
                <a:ext cx="167760" cy="332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E6F2024-06CF-EBEC-DE58-905C04402AD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89439" y="5784358"/>
                  <a:ext cx="1800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73BE84C-1273-3B6A-8EFE-FAA49E8C44E9}"/>
                    </a:ext>
                  </a:extLst>
                </p14:cNvPr>
                <p14:cNvContentPartPr/>
                <p14:nvPr/>
              </p14:nvContentPartPr>
              <p14:xfrm>
                <a:off x="4828759" y="6282238"/>
                <a:ext cx="339840" cy="4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22A5244-8317-8493-6549-207B7C6768D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22639" y="6276118"/>
                  <a:ext cx="3520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9DAAEC4-4D58-8541-BEF4-25BF220451CA}"/>
                    </a:ext>
                  </a:extLst>
                </p14:cNvPr>
                <p14:cNvContentPartPr/>
                <p14:nvPr/>
              </p14:nvContentPartPr>
              <p14:xfrm>
                <a:off x="4385959" y="5169838"/>
                <a:ext cx="950040" cy="319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4EE77E5-08C9-FAB7-382C-A817F0465C2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79839" y="5163718"/>
                  <a:ext cx="9622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FFF02FF-CEF5-61B9-95F1-6CB5DDEEC36E}"/>
                    </a:ext>
                  </a:extLst>
                </p14:cNvPr>
                <p14:cNvContentPartPr/>
                <p14:nvPr/>
              </p14:nvContentPartPr>
              <p14:xfrm>
                <a:off x="4636519" y="5838718"/>
                <a:ext cx="817920" cy="155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56B88ED-7EA7-64A6-D27F-CE1880EB1D1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30399" y="5832598"/>
                  <a:ext cx="830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D62D9BD-58EF-49D8-D7D2-28312773EE7C}"/>
                    </a:ext>
                  </a:extLst>
                </p14:cNvPr>
                <p14:cNvContentPartPr/>
                <p14:nvPr/>
              </p14:nvContentPartPr>
              <p14:xfrm>
                <a:off x="4948279" y="4427158"/>
                <a:ext cx="139320" cy="1631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9180F6F-3F32-1306-4DD6-703C5580D9D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42159" y="4421038"/>
                  <a:ext cx="151560" cy="16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2442E6F-ED65-616A-8173-3BB57D726F08}"/>
                    </a:ext>
                  </a:extLst>
                </p14:cNvPr>
                <p14:cNvContentPartPr/>
                <p14:nvPr/>
              </p14:nvContentPartPr>
              <p14:xfrm>
                <a:off x="4492879" y="4644958"/>
                <a:ext cx="966960" cy="1063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8959768-2AEE-2731-9684-BEA1078B82D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486759" y="4638838"/>
                  <a:ext cx="979200" cy="10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CBEBCE0-3C9C-8447-C71F-A289E9059A89}"/>
                    </a:ext>
                  </a:extLst>
                </p14:cNvPr>
                <p14:cNvContentPartPr/>
                <p14:nvPr/>
              </p14:nvContentPartPr>
              <p14:xfrm>
                <a:off x="5095519" y="4484038"/>
                <a:ext cx="479880" cy="1061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D922454-6F89-7072-7B7B-EB4DADCE72D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89399" y="4477918"/>
                  <a:ext cx="492120" cy="10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C657E26-C74D-20BE-074D-055DCFB6FEAD}"/>
                    </a:ext>
                  </a:extLst>
                </p14:cNvPr>
                <p14:cNvContentPartPr/>
                <p14:nvPr/>
              </p14:nvContentPartPr>
              <p14:xfrm>
                <a:off x="4443199" y="4757638"/>
                <a:ext cx="914040" cy="144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A702E83-E027-A049-BC5D-C3A4F3ABF8C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37079" y="4751518"/>
                  <a:ext cx="926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ED8BFE7-190C-B812-7D58-AFCF05F9689D}"/>
                    </a:ext>
                  </a:extLst>
                </p14:cNvPr>
                <p14:cNvContentPartPr/>
                <p14:nvPr/>
              </p14:nvContentPartPr>
              <p14:xfrm>
                <a:off x="5128999" y="5665918"/>
                <a:ext cx="490680" cy="345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EC3500D-FD30-EDB1-312A-F53C3C0A4DC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22879" y="5659798"/>
                  <a:ext cx="5029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1EC0B4A-D8F8-432E-E4C2-5F3A1563CCD2}"/>
                    </a:ext>
                  </a:extLst>
                </p14:cNvPr>
                <p14:cNvContentPartPr/>
                <p14:nvPr/>
              </p14:nvContentPartPr>
              <p14:xfrm>
                <a:off x="4644079" y="4856998"/>
                <a:ext cx="987840" cy="992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FC0DF84-D884-C5A8-C915-C1E3F2BBB8C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37959" y="4850878"/>
                  <a:ext cx="1000080" cy="1004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8AFAC3B5-951E-98FC-8D57-1F49F74C21D3}"/>
              </a:ext>
            </a:extLst>
          </p:cNvPr>
          <p:cNvSpPr txBox="1"/>
          <p:nvPr/>
        </p:nvSpPr>
        <p:spPr>
          <a:xfrm>
            <a:off x="3707426" y="2481660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B050"/>
                </a:solidFill>
              </a:rPr>
              <a:t>B</a:t>
            </a:r>
          </a:p>
        </p:txBody>
      </p:sp>
      <p:pic>
        <p:nvPicPr>
          <p:cNvPr id="92" name="Picture 4" descr="man">
            <a:extLst>
              <a:ext uri="{FF2B5EF4-FFF2-40B4-BE49-F238E27FC236}">
                <a16:creationId xmlns:a16="http://schemas.microsoft.com/office/drawing/2014/main" id="{42B3F8E2-177F-2A92-1110-7F4B7187F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210" y="3468063"/>
            <a:ext cx="501099" cy="708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E55B028A-F49F-5047-6619-96E9D2F18C7A}"/>
              </a:ext>
            </a:extLst>
          </p:cNvPr>
          <p:cNvSpPr txBox="1"/>
          <p:nvPr/>
        </p:nvSpPr>
        <p:spPr>
          <a:xfrm>
            <a:off x="6456993" y="1259801"/>
            <a:ext cx="56161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C00000"/>
                </a:solidFill>
              </a:rPr>
              <a:t>If you start a random walk at A, </a:t>
            </a:r>
            <a:r>
              <a:rPr lang="en-US" sz="2500" u="sng" dirty="0">
                <a:solidFill>
                  <a:srgbClr val="C00000"/>
                </a:solidFill>
              </a:rPr>
              <a:t>after t steps</a:t>
            </a:r>
            <a:r>
              <a:rPr lang="en-US" sz="2500" dirty="0">
                <a:solidFill>
                  <a:srgbClr val="C00000"/>
                </a:solidFill>
              </a:rPr>
              <a:t> you will likely be in the left side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BF584EB-7AC5-FC2A-130C-37013DF3920E}"/>
              </a:ext>
            </a:extLst>
          </p:cNvPr>
          <p:cNvCxnSpPr>
            <a:cxnSpLocks/>
          </p:cNvCxnSpPr>
          <p:nvPr/>
        </p:nvCxnSpPr>
        <p:spPr>
          <a:xfrm flipV="1">
            <a:off x="4777680" y="4783320"/>
            <a:ext cx="2807950" cy="52272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566DFC43-48E1-A7B1-45E8-BEC8980A0386}"/>
              </a:ext>
            </a:extLst>
          </p:cNvPr>
          <p:cNvSpPr txBox="1"/>
          <p:nvPr/>
        </p:nvSpPr>
        <p:spPr>
          <a:xfrm>
            <a:off x="2728479" y="5339324"/>
            <a:ext cx="21502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Column of P</a:t>
            </a:r>
            <a:r>
              <a:rPr lang="en-US" sz="2400" baseline="30000" dirty="0">
                <a:solidFill>
                  <a:srgbClr val="C00000"/>
                </a:solidFill>
              </a:rPr>
              <a:t>t</a:t>
            </a:r>
            <a:r>
              <a:rPr lang="en-US" sz="2400" dirty="0">
                <a:solidFill>
                  <a:srgbClr val="C00000"/>
                </a:solidFill>
              </a:rPr>
              <a:t> corresponding to vertex 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726BD3-5C9B-BA91-A67B-20FDB1BAC01C}"/>
              </a:ext>
            </a:extLst>
          </p:cNvPr>
          <p:cNvSpPr txBox="1"/>
          <p:nvPr/>
        </p:nvSpPr>
        <p:spPr>
          <a:xfrm>
            <a:off x="6398400" y="2358851"/>
            <a:ext cx="56161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00B050"/>
                </a:solidFill>
              </a:rPr>
              <a:t>If you start a random walk at B, </a:t>
            </a:r>
            <a:r>
              <a:rPr lang="en-US" sz="2500" u="sng" dirty="0">
                <a:solidFill>
                  <a:srgbClr val="00B050"/>
                </a:solidFill>
              </a:rPr>
              <a:t>after t steps</a:t>
            </a:r>
            <a:r>
              <a:rPr lang="en-US" sz="2500" dirty="0">
                <a:solidFill>
                  <a:srgbClr val="00B050"/>
                </a:solidFill>
              </a:rPr>
              <a:t> you will likely be in the right side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FBE628F-6423-4E25-6C31-E0E45D750A95}"/>
                  </a:ext>
                </a:extLst>
              </p14:cNvPr>
              <p14:cNvContentPartPr/>
              <p14:nvPr/>
            </p14:nvContentPartPr>
            <p14:xfrm>
              <a:off x="8430578" y="3841920"/>
              <a:ext cx="218880" cy="2215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FBE628F-6423-4E25-6C31-E0E45D750A95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424458" y="3835800"/>
                <a:ext cx="231120" cy="22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4E29E42-864C-907D-DB3C-4FE02EB639FD}"/>
                  </a:ext>
                </a:extLst>
              </p14:cNvPr>
              <p14:cNvContentPartPr/>
              <p14:nvPr/>
            </p14:nvContentPartPr>
            <p14:xfrm>
              <a:off x="6432218" y="507924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4E29E42-864C-907D-DB3C-4FE02EB639FD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6426098" y="507312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1636591-EDD0-B692-1A89-DED2D08A0188}"/>
              </a:ext>
            </a:extLst>
          </p:cNvPr>
          <p:cNvCxnSpPr>
            <a:cxnSpLocks/>
          </p:cNvCxnSpPr>
          <p:nvPr/>
        </p:nvCxnSpPr>
        <p:spPr>
          <a:xfrm flipH="1">
            <a:off x="8734080" y="4175820"/>
            <a:ext cx="859298" cy="15890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0C7430C-51EC-EDE2-24BE-FB88BD0C0B8D}"/>
              </a:ext>
            </a:extLst>
          </p:cNvPr>
          <p:cNvSpPr txBox="1"/>
          <p:nvPr/>
        </p:nvSpPr>
        <p:spPr>
          <a:xfrm>
            <a:off x="9719150" y="3700375"/>
            <a:ext cx="21502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Column of P</a:t>
            </a:r>
            <a:r>
              <a:rPr lang="en-US" sz="2400" baseline="30000" dirty="0">
                <a:solidFill>
                  <a:srgbClr val="00B050"/>
                </a:solidFill>
              </a:rPr>
              <a:t>t</a:t>
            </a:r>
            <a:r>
              <a:rPr lang="en-US" sz="2400" dirty="0">
                <a:solidFill>
                  <a:srgbClr val="00B050"/>
                </a:solidFill>
              </a:rPr>
              <a:t> corresponding to vertex 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DA425C4-06B0-2C04-9A9A-E20A248BED7B}"/>
                  </a:ext>
                </a:extLst>
              </p14:cNvPr>
              <p14:cNvContentPartPr/>
              <p14:nvPr/>
            </p14:nvContentPartPr>
            <p14:xfrm>
              <a:off x="7012898" y="4702320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DA425C4-06B0-2C04-9A9A-E20A248BED7B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006778" y="469620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FE5BE5F7-56FB-4098-2C05-7994C8276483}"/>
              </a:ext>
            </a:extLst>
          </p:cNvPr>
          <p:cNvGrpSpPr/>
          <p:nvPr/>
        </p:nvGrpSpPr>
        <p:grpSpPr>
          <a:xfrm>
            <a:off x="7006418" y="3844080"/>
            <a:ext cx="2013120" cy="2935080"/>
            <a:chOff x="7006418" y="3844080"/>
            <a:chExt cx="2013120" cy="29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C669FE8-790C-F374-A087-8023B7BA1E00}"/>
                    </a:ext>
                  </a:extLst>
                </p14:cNvPr>
                <p14:cNvContentPartPr/>
                <p14:nvPr/>
              </p14:nvContentPartPr>
              <p14:xfrm>
                <a:off x="7006418" y="3844080"/>
                <a:ext cx="2013120" cy="2220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C669FE8-790C-F374-A087-8023B7BA1E0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00298" y="3837960"/>
                  <a:ext cx="2025360" cy="22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32F480E-C656-4990-B271-66308BDB67CC}"/>
                    </a:ext>
                  </a:extLst>
                </p14:cNvPr>
                <p14:cNvContentPartPr/>
                <p14:nvPr/>
              </p14:nvContentPartPr>
              <p14:xfrm>
                <a:off x="7789778" y="6363360"/>
                <a:ext cx="190440" cy="415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32F480E-C656-4990-B271-66308BDB67C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783658" y="6357240"/>
                  <a:ext cx="20268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62EB93D-E276-D666-A118-5C3BA1D479BB}"/>
                    </a:ext>
                  </a:extLst>
                </p14:cNvPr>
                <p14:cNvContentPartPr/>
                <p14:nvPr/>
              </p14:nvContentPartPr>
              <p14:xfrm>
                <a:off x="8106938" y="6183000"/>
                <a:ext cx="130680" cy="231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62EB93D-E276-D666-A118-5C3BA1D479B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00818" y="6176880"/>
                  <a:ext cx="142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0AA7629-456F-6A7C-D813-8F8430119D34}"/>
                    </a:ext>
                  </a:extLst>
                </p14:cNvPr>
                <p14:cNvContentPartPr/>
                <p14:nvPr/>
              </p14:nvContentPartPr>
              <p14:xfrm>
                <a:off x="8041418" y="6274440"/>
                <a:ext cx="12312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0AA7629-456F-6A7C-D813-8F8430119D3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35298" y="6268320"/>
                  <a:ext cx="135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B1EA8E0-16B1-49A8-D93F-33CF4C6D2B87}"/>
                    </a:ext>
                  </a:extLst>
                </p14:cNvPr>
                <p14:cNvContentPartPr/>
                <p14:nvPr/>
              </p14:nvContentPartPr>
              <p14:xfrm>
                <a:off x="7851698" y="3876840"/>
                <a:ext cx="182160" cy="2242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B1EA8E0-16B1-49A8-D93F-33CF4C6D2B8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45578" y="3870720"/>
                  <a:ext cx="194400" cy="225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7825413-D908-473E-00BD-9110CEE412B7}"/>
                  </a:ext>
                </a:extLst>
              </p14:cNvPr>
              <p14:cNvContentPartPr/>
              <p14:nvPr/>
            </p14:nvContentPartPr>
            <p14:xfrm>
              <a:off x="6753698" y="4885560"/>
              <a:ext cx="34308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7825413-D908-473E-00BD-9110CEE412B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747578" y="4879440"/>
                <a:ext cx="35532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9587CAD1-C27C-4FA4-CCD9-3CD01CBAC07E}"/>
              </a:ext>
            </a:extLst>
          </p:cNvPr>
          <p:cNvGrpSpPr/>
          <p:nvPr/>
        </p:nvGrpSpPr>
        <p:grpSpPr>
          <a:xfrm>
            <a:off x="6405218" y="4200120"/>
            <a:ext cx="533160" cy="378360"/>
            <a:chOff x="6405218" y="4200120"/>
            <a:chExt cx="53316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7FB65D5-3830-5BC3-A973-1DBB850FD5D2}"/>
                    </a:ext>
                  </a:extLst>
                </p14:cNvPr>
                <p14:cNvContentPartPr/>
                <p14:nvPr/>
              </p14:nvContentPartPr>
              <p14:xfrm>
                <a:off x="6405218" y="4200120"/>
                <a:ext cx="113400" cy="279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7FB65D5-3830-5BC3-A973-1DBB850FD5D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399098" y="4194000"/>
                  <a:ext cx="1256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85EF896-F7DB-9AE5-BEF0-F2323F6640D1}"/>
                    </a:ext>
                  </a:extLst>
                </p14:cNvPr>
                <p14:cNvContentPartPr/>
                <p14:nvPr/>
              </p14:nvContentPartPr>
              <p14:xfrm>
                <a:off x="6497018" y="4389120"/>
                <a:ext cx="88200" cy="72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85EF896-F7DB-9AE5-BEF0-F2323F6640D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490898" y="4383000"/>
                  <a:ext cx="1004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357202F-FCCE-0B94-521C-CBC002BF1C51}"/>
                    </a:ext>
                  </a:extLst>
                </p14:cNvPr>
                <p14:cNvContentPartPr/>
                <p14:nvPr/>
              </p14:nvContentPartPr>
              <p14:xfrm>
                <a:off x="6705818" y="4297320"/>
                <a:ext cx="104400" cy="224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357202F-FCCE-0B94-521C-CBC002BF1C5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699698" y="4291200"/>
                  <a:ext cx="1166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836D9B9-CFFC-6FD9-9B07-F918B2711598}"/>
                    </a:ext>
                  </a:extLst>
                </p14:cNvPr>
                <p14:cNvContentPartPr/>
                <p14:nvPr/>
              </p14:nvContentPartPr>
              <p14:xfrm>
                <a:off x="6675218" y="4423680"/>
                <a:ext cx="12420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836D9B9-CFFC-6FD9-9B07-F918B271159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669098" y="4417560"/>
                  <a:ext cx="136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24D2A4F-C4BE-B07B-E4F8-AEC73B2AA72A}"/>
                    </a:ext>
                  </a:extLst>
                </p14:cNvPr>
                <p14:cNvContentPartPr/>
                <p14:nvPr/>
              </p14:nvContentPartPr>
              <p14:xfrm>
                <a:off x="6869978" y="4327200"/>
                <a:ext cx="360" cy="251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24D2A4F-C4BE-B07B-E4F8-AEC73B2AA72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863858" y="4321080"/>
                  <a:ext cx="126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9B04C8E-7CA2-7948-C1C8-711C40A6AC97}"/>
                    </a:ext>
                  </a:extLst>
                </p14:cNvPr>
                <p14:cNvContentPartPr/>
                <p14:nvPr/>
              </p14:nvContentPartPr>
              <p14:xfrm>
                <a:off x="6830018" y="4428720"/>
                <a:ext cx="108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9B04C8E-7CA2-7948-C1C8-711C40A6AC9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823898" y="4422600"/>
                  <a:ext cx="120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CACD4D8-5685-F3A4-E3C1-F30EA67E2CD6}"/>
              </a:ext>
            </a:extLst>
          </p:cNvPr>
          <p:cNvGrpSpPr/>
          <p:nvPr/>
        </p:nvGrpSpPr>
        <p:grpSpPr>
          <a:xfrm>
            <a:off x="6134498" y="5306040"/>
            <a:ext cx="547560" cy="746640"/>
            <a:chOff x="6134498" y="5306040"/>
            <a:chExt cx="547560" cy="74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E679DD6-C2BC-66BB-8E74-A247EF212798}"/>
                    </a:ext>
                  </a:extLst>
                </p14:cNvPr>
                <p14:cNvContentPartPr/>
                <p14:nvPr/>
              </p14:nvContentPartPr>
              <p14:xfrm>
                <a:off x="6134498" y="5306040"/>
                <a:ext cx="163440" cy="378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E679DD6-C2BC-66BB-8E74-A247EF21279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28378" y="5299920"/>
                  <a:ext cx="17568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A0A73CB-682B-5BF3-252C-737750B80C62}"/>
                    </a:ext>
                  </a:extLst>
                </p14:cNvPr>
                <p14:cNvContentPartPr/>
                <p14:nvPr/>
              </p14:nvContentPartPr>
              <p14:xfrm>
                <a:off x="6313778" y="5578560"/>
                <a:ext cx="360" cy="50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A0A73CB-682B-5BF3-252C-737750B80C6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07658" y="5572440"/>
                  <a:ext cx="126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CB88061-83ED-3308-C606-8A9B79B784D2}"/>
                    </a:ext>
                  </a:extLst>
                </p14:cNvPr>
                <p14:cNvContentPartPr/>
                <p14:nvPr/>
              </p14:nvContentPartPr>
              <p14:xfrm>
                <a:off x="6313778" y="5433840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CB88061-83ED-3308-C606-8A9B79B784D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307658" y="54277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8CFBF03-F9AF-F515-7A73-F954CB066F41}"/>
                    </a:ext>
                  </a:extLst>
                </p14:cNvPr>
                <p14:cNvContentPartPr/>
                <p14:nvPr/>
              </p14:nvContentPartPr>
              <p14:xfrm>
                <a:off x="6276698" y="5641200"/>
                <a:ext cx="157680" cy="411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8CFBF03-F9AF-F515-7A73-F954CB066F4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270578" y="5635080"/>
                  <a:ext cx="16992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1DDC24F-CA6E-01ED-43C6-0B4CEE3A03B3}"/>
                    </a:ext>
                  </a:extLst>
                </p14:cNvPr>
                <p14:cNvContentPartPr/>
                <p14:nvPr/>
              </p14:nvContentPartPr>
              <p14:xfrm>
                <a:off x="6490898" y="5448600"/>
                <a:ext cx="75960" cy="389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1DDC24F-CA6E-01ED-43C6-0B4CEE3A03B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484778" y="5442480"/>
                  <a:ext cx="8820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F34C7CC-DA6A-D6DC-F2A9-4983ECB6C960}"/>
                    </a:ext>
                  </a:extLst>
                </p14:cNvPr>
                <p14:cNvContentPartPr/>
                <p14:nvPr/>
              </p14:nvContentPartPr>
              <p14:xfrm>
                <a:off x="6597458" y="5405400"/>
                <a:ext cx="360" cy="396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F34C7CC-DA6A-D6DC-F2A9-4983ECB6C96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591338" y="5399280"/>
                  <a:ext cx="126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A4489E5-56C7-8B0E-CDD1-626C69BCF75B}"/>
                    </a:ext>
                  </a:extLst>
                </p14:cNvPr>
                <p14:cNvContentPartPr/>
                <p14:nvPr/>
              </p14:nvContentPartPr>
              <p14:xfrm>
                <a:off x="6581258" y="5607000"/>
                <a:ext cx="10080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A4489E5-56C7-8B0E-CDD1-626C69BCF75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575138" y="5600880"/>
                  <a:ext cx="11304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61ACED2-EE3E-0DD5-B63F-275017CCC4D4}"/>
              </a:ext>
            </a:extLst>
          </p:cNvPr>
          <p:cNvGrpSpPr/>
          <p:nvPr/>
        </p:nvGrpSpPr>
        <p:grpSpPr>
          <a:xfrm>
            <a:off x="7863578" y="3927960"/>
            <a:ext cx="171360" cy="959400"/>
            <a:chOff x="7863578" y="3927960"/>
            <a:chExt cx="171360" cy="95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7A47A96-4542-77E2-F37E-2F9B4E54C820}"/>
                    </a:ext>
                  </a:extLst>
                </p14:cNvPr>
                <p14:cNvContentPartPr/>
                <p14:nvPr/>
              </p14:nvContentPartPr>
              <p14:xfrm>
                <a:off x="7874018" y="3927960"/>
                <a:ext cx="98640" cy="137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7A47A96-4542-77E2-F37E-2F9B4E54C82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867898" y="3921840"/>
                  <a:ext cx="110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66182FB-09A0-B490-9870-44C627648389}"/>
                    </a:ext>
                  </a:extLst>
                </p14:cNvPr>
                <p14:cNvContentPartPr/>
                <p14:nvPr/>
              </p14:nvContentPartPr>
              <p14:xfrm>
                <a:off x="7863578" y="4087080"/>
                <a:ext cx="115920" cy="177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66182FB-09A0-B490-9870-44C62764838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857458" y="4080960"/>
                  <a:ext cx="1281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806EFE2-AB8C-4EA2-F5C1-17CD969E5616}"/>
                    </a:ext>
                  </a:extLst>
                </p14:cNvPr>
                <p14:cNvContentPartPr/>
                <p14:nvPr/>
              </p14:nvContentPartPr>
              <p14:xfrm>
                <a:off x="7939898" y="4262040"/>
                <a:ext cx="88560" cy="323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806EFE2-AB8C-4EA2-F5C1-17CD969E561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933778" y="4255920"/>
                  <a:ext cx="1008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154C68A-10C9-0839-A653-D76A74D714C6}"/>
                    </a:ext>
                  </a:extLst>
                </p14:cNvPr>
                <p14:cNvContentPartPr/>
                <p14:nvPr/>
              </p14:nvContentPartPr>
              <p14:xfrm>
                <a:off x="7949978" y="4639680"/>
                <a:ext cx="84960" cy="70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154C68A-10C9-0839-A653-D76A74D714C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943858" y="4633560"/>
                  <a:ext cx="972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F86ABEF-DF4F-460B-3B37-C1892D68C1C8}"/>
                    </a:ext>
                  </a:extLst>
                </p14:cNvPr>
                <p14:cNvContentPartPr/>
                <p14:nvPr/>
              </p14:nvContentPartPr>
              <p14:xfrm>
                <a:off x="7887338" y="4821120"/>
                <a:ext cx="60120" cy="66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F86ABEF-DF4F-460B-3B37-C1892D68C1C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881218" y="4815000"/>
                  <a:ext cx="7236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8788CD4-59F5-6B31-FC48-6F266EE7EC6D}"/>
              </a:ext>
            </a:extLst>
          </p:cNvPr>
          <p:cNvGrpSpPr/>
          <p:nvPr/>
        </p:nvGrpSpPr>
        <p:grpSpPr>
          <a:xfrm>
            <a:off x="8437418" y="5047560"/>
            <a:ext cx="231840" cy="1068120"/>
            <a:chOff x="8437418" y="5047560"/>
            <a:chExt cx="231840" cy="10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45F5428-9DFC-CD7C-650D-31EB6685CC79}"/>
                    </a:ext>
                  </a:extLst>
                </p14:cNvPr>
                <p14:cNvContentPartPr/>
                <p14:nvPr/>
              </p14:nvContentPartPr>
              <p14:xfrm>
                <a:off x="8505458" y="5049360"/>
                <a:ext cx="14040" cy="65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45F5428-9DFC-CD7C-650D-31EB6685CC7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499338" y="5043240"/>
                  <a:ext cx="262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58B0D24-179A-F1CC-F03C-4B77DA7DA0E2}"/>
                    </a:ext>
                  </a:extLst>
                </p14:cNvPr>
                <p14:cNvContentPartPr/>
                <p14:nvPr/>
              </p14:nvContentPartPr>
              <p14:xfrm>
                <a:off x="8523818" y="5047560"/>
                <a:ext cx="104760" cy="160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58B0D24-179A-F1CC-F03C-4B77DA7DA0E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517698" y="5041440"/>
                  <a:ext cx="1170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6EF71DF-5447-36CE-BEF4-A9CB7D97F024}"/>
                    </a:ext>
                  </a:extLst>
                </p14:cNvPr>
                <p14:cNvContentPartPr/>
                <p14:nvPr/>
              </p14:nvContentPartPr>
              <p14:xfrm>
                <a:off x="8452898" y="5219640"/>
                <a:ext cx="216360" cy="300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6EF71DF-5447-36CE-BEF4-A9CB7D97F02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446778" y="5213520"/>
                  <a:ext cx="2286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207A3B3-3634-A0C7-289C-CF1FA18D0C96}"/>
                    </a:ext>
                  </a:extLst>
                </p14:cNvPr>
                <p14:cNvContentPartPr/>
                <p14:nvPr/>
              </p14:nvContentPartPr>
              <p14:xfrm>
                <a:off x="8437418" y="5495400"/>
                <a:ext cx="173880" cy="324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207A3B3-3634-A0C7-289C-CF1FA18D0C9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431298" y="5489280"/>
                  <a:ext cx="1861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A1DC085-B249-902C-7FEA-7E5E9E99737A}"/>
                    </a:ext>
                  </a:extLst>
                </p14:cNvPr>
                <p14:cNvContentPartPr/>
                <p14:nvPr/>
              </p14:nvContentPartPr>
              <p14:xfrm>
                <a:off x="8472698" y="5877360"/>
                <a:ext cx="90360" cy="238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A1DC085-B249-902C-7FEA-7E5E9E99737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466578" y="5871240"/>
                  <a:ext cx="102600" cy="250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520990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EFB55-7787-482A-C870-793D9F416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909EF-5000-C938-916C-57BD0F24D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21" y="153534"/>
            <a:ext cx="11622437" cy="1325563"/>
          </a:xfrm>
        </p:spPr>
        <p:txBody>
          <a:bodyPr/>
          <a:lstStyle/>
          <a:p>
            <a:r>
              <a:rPr lang="en-US" dirty="0"/>
              <a:t>Deriving a random walk-based distance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9EF1953-A3E2-6EBE-1152-F65DD9A69073}"/>
              </a:ext>
            </a:extLst>
          </p:cNvPr>
          <p:cNvSpPr txBox="1"/>
          <p:nvPr/>
        </p:nvSpPr>
        <p:spPr>
          <a:xfrm>
            <a:off x="2503624" y="1835048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C00000"/>
                </a:solidFill>
              </a:rPr>
              <a:t>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4A27A17-3ED3-5939-F27B-A87528DAD4B3}"/>
              </a:ext>
            </a:extLst>
          </p:cNvPr>
          <p:cNvGrpSpPr/>
          <p:nvPr/>
        </p:nvGrpSpPr>
        <p:grpSpPr>
          <a:xfrm>
            <a:off x="607735" y="1442288"/>
            <a:ext cx="5422680" cy="2680200"/>
            <a:chOff x="629359" y="3907678"/>
            <a:chExt cx="5422680" cy="268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86351E0-ABE1-8B83-8EA3-4DC4FD508758}"/>
                    </a:ext>
                  </a:extLst>
                </p14:cNvPr>
                <p14:cNvContentPartPr/>
                <p14:nvPr/>
              </p14:nvContentPartPr>
              <p14:xfrm>
                <a:off x="2444479" y="4928998"/>
                <a:ext cx="340200" cy="327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3C8D0BC-91F2-3844-C69D-F78C687A8A6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38359" y="4922878"/>
                  <a:ext cx="3524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742AAB1-E15C-F93E-B55F-C91B0774A523}"/>
                    </a:ext>
                  </a:extLst>
                </p14:cNvPr>
                <p14:cNvContentPartPr/>
                <p14:nvPr/>
              </p14:nvContentPartPr>
              <p14:xfrm>
                <a:off x="2908879" y="5092078"/>
                <a:ext cx="890280" cy="5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38AE839-CDA2-77E6-1100-F215E4B507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02759" y="5085958"/>
                  <a:ext cx="9025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30BE387-7BCF-2482-B873-3E8659F70F4E}"/>
                    </a:ext>
                  </a:extLst>
                </p14:cNvPr>
                <p14:cNvContentPartPr/>
                <p14:nvPr/>
              </p14:nvContentPartPr>
              <p14:xfrm>
                <a:off x="3933439" y="4905958"/>
                <a:ext cx="214200" cy="299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BD268BC-5DA7-EB71-DDE1-D39CED9B3BE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27319" y="4899838"/>
                  <a:ext cx="226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D25CA94-6C11-3D21-BF96-1D6FD536A167}"/>
                    </a:ext>
                  </a:extLst>
                </p14:cNvPr>
                <p14:cNvContentPartPr/>
                <p14:nvPr/>
              </p14:nvContentPartPr>
              <p14:xfrm>
                <a:off x="1156759" y="4151398"/>
                <a:ext cx="245880" cy="389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D27B7F1-63FB-884C-AC28-7D0B468694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0639" y="4145278"/>
                  <a:ext cx="25812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8F278A1-37AE-FFF7-8FB9-B9B696DA5EBF}"/>
                    </a:ext>
                  </a:extLst>
                </p14:cNvPr>
                <p14:cNvContentPartPr/>
                <p14:nvPr/>
              </p14:nvContentPartPr>
              <p14:xfrm>
                <a:off x="629359" y="5176678"/>
                <a:ext cx="220680" cy="273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D95FF0E-549F-3ABA-8CEA-B91EC8DC04F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239" y="5170558"/>
                  <a:ext cx="232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3066195-FE3C-47F0-E9F9-77EC397914F6}"/>
                    </a:ext>
                  </a:extLst>
                </p14:cNvPr>
                <p14:cNvContentPartPr/>
                <p14:nvPr/>
              </p14:nvContentPartPr>
              <p14:xfrm>
                <a:off x="817999" y="6098638"/>
                <a:ext cx="273240" cy="292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E1AE97-1FEA-7AD8-F239-8D21BFFB1A0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1879" y="6092518"/>
                  <a:ext cx="2854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345E60D-A231-E4E8-6FF6-733D4AC86B7F}"/>
                    </a:ext>
                  </a:extLst>
                </p14:cNvPr>
                <p14:cNvContentPartPr/>
                <p14:nvPr/>
              </p14:nvContentPartPr>
              <p14:xfrm>
                <a:off x="1834279" y="6189358"/>
                <a:ext cx="287640" cy="398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DC3C5D2-414C-D498-F1E2-CFDB2D38EAD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28159" y="6183238"/>
                  <a:ext cx="2998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E6A7B8F-2E2A-A73B-249F-E78FFA670D3B}"/>
                    </a:ext>
                  </a:extLst>
                </p14:cNvPr>
                <p14:cNvContentPartPr/>
                <p14:nvPr/>
              </p14:nvContentPartPr>
              <p14:xfrm>
                <a:off x="2374279" y="5647198"/>
                <a:ext cx="126720" cy="307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17D1662-3DA2-0997-FCD4-D561C663E3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68159" y="5641078"/>
                  <a:ext cx="1389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BB8553C-CAC9-2935-6F2A-6994D2E608CB}"/>
                    </a:ext>
                  </a:extLst>
                </p14:cNvPr>
                <p14:cNvContentPartPr/>
                <p14:nvPr/>
              </p14:nvContentPartPr>
              <p14:xfrm>
                <a:off x="1457359" y="4534798"/>
                <a:ext cx="828720" cy="508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C4FD105-D0FA-F442-E13F-27E226B00AB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51239" y="4528678"/>
                  <a:ext cx="84096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2A4192D-B256-AEBB-3D7F-46935D2A375A}"/>
                    </a:ext>
                  </a:extLst>
                </p14:cNvPr>
                <p14:cNvContentPartPr/>
                <p14:nvPr/>
              </p14:nvContentPartPr>
              <p14:xfrm>
                <a:off x="2560399" y="5502118"/>
                <a:ext cx="360" cy="171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7DA649-3625-6467-66E2-4FD502EAC6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54279" y="5495998"/>
                  <a:ext cx="12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B26C86B-1B8F-5B0A-75DD-169B51D840A8}"/>
                    </a:ext>
                  </a:extLst>
                </p14:cNvPr>
                <p14:cNvContentPartPr/>
                <p14:nvPr/>
              </p14:nvContentPartPr>
              <p14:xfrm>
                <a:off x="2208319" y="6143278"/>
                <a:ext cx="164160" cy="83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7262E8F-A69A-844E-521F-F6378E1B38D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02199" y="6137158"/>
                  <a:ext cx="1764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80034B2-2930-0AA9-8149-B056CA97BD03}"/>
                    </a:ext>
                  </a:extLst>
                </p14:cNvPr>
                <p14:cNvContentPartPr/>
                <p14:nvPr/>
              </p14:nvContentPartPr>
              <p14:xfrm>
                <a:off x="1345039" y="6255598"/>
                <a:ext cx="476640" cy="31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163C150-F426-832F-EDDD-9B274E0237F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38919" y="6249478"/>
                  <a:ext cx="488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1183EA6-D35C-CAB8-7248-34D5E2D543A5}"/>
                    </a:ext>
                  </a:extLst>
                </p14:cNvPr>
                <p14:cNvContentPartPr/>
                <p14:nvPr/>
              </p14:nvContentPartPr>
              <p14:xfrm>
                <a:off x="779839" y="5579158"/>
                <a:ext cx="360" cy="298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D0D31A4-BF89-80C2-1520-E7BF65F53D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3719" y="5573038"/>
                  <a:ext cx="126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6B93778-96C0-8171-BA3E-BCDE5E7E9260}"/>
                    </a:ext>
                  </a:extLst>
                </p14:cNvPr>
                <p14:cNvContentPartPr/>
                <p14:nvPr/>
              </p14:nvContentPartPr>
              <p14:xfrm>
                <a:off x="855799" y="4812718"/>
                <a:ext cx="268560" cy="279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B9BE93A-7E34-113B-24F5-09B1620E08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9679" y="4806598"/>
                  <a:ext cx="280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99F9AD0-8C72-B901-2EBF-1097458C4970}"/>
                    </a:ext>
                  </a:extLst>
                </p14:cNvPr>
                <p14:cNvContentPartPr/>
                <p14:nvPr/>
              </p14:nvContentPartPr>
              <p14:xfrm>
                <a:off x="994399" y="5428678"/>
                <a:ext cx="658800" cy="632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544CE9B-9ED1-5ED2-A4FA-769F8F4FCCB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8279" y="5422558"/>
                  <a:ext cx="67104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9637F95-734A-9F63-D90C-76CA979176DD}"/>
                    </a:ext>
                  </a:extLst>
                </p14:cNvPr>
                <p14:cNvContentPartPr/>
                <p14:nvPr/>
              </p14:nvContentPartPr>
              <p14:xfrm>
                <a:off x="1192399" y="5283598"/>
                <a:ext cx="1157760" cy="425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D6D5AC1-5555-9510-1370-FDBDAD19DDD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86279" y="5277478"/>
                  <a:ext cx="11700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4276760-DE30-CB6E-2ED2-212DCAF810A3}"/>
                    </a:ext>
                  </a:extLst>
                </p14:cNvPr>
                <p14:cNvContentPartPr/>
                <p14:nvPr/>
              </p14:nvContentPartPr>
              <p14:xfrm>
                <a:off x="1254319" y="5117638"/>
                <a:ext cx="1037160" cy="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0A0A0E3-BA59-D890-57A3-38194812A15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48199" y="5111518"/>
                  <a:ext cx="1049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6B12163-78EF-3B6A-0757-AE617DC5543E}"/>
                    </a:ext>
                  </a:extLst>
                </p14:cNvPr>
                <p14:cNvContentPartPr/>
                <p14:nvPr/>
              </p14:nvContentPartPr>
              <p14:xfrm>
                <a:off x="1298959" y="4655398"/>
                <a:ext cx="14400" cy="1332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D38E0C-46D2-4972-713F-4B7289ACCF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92839" y="4649278"/>
                  <a:ext cx="26640" cy="13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0D10655-7A8D-B4CA-DFD5-CD9F617646D0}"/>
                    </a:ext>
                  </a:extLst>
                </p14:cNvPr>
                <p14:cNvContentPartPr/>
                <p14:nvPr/>
              </p14:nvContentPartPr>
              <p14:xfrm>
                <a:off x="1544839" y="4940878"/>
                <a:ext cx="213120" cy="1337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768F70C-53CC-8E2D-132C-3AFA67E3941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38719" y="4934758"/>
                  <a:ext cx="225360" cy="13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39E2FCF-D65C-4D59-4A3B-8F2C40C1E8D2}"/>
                    </a:ext>
                  </a:extLst>
                </p14:cNvPr>
                <p14:cNvContentPartPr/>
                <p14:nvPr/>
              </p14:nvContentPartPr>
              <p14:xfrm>
                <a:off x="1716919" y="5009638"/>
                <a:ext cx="660960" cy="572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FA3DCEB-F86E-04C3-E485-7605D5F2430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10799" y="5003518"/>
                  <a:ext cx="67320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EF7987B-7F76-BF01-B032-E88ADBE1C6A8}"/>
                    </a:ext>
                  </a:extLst>
                </p14:cNvPr>
                <p14:cNvContentPartPr/>
                <p14:nvPr/>
              </p14:nvContentPartPr>
              <p14:xfrm>
                <a:off x="1014559" y="5251198"/>
                <a:ext cx="1172520" cy="766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BB00413-5EC1-2258-D1F3-299359EF03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8439" y="5245078"/>
                  <a:ext cx="1184760" cy="77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845DF5E-FB39-F4F3-2888-2E4F3145F88F}"/>
                    </a:ext>
                  </a:extLst>
                </p14:cNvPr>
                <p14:cNvContentPartPr/>
                <p14:nvPr/>
              </p14:nvContentPartPr>
              <p14:xfrm>
                <a:off x="1032199" y="5024398"/>
                <a:ext cx="135720" cy="996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5FD9031-42AE-3E12-F10C-0303A789D1E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6079" y="5018278"/>
                  <a:ext cx="147960" cy="10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C11CD23-B5EF-69F2-8CC7-9D589D42EA7A}"/>
                    </a:ext>
                  </a:extLst>
                </p14:cNvPr>
                <p14:cNvContentPartPr/>
                <p14:nvPr/>
              </p14:nvContentPartPr>
              <p14:xfrm>
                <a:off x="4816159" y="3907678"/>
                <a:ext cx="223560" cy="211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9435C8C-5D3C-CC9F-6C5C-DB23099298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10039" y="3901558"/>
                  <a:ext cx="235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00E67A9-47FE-357D-5776-93303F6CAA34}"/>
                    </a:ext>
                  </a:extLst>
                </p14:cNvPr>
                <p14:cNvContentPartPr/>
                <p14:nvPr/>
              </p14:nvContentPartPr>
              <p14:xfrm>
                <a:off x="5638039" y="4424278"/>
                <a:ext cx="185400" cy="221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75651DA-3451-AA50-1DEF-63BE175A669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31919" y="4418158"/>
                  <a:ext cx="1976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50F3C7D-75BC-DA85-DC2F-5800A5E222C4}"/>
                    </a:ext>
                  </a:extLst>
                </p14:cNvPr>
                <p14:cNvContentPartPr/>
                <p14:nvPr/>
              </p14:nvContentPartPr>
              <p14:xfrm>
                <a:off x="5831719" y="5423638"/>
                <a:ext cx="220320" cy="219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0F3059E-7332-6FB8-59F7-C0026D580F3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25599" y="5417518"/>
                  <a:ext cx="232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C712049-A1A5-2DB8-C63A-C049AC6A2B19}"/>
                    </a:ext>
                  </a:extLst>
                </p14:cNvPr>
                <p14:cNvContentPartPr/>
                <p14:nvPr/>
              </p14:nvContentPartPr>
              <p14:xfrm>
                <a:off x="5280559" y="6140398"/>
                <a:ext cx="250920" cy="261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907E5D4-9034-9626-1366-89A1A91FBE1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74439" y="6134278"/>
                  <a:ext cx="2631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289C98D-4949-3919-9F6B-25472D160076}"/>
                    </a:ext>
                  </a:extLst>
                </p14:cNvPr>
                <p14:cNvContentPartPr/>
                <p14:nvPr/>
              </p14:nvContentPartPr>
              <p14:xfrm>
                <a:off x="4322599" y="5899198"/>
                <a:ext cx="268920" cy="417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C04006B-5101-554E-0325-E540936D78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16479" y="5893078"/>
                  <a:ext cx="2811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DB6BE64-84DB-3DEB-97EE-1F460AC13C4E}"/>
                    </a:ext>
                  </a:extLst>
                </p14:cNvPr>
                <p14:cNvContentPartPr/>
                <p14:nvPr/>
              </p14:nvContentPartPr>
              <p14:xfrm>
                <a:off x="4120279" y="5404918"/>
                <a:ext cx="181800" cy="520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DEEB4D0-1996-B948-DABB-EA6D34C031A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14159" y="5398798"/>
                  <a:ext cx="19404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3BE81EA-FCB5-624C-4B68-816A5C37D305}"/>
                    </a:ext>
                  </a:extLst>
                </p14:cNvPr>
                <p14:cNvContentPartPr/>
                <p14:nvPr/>
              </p14:nvContentPartPr>
              <p14:xfrm>
                <a:off x="4239079" y="4242838"/>
                <a:ext cx="494640" cy="478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F5F017B-53E4-3BD3-A52A-46F35C0E3BB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32959" y="4236718"/>
                  <a:ext cx="5068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64DE307-64D8-B9C8-A00D-2A2404DD9B77}"/>
                    </a:ext>
                  </a:extLst>
                </p14:cNvPr>
                <p14:cNvContentPartPr/>
                <p14:nvPr/>
              </p14:nvContentPartPr>
              <p14:xfrm>
                <a:off x="5094439" y="4300438"/>
                <a:ext cx="321480" cy="191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51369E5-77E1-F396-9177-E2B8224F977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88319" y="4294318"/>
                  <a:ext cx="333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4E55122-58B2-03F3-5E18-BEB40C2BCBAF}"/>
                    </a:ext>
                  </a:extLst>
                </p14:cNvPr>
                <p14:cNvContentPartPr/>
                <p14:nvPr/>
              </p14:nvContentPartPr>
              <p14:xfrm>
                <a:off x="5730919" y="4878958"/>
                <a:ext cx="72000" cy="402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31CFFDF-BDE1-4AE1-4E27-35C032707CD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24799" y="4872838"/>
                  <a:ext cx="842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3E305B1-D525-E936-3602-57B50C1BA2B3}"/>
                    </a:ext>
                  </a:extLst>
                </p14:cNvPr>
                <p14:cNvContentPartPr/>
                <p14:nvPr/>
              </p14:nvContentPartPr>
              <p14:xfrm>
                <a:off x="5595559" y="5790478"/>
                <a:ext cx="167760" cy="332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E6F2024-06CF-EBEC-DE58-905C04402AD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89439" y="5784358"/>
                  <a:ext cx="1800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2903394-283E-BA8B-0720-374EEAE88B1A}"/>
                    </a:ext>
                  </a:extLst>
                </p14:cNvPr>
                <p14:cNvContentPartPr/>
                <p14:nvPr/>
              </p14:nvContentPartPr>
              <p14:xfrm>
                <a:off x="4828759" y="6282238"/>
                <a:ext cx="339840" cy="4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22A5244-8317-8493-6549-207B7C6768D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22639" y="6276118"/>
                  <a:ext cx="3520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6FE2B25-7E13-741D-8456-8F0629D33987}"/>
                    </a:ext>
                  </a:extLst>
                </p14:cNvPr>
                <p14:cNvContentPartPr/>
                <p14:nvPr/>
              </p14:nvContentPartPr>
              <p14:xfrm>
                <a:off x="4385959" y="5169838"/>
                <a:ext cx="950040" cy="319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4EE77E5-08C9-FAB7-382C-A817F0465C2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79839" y="5163718"/>
                  <a:ext cx="9622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58946DC-CCFF-3F06-E697-28FDECB1EEC0}"/>
                    </a:ext>
                  </a:extLst>
                </p14:cNvPr>
                <p14:cNvContentPartPr/>
                <p14:nvPr/>
              </p14:nvContentPartPr>
              <p14:xfrm>
                <a:off x="4636519" y="5838718"/>
                <a:ext cx="817920" cy="155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56B88ED-7EA7-64A6-D27F-CE1880EB1D1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30399" y="5832598"/>
                  <a:ext cx="830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4D1FC13-0BBE-A55C-DDC1-D3B18DADFDF6}"/>
                    </a:ext>
                  </a:extLst>
                </p14:cNvPr>
                <p14:cNvContentPartPr/>
                <p14:nvPr/>
              </p14:nvContentPartPr>
              <p14:xfrm>
                <a:off x="4948279" y="4427158"/>
                <a:ext cx="139320" cy="1631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9180F6F-3F32-1306-4DD6-703C5580D9D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42159" y="4421038"/>
                  <a:ext cx="151560" cy="16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E4D4028-04C3-8C5C-78CE-8B718D3AED9E}"/>
                    </a:ext>
                  </a:extLst>
                </p14:cNvPr>
                <p14:cNvContentPartPr/>
                <p14:nvPr/>
              </p14:nvContentPartPr>
              <p14:xfrm>
                <a:off x="4492879" y="4644958"/>
                <a:ext cx="966960" cy="1063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8959768-2AEE-2731-9684-BEA1078B82D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486759" y="4638838"/>
                  <a:ext cx="979200" cy="10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99D9642-4DE2-F27F-243D-DCD11EEFA8C5}"/>
                    </a:ext>
                  </a:extLst>
                </p14:cNvPr>
                <p14:cNvContentPartPr/>
                <p14:nvPr/>
              </p14:nvContentPartPr>
              <p14:xfrm>
                <a:off x="5095519" y="4484038"/>
                <a:ext cx="479880" cy="1061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D922454-6F89-7072-7B7B-EB4DADCE72D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89399" y="4477918"/>
                  <a:ext cx="492120" cy="10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B112E1D-20CC-40C6-804C-ED324EF64691}"/>
                    </a:ext>
                  </a:extLst>
                </p14:cNvPr>
                <p14:cNvContentPartPr/>
                <p14:nvPr/>
              </p14:nvContentPartPr>
              <p14:xfrm>
                <a:off x="4443199" y="4757638"/>
                <a:ext cx="914040" cy="144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A702E83-E027-A049-BC5D-C3A4F3ABF8C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37079" y="4751518"/>
                  <a:ext cx="926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215420C-7885-5AC2-49A9-EDFE499834F8}"/>
                    </a:ext>
                  </a:extLst>
                </p14:cNvPr>
                <p14:cNvContentPartPr/>
                <p14:nvPr/>
              </p14:nvContentPartPr>
              <p14:xfrm>
                <a:off x="5128999" y="5665918"/>
                <a:ext cx="490680" cy="345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EC3500D-FD30-EDB1-312A-F53C3C0A4DC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22879" y="5659798"/>
                  <a:ext cx="5029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C4566CC-5185-E5AC-7571-75936A1EA7CF}"/>
                    </a:ext>
                  </a:extLst>
                </p14:cNvPr>
                <p14:cNvContentPartPr/>
                <p14:nvPr/>
              </p14:nvContentPartPr>
              <p14:xfrm>
                <a:off x="4644079" y="4856998"/>
                <a:ext cx="987840" cy="992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FC0DF84-D884-C5A8-C915-C1E3F2BBB8C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37959" y="4850878"/>
                  <a:ext cx="1000080" cy="1004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73B732BF-D0B6-2F3C-24B4-2E3D561ADDCA}"/>
              </a:ext>
            </a:extLst>
          </p:cNvPr>
          <p:cNvSpPr txBox="1"/>
          <p:nvPr/>
        </p:nvSpPr>
        <p:spPr>
          <a:xfrm>
            <a:off x="3641841" y="1835048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B050"/>
                </a:solidFill>
              </a:rPr>
              <a:t>B</a:t>
            </a:r>
          </a:p>
        </p:txBody>
      </p:sp>
      <p:pic>
        <p:nvPicPr>
          <p:cNvPr id="92" name="Picture 4" descr="man">
            <a:extLst>
              <a:ext uri="{FF2B5EF4-FFF2-40B4-BE49-F238E27FC236}">
                <a16:creationId xmlns:a16="http://schemas.microsoft.com/office/drawing/2014/main" id="{4015D619-64D2-5F2A-8B3F-ADC0A9AEC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2625" y="2821451"/>
            <a:ext cx="501099" cy="708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19929082-43AF-7FA9-F935-10C8F29F3CFD}"/>
              </a:ext>
            </a:extLst>
          </p:cNvPr>
          <p:cNvSpPr txBox="1"/>
          <p:nvPr/>
        </p:nvSpPr>
        <p:spPr>
          <a:xfrm>
            <a:off x="6456993" y="1259801"/>
            <a:ext cx="56161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C00000"/>
                </a:solidFill>
              </a:rPr>
              <a:t>If you start a random walk at A, </a:t>
            </a:r>
            <a:r>
              <a:rPr lang="en-US" sz="2500" u="sng" dirty="0">
                <a:solidFill>
                  <a:srgbClr val="C00000"/>
                </a:solidFill>
              </a:rPr>
              <a:t>after t steps</a:t>
            </a:r>
            <a:r>
              <a:rPr lang="en-US" sz="2500" dirty="0">
                <a:solidFill>
                  <a:srgbClr val="C00000"/>
                </a:solidFill>
              </a:rPr>
              <a:t> you will likely be in the left side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8C2A0C-94A3-4E07-4096-FAF328853594}"/>
              </a:ext>
            </a:extLst>
          </p:cNvPr>
          <p:cNvSpPr txBox="1"/>
          <p:nvPr/>
        </p:nvSpPr>
        <p:spPr>
          <a:xfrm>
            <a:off x="6398400" y="2358851"/>
            <a:ext cx="56161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00B050"/>
                </a:solidFill>
              </a:rPr>
              <a:t>If you start a random walk at A, </a:t>
            </a:r>
            <a:r>
              <a:rPr lang="en-US" sz="2500" u="sng" dirty="0">
                <a:solidFill>
                  <a:srgbClr val="00B050"/>
                </a:solidFill>
              </a:rPr>
              <a:t>after t steps</a:t>
            </a:r>
            <a:r>
              <a:rPr lang="en-US" sz="2500" dirty="0">
                <a:solidFill>
                  <a:srgbClr val="00B050"/>
                </a:solidFill>
              </a:rPr>
              <a:t> you will likely be in the right side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712864B-82C6-2771-E898-B774A1A33D94}"/>
                  </a:ext>
                </a:extLst>
              </p14:cNvPr>
              <p14:cNvContentPartPr/>
              <p14:nvPr/>
            </p14:nvContentPartPr>
            <p14:xfrm>
              <a:off x="5258935" y="4272968"/>
              <a:ext cx="218880" cy="2215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712864B-82C6-2771-E898-B774A1A33D94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252815" y="4266848"/>
                <a:ext cx="231120" cy="22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860F28B-0171-4124-EFC5-BD422DD13671}"/>
                  </a:ext>
                </a:extLst>
              </p14:cNvPr>
              <p14:cNvContentPartPr/>
              <p14:nvPr/>
            </p14:nvContentPartPr>
            <p14:xfrm>
              <a:off x="3194990" y="4863676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860F28B-0171-4124-EFC5-BD422DD13671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188870" y="485755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3D45AA2-A9DD-58D4-30A8-DD98753C9DD5}"/>
                  </a:ext>
                </a:extLst>
              </p14:cNvPr>
              <p14:cNvContentPartPr/>
              <p14:nvPr/>
            </p14:nvContentPartPr>
            <p14:xfrm>
              <a:off x="3841255" y="5133368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3D45AA2-A9DD-58D4-30A8-DD98753C9DD5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835135" y="5127248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E934F145-FE7E-486C-7150-C7E991907373}"/>
              </a:ext>
            </a:extLst>
          </p:cNvPr>
          <p:cNvGrpSpPr/>
          <p:nvPr/>
        </p:nvGrpSpPr>
        <p:grpSpPr>
          <a:xfrm>
            <a:off x="3834775" y="4275128"/>
            <a:ext cx="2013120" cy="2935080"/>
            <a:chOff x="7006418" y="3844080"/>
            <a:chExt cx="2013120" cy="29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0AA8E95-57D6-C0DD-E700-2DC2E3550551}"/>
                    </a:ext>
                  </a:extLst>
                </p14:cNvPr>
                <p14:cNvContentPartPr/>
                <p14:nvPr/>
              </p14:nvContentPartPr>
              <p14:xfrm>
                <a:off x="7006418" y="3844080"/>
                <a:ext cx="2013120" cy="2220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0AA8E95-57D6-C0DD-E700-2DC2E355055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00298" y="3837960"/>
                  <a:ext cx="2025360" cy="22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B02455D-ACE6-5573-1045-63952818B5F5}"/>
                    </a:ext>
                  </a:extLst>
                </p14:cNvPr>
                <p14:cNvContentPartPr/>
                <p14:nvPr/>
              </p14:nvContentPartPr>
              <p14:xfrm>
                <a:off x="7789778" y="6363360"/>
                <a:ext cx="190440" cy="415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B02455D-ACE6-5573-1045-63952818B5F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783658" y="6357240"/>
                  <a:ext cx="20268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460B278-1048-701B-A733-E51D6D04102C}"/>
                    </a:ext>
                  </a:extLst>
                </p14:cNvPr>
                <p14:cNvContentPartPr/>
                <p14:nvPr/>
              </p14:nvContentPartPr>
              <p14:xfrm>
                <a:off x="8106938" y="6183000"/>
                <a:ext cx="130680" cy="231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460B278-1048-701B-A733-E51D6D04102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00818" y="6176880"/>
                  <a:ext cx="142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6EE8F12-A843-8A61-F368-1AC3F2130D79}"/>
                    </a:ext>
                  </a:extLst>
                </p14:cNvPr>
                <p14:cNvContentPartPr/>
                <p14:nvPr/>
              </p14:nvContentPartPr>
              <p14:xfrm>
                <a:off x="8041418" y="6274440"/>
                <a:ext cx="12312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6EE8F12-A843-8A61-F368-1AC3F2130D7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35298" y="6268320"/>
                  <a:ext cx="135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96701D7-BC44-6CE0-805A-01F6A8EB4900}"/>
                    </a:ext>
                  </a:extLst>
                </p14:cNvPr>
                <p14:cNvContentPartPr/>
                <p14:nvPr/>
              </p14:nvContentPartPr>
              <p14:xfrm>
                <a:off x="7851698" y="3876840"/>
                <a:ext cx="182160" cy="2242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96701D7-BC44-6CE0-805A-01F6A8EB490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45578" y="3870720"/>
                  <a:ext cx="194400" cy="225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D236FB8-FBB6-C024-2BDB-34ED636DBBFC}"/>
                  </a:ext>
                </a:extLst>
              </p14:cNvPr>
              <p14:cNvContentPartPr/>
              <p14:nvPr/>
            </p14:nvContentPartPr>
            <p14:xfrm>
              <a:off x="3582055" y="5316608"/>
              <a:ext cx="34308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D236FB8-FBB6-C024-2BDB-34ED636DBBF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575935" y="5310488"/>
                <a:ext cx="35532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F4F4C201-E021-C3CA-B3A1-C32347048809}"/>
              </a:ext>
            </a:extLst>
          </p:cNvPr>
          <p:cNvGrpSpPr/>
          <p:nvPr/>
        </p:nvGrpSpPr>
        <p:grpSpPr>
          <a:xfrm>
            <a:off x="3233575" y="4631168"/>
            <a:ext cx="533160" cy="378360"/>
            <a:chOff x="6405218" y="4200120"/>
            <a:chExt cx="53316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B2DD631-4405-CDAD-B406-838B7DBDA2D7}"/>
                    </a:ext>
                  </a:extLst>
                </p14:cNvPr>
                <p14:cNvContentPartPr/>
                <p14:nvPr/>
              </p14:nvContentPartPr>
              <p14:xfrm>
                <a:off x="6405218" y="4200120"/>
                <a:ext cx="113400" cy="279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B2DD631-4405-CDAD-B406-838B7DBDA2D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399098" y="4194000"/>
                  <a:ext cx="1256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F16038C-EC0E-6D2C-BAF6-3FADF93E4BDD}"/>
                    </a:ext>
                  </a:extLst>
                </p14:cNvPr>
                <p14:cNvContentPartPr/>
                <p14:nvPr/>
              </p14:nvContentPartPr>
              <p14:xfrm>
                <a:off x="6497018" y="4389120"/>
                <a:ext cx="88200" cy="72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F16038C-EC0E-6D2C-BAF6-3FADF93E4BD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490898" y="4383000"/>
                  <a:ext cx="1004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1B7B6A1-8C5A-109B-B8F3-E714010FEFF5}"/>
                    </a:ext>
                  </a:extLst>
                </p14:cNvPr>
                <p14:cNvContentPartPr/>
                <p14:nvPr/>
              </p14:nvContentPartPr>
              <p14:xfrm>
                <a:off x="6705818" y="4297320"/>
                <a:ext cx="104400" cy="224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1B7B6A1-8C5A-109B-B8F3-E714010FEFF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699698" y="4291200"/>
                  <a:ext cx="1166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88B9CD9-3EF5-C492-7EC8-CDACFFCC6E69}"/>
                    </a:ext>
                  </a:extLst>
                </p14:cNvPr>
                <p14:cNvContentPartPr/>
                <p14:nvPr/>
              </p14:nvContentPartPr>
              <p14:xfrm>
                <a:off x="6675218" y="4423680"/>
                <a:ext cx="12420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88B9CD9-3EF5-C492-7EC8-CDACFFCC6E6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669098" y="4417560"/>
                  <a:ext cx="136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576BC14-9CDC-AA9B-EC6B-EE0FD1127B25}"/>
                    </a:ext>
                  </a:extLst>
                </p14:cNvPr>
                <p14:cNvContentPartPr/>
                <p14:nvPr/>
              </p14:nvContentPartPr>
              <p14:xfrm>
                <a:off x="6869978" y="4327200"/>
                <a:ext cx="360" cy="251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576BC14-9CDC-AA9B-EC6B-EE0FD1127B2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863858" y="4321080"/>
                  <a:ext cx="126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9584B5B-25F4-E7EA-C25C-590660DD965D}"/>
                    </a:ext>
                  </a:extLst>
                </p14:cNvPr>
                <p14:cNvContentPartPr/>
                <p14:nvPr/>
              </p14:nvContentPartPr>
              <p14:xfrm>
                <a:off x="6830018" y="4428720"/>
                <a:ext cx="108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9584B5B-25F4-E7EA-C25C-590660DD965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823898" y="4422600"/>
                  <a:ext cx="120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AAF43B8-ED25-4AA7-D348-5DD1184C071A}"/>
              </a:ext>
            </a:extLst>
          </p:cNvPr>
          <p:cNvGrpSpPr/>
          <p:nvPr/>
        </p:nvGrpSpPr>
        <p:grpSpPr>
          <a:xfrm>
            <a:off x="2962855" y="5737088"/>
            <a:ext cx="547560" cy="746640"/>
            <a:chOff x="6134498" y="5306040"/>
            <a:chExt cx="547560" cy="74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2D41A80-B84E-4A6F-96C4-317D45A7AFD4}"/>
                    </a:ext>
                  </a:extLst>
                </p14:cNvPr>
                <p14:cNvContentPartPr/>
                <p14:nvPr/>
              </p14:nvContentPartPr>
              <p14:xfrm>
                <a:off x="6134498" y="5306040"/>
                <a:ext cx="163440" cy="378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2D41A80-B84E-4A6F-96C4-317D45A7AFD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28378" y="5299920"/>
                  <a:ext cx="17568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B956BBD-2719-BB19-6966-C34B24A9A37C}"/>
                    </a:ext>
                  </a:extLst>
                </p14:cNvPr>
                <p14:cNvContentPartPr/>
                <p14:nvPr/>
              </p14:nvContentPartPr>
              <p14:xfrm>
                <a:off x="6313778" y="5578560"/>
                <a:ext cx="360" cy="50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B956BBD-2719-BB19-6966-C34B24A9A37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07658" y="5572440"/>
                  <a:ext cx="126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0298357-40CE-BFF4-6E9A-25A623EF485A}"/>
                    </a:ext>
                  </a:extLst>
                </p14:cNvPr>
                <p14:cNvContentPartPr/>
                <p14:nvPr/>
              </p14:nvContentPartPr>
              <p14:xfrm>
                <a:off x="6313778" y="5433840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0298357-40CE-BFF4-6E9A-25A623EF485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307658" y="54277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7ED0291-EB40-8468-CD8E-23CA348467EB}"/>
                    </a:ext>
                  </a:extLst>
                </p14:cNvPr>
                <p14:cNvContentPartPr/>
                <p14:nvPr/>
              </p14:nvContentPartPr>
              <p14:xfrm>
                <a:off x="6276698" y="5641200"/>
                <a:ext cx="157680" cy="411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7ED0291-EB40-8468-CD8E-23CA348467E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270578" y="5635080"/>
                  <a:ext cx="16992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99C522B-C73E-3848-1E16-D95EAB51DE9E}"/>
                    </a:ext>
                  </a:extLst>
                </p14:cNvPr>
                <p14:cNvContentPartPr/>
                <p14:nvPr/>
              </p14:nvContentPartPr>
              <p14:xfrm>
                <a:off x="6490898" y="5448600"/>
                <a:ext cx="75960" cy="389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99C522B-C73E-3848-1E16-D95EAB51DE9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484778" y="5442480"/>
                  <a:ext cx="8820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726ECFD-8D60-9A83-12C5-6FF2DDFBF285}"/>
                    </a:ext>
                  </a:extLst>
                </p14:cNvPr>
                <p14:cNvContentPartPr/>
                <p14:nvPr/>
              </p14:nvContentPartPr>
              <p14:xfrm>
                <a:off x="6597458" y="5405400"/>
                <a:ext cx="360" cy="396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726ECFD-8D60-9A83-12C5-6FF2DDFBF28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591338" y="5399280"/>
                  <a:ext cx="126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124909B-6BA0-E1F3-D048-734872C94A80}"/>
                    </a:ext>
                  </a:extLst>
                </p14:cNvPr>
                <p14:cNvContentPartPr/>
                <p14:nvPr/>
              </p14:nvContentPartPr>
              <p14:xfrm>
                <a:off x="6581258" y="5607000"/>
                <a:ext cx="10080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124909B-6BA0-E1F3-D048-734872C94A8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575138" y="5600880"/>
                  <a:ext cx="11304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29F79A3-10C9-543E-8A65-FA84A0B3B09C}"/>
              </a:ext>
            </a:extLst>
          </p:cNvPr>
          <p:cNvGrpSpPr/>
          <p:nvPr/>
        </p:nvGrpSpPr>
        <p:grpSpPr>
          <a:xfrm>
            <a:off x="4691935" y="4359008"/>
            <a:ext cx="171360" cy="959400"/>
            <a:chOff x="7863578" y="3927960"/>
            <a:chExt cx="171360" cy="95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4735EEE-AB11-B754-FF54-8FE07FA86E7C}"/>
                    </a:ext>
                  </a:extLst>
                </p14:cNvPr>
                <p14:cNvContentPartPr/>
                <p14:nvPr/>
              </p14:nvContentPartPr>
              <p14:xfrm>
                <a:off x="7874018" y="3927960"/>
                <a:ext cx="98640" cy="137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4735EEE-AB11-B754-FF54-8FE07FA86E7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867898" y="3921840"/>
                  <a:ext cx="110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54678A3-A0FB-393E-6F79-078E066F3390}"/>
                    </a:ext>
                  </a:extLst>
                </p14:cNvPr>
                <p14:cNvContentPartPr/>
                <p14:nvPr/>
              </p14:nvContentPartPr>
              <p14:xfrm>
                <a:off x="7863578" y="4087080"/>
                <a:ext cx="115920" cy="177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54678A3-A0FB-393E-6F79-078E066F339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857458" y="4080960"/>
                  <a:ext cx="1281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B011A3E-CB80-CC76-2B6C-8B8034CFB9F4}"/>
                    </a:ext>
                  </a:extLst>
                </p14:cNvPr>
                <p14:cNvContentPartPr/>
                <p14:nvPr/>
              </p14:nvContentPartPr>
              <p14:xfrm>
                <a:off x="7939898" y="4262040"/>
                <a:ext cx="88560" cy="323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B011A3E-CB80-CC76-2B6C-8B8034CFB9F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933778" y="4255920"/>
                  <a:ext cx="1008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FCD4DE4-5B2A-D5F3-1512-B546D1012D33}"/>
                    </a:ext>
                  </a:extLst>
                </p14:cNvPr>
                <p14:cNvContentPartPr/>
                <p14:nvPr/>
              </p14:nvContentPartPr>
              <p14:xfrm>
                <a:off x="7949978" y="4639680"/>
                <a:ext cx="84960" cy="70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FCD4DE4-5B2A-D5F3-1512-B546D1012D3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943858" y="4633560"/>
                  <a:ext cx="972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6AAAEDC-E627-9B56-0A33-25127AE1FE0B}"/>
                    </a:ext>
                  </a:extLst>
                </p14:cNvPr>
                <p14:cNvContentPartPr/>
                <p14:nvPr/>
              </p14:nvContentPartPr>
              <p14:xfrm>
                <a:off x="7887338" y="4821120"/>
                <a:ext cx="60120" cy="66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6AAAEDC-E627-9B56-0A33-25127AE1FE0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881218" y="4815000"/>
                  <a:ext cx="7236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5EC1809-B515-91D0-4C36-0ADBFABCD96B}"/>
              </a:ext>
            </a:extLst>
          </p:cNvPr>
          <p:cNvGrpSpPr/>
          <p:nvPr/>
        </p:nvGrpSpPr>
        <p:grpSpPr>
          <a:xfrm>
            <a:off x="5265775" y="5478608"/>
            <a:ext cx="231840" cy="1068120"/>
            <a:chOff x="8437418" y="5047560"/>
            <a:chExt cx="231840" cy="10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C7D0361-6B11-BF53-FACA-B3FE86CCA197}"/>
                    </a:ext>
                  </a:extLst>
                </p14:cNvPr>
                <p14:cNvContentPartPr/>
                <p14:nvPr/>
              </p14:nvContentPartPr>
              <p14:xfrm>
                <a:off x="8505458" y="5049360"/>
                <a:ext cx="14040" cy="65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C7D0361-6B11-BF53-FACA-B3FE86CCA19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499338" y="5043240"/>
                  <a:ext cx="262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73FFF11-EA8D-478A-465B-A5D926647F74}"/>
                    </a:ext>
                  </a:extLst>
                </p14:cNvPr>
                <p14:cNvContentPartPr/>
                <p14:nvPr/>
              </p14:nvContentPartPr>
              <p14:xfrm>
                <a:off x="8523818" y="5047560"/>
                <a:ext cx="104760" cy="160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73FFF11-EA8D-478A-465B-A5D926647F7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517698" y="5041440"/>
                  <a:ext cx="1170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9077A0-28BC-1094-9470-1EEE8C20C970}"/>
                    </a:ext>
                  </a:extLst>
                </p14:cNvPr>
                <p14:cNvContentPartPr/>
                <p14:nvPr/>
              </p14:nvContentPartPr>
              <p14:xfrm>
                <a:off x="8452898" y="5219640"/>
                <a:ext cx="216360" cy="300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9077A0-28BC-1094-9470-1EEE8C20C97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446778" y="5213520"/>
                  <a:ext cx="2286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66424D3-BE91-82E8-B618-2ADBDBA0DA96}"/>
                    </a:ext>
                  </a:extLst>
                </p14:cNvPr>
                <p14:cNvContentPartPr/>
                <p14:nvPr/>
              </p14:nvContentPartPr>
              <p14:xfrm>
                <a:off x="8437418" y="5495400"/>
                <a:ext cx="173880" cy="324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66424D3-BE91-82E8-B618-2ADBDBA0DA9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431298" y="5489280"/>
                  <a:ext cx="1861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3A18EF8-976D-1465-93E0-84B69056C1E1}"/>
                    </a:ext>
                  </a:extLst>
                </p14:cNvPr>
                <p14:cNvContentPartPr/>
                <p14:nvPr/>
              </p14:nvContentPartPr>
              <p14:xfrm>
                <a:off x="8472698" y="5877360"/>
                <a:ext cx="90360" cy="238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3A18EF8-976D-1465-93E0-84B69056C1E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466578" y="5871240"/>
                  <a:ext cx="102600" cy="25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3505E9-B08C-A0CD-9AB6-7C379D75033A}"/>
                  </a:ext>
                </a:extLst>
              </p:cNvPr>
              <p:cNvSpPr txBox="1"/>
              <p:nvPr/>
            </p:nvSpPr>
            <p:spPr>
              <a:xfrm>
                <a:off x="6261960" y="4736425"/>
                <a:ext cx="5616186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The two vectors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(:,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500" i="1">
                        <a:latin typeface="Cambria Math" panose="02040503050406030204" pitchFamily="18" charset="0"/>
                      </a:rPr>
                      <m:t>(:,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should be very far apart, </a:t>
                </a:r>
                <a:r>
                  <a:rPr lang="en-US" sz="2500" dirty="0" err="1"/>
                  <a:t>ie</a:t>
                </a:r>
                <a:endParaRPr lang="en-US" sz="25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3505E9-B08C-A0CD-9AB6-7C379D750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960" y="4736425"/>
                <a:ext cx="5616186" cy="861774"/>
              </a:xfrm>
              <a:prstGeom prst="rect">
                <a:avLst/>
              </a:prstGeom>
              <a:blipFill>
                <a:blip r:embed="rId147"/>
                <a:stretch>
                  <a:fillRect l="-1802" t="-5797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816105-68F3-0C0A-9C33-F13A6684286F}"/>
                  </a:ext>
                </a:extLst>
              </p:cNvPr>
              <p:cNvSpPr txBox="1"/>
              <p:nvPr/>
            </p:nvSpPr>
            <p:spPr>
              <a:xfrm>
                <a:off x="7426762" y="5789308"/>
                <a:ext cx="367664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:,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:,</m:t>
                              </m:r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≫0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816105-68F3-0C0A-9C33-F13A66842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762" y="5789308"/>
                <a:ext cx="3676648" cy="477054"/>
              </a:xfrm>
              <a:prstGeom prst="rect">
                <a:avLst/>
              </a:prstGeom>
              <a:blipFill>
                <a:blip r:embed="rId148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6C793FBF-00D2-CCA3-2250-644AACAEB7C8}"/>
              </a:ext>
            </a:extLst>
          </p:cNvPr>
          <p:cNvSpPr/>
          <p:nvPr/>
        </p:nvSpPr>
        <p:spPr>
          <a:xfrm>
            <a:off x="6096000" y="4272968"/>
            <a:ext cx="5782146" cy="2343963"/>
          </a:xfrm>
          <a:prstGeom prst="rect">
            <a:avLst/>
          </a:prstGeom>
          <a:noFill/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931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92EBA-D7F8-CDE7-B57A-37D82EB8B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EF472-2C27-D654-F64F-9F59105C8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687"/>
            <a:ext cx="11622437" cy="1325563"/>
          </a:xfrm>
        </p:spPr>
        <p:txBody>
          <a:bodyPr/>
          <a:lstStyle/>
          <a:p>
            <a:r>
              <a:rPr lang="en-US" dirty="0"/>
              <a:t>Deriving a random walk-based distance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0BD521-F47F-F98A-4421-140022724791}"/>
              </a:ext>
            </a:extLst>
          </p:cNvPr>
          <p:cNvSpPr txBox="1"/>
          <p:nvPr/>
        </p:nvSpPr>
        <p:spPr>
          <a:xfrm>
            <a:off x="2503624" y="1835048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C00000"/>
                </a:solidFill>
              </a:rPr>
              <a:t>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9FE0337-8A0D-641E-9094-B78DD04EC3E0}"/>
              </a:ext>
            </a:extLst>
          </p:cNvPr>
          <p:cNvGrpSpPr/>
          <p:nvPr/>
        </p:nvGrpSpPr>
        <p:grpSpPr>
          <a:xfrm>
            <a:off x="607735" y="1442288"/>
            <a:ext cx="5422680" cy="2680200"/>
            <a:chOff x="629359" y="3907678"/>
            <a:chExt cx="5422680" cy="268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E2F73B2-70A4-39FA-C76D-42408C38F9F1}"/>
                    </a:ext>
                  </a:extLst>
                </p14:cNvPr>
                <p14:cNvContentPartPr/>
                <p14:nvPr/>
              </p14:nvContentPartPr>
              <p14:xfrm>
                <a:off x="2444479" y="4928998"/>
                <a:ext cx="340200" cy="327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3C8D0BC-91F2-3844-C69D-F78C687A8A6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38359" y="4922878"/>
                  <a:ext cx="3524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F4D331F-FF47-74E0-4CEC-AA9840DFA10B}"/>
                    </a:ext>
                  </a:extLst>
                </p14:cNvPr>
                <p14:cNvContentPartPr/>
                <p14:nvPr/>
              </p14:nvContentPartPr>
              <p14:xfrm>
                <a:off x="2908879" y="5092078"/>
                <a:ext cx="890280" cy="5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38AE839-CDA2-77E6-1100-F215E4B507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02759" y="5085958"/>
                  <a:ext cx="9025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401DC4E-389F-2B6A-EF8A-47E7DAFE6039}"/>
                    </a:ext>
                  </a:extLst>
                </p14:cNvPr>
                <p14:cNvContentPartPr/>
                <p14:nvPr/>
              </p14:nvContentPartPr>
              <p14:xfrm>
                <a:off x="3933439" y="4905958"/>
                <a:ext cx="214200" cy="299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BD268BC-5DA7-EB71-DDE1-D39CED9B3BE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27319" y="4899838"/>
                  <a:ext cx="226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73912B4-96FA-5132-942B-4E8C57230BE8}"/>
                    </a:ext>
                  </a:extLst>
                </p14:cNvPr>
                <p14:cNvContentPartPr/>
                <p14:nvPr/>
              </p14:nvContentPartPr>
              <p14:xfrm>
                <a:off x="1156759" y="4151398"/>
                <a:ext cx="245880" cy="389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D27B7F1-63FB-884C-AC28-7D0B468694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0639" y="4145278"/>
                  <a:ext cx="25812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3B144AF-9CE7-887D-0997-03B3A50A318C}"/>
                    </a:ext>
                  </a:extLst>
                </p14:cNvPr>
                <p14:cNvContentPartPr/>
                <p14:nvPr/>
              </p14:nvContentPartPr>
              <p14:xfrm>
                <a:off x="629359" y="5176678"/>
                <a:ext cx="220680" cy="273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D95FF0E-549F-3ABA-8CEA-B91EC8DC04F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239" y="5170558"/>
                  <a:ext cx="232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0F11B83-27A8-1B5D-01D4-A49500936F78}"/>
                    </a:ext>
                  </a:extLst>
                </p14:cNvPr>
                <p14:cNvContentPartPr/>
                <p14:nvPr/>
              </p14:nvContentPartPr>
              <p14:xfrm>
                <a:off x="817999" y="6098638"/>
                <a:ext cx="273240" cy="292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E1AE97-1FEA-7AD8-F239-8D21BFFB1A0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1879" y="6092518"/>
                  <a:ext cx="2854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0339ED4-9CFB-626C-125D-481C4CB58B34}"/>
                    </a:ext>
                  </a:extLst>
                </p14:cNvPr>
                <p14:cNvContentPartPr/>
                <p14:nvPr/>
              </p14:nvContentPartPr>
              <p14:xfrm>
                <a:off x="1834279" y="6189358"/>
                <a:ext cx="287640" cy="398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DC3C5D2-414C-D498-F1E2-CFDB2D38EAD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28159" y="6183238"/>
                  <a:ext cx="2998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2068141-A78C-35FA-412D-0E37FF730836}"/>
                    </a:ext>
                  </a:extLst>
                </p14:cNvPr>
                <p14:cNvContentPartPr/>
                <p14:nvPr/>
              </p14:nvContentPartPr>
              <p14:xfrm>
                <a:off x="2374279" y="5647198"/>
                <a:ext cx="126720" cy="307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17D1662-3DA2-0997-FCD4-D561C663E3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68159" y="5641078"/>
                  <a:ext cx="1389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D5278CD-36AF-94A9-5774-24AD0E86E462}"/>
                    </a:ext>
                  </a:extLst>
                </p14:cNvPr>
                <p14:cNvContentPartPr/>
                <p14:nvPr/>
              </p14:nvContentPartPr>
              <p14:xfrm>
                <a:off x="1457359" y="4534798"/>
                <a:ext cx="828720" cy="508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C4FD105-D0FA-F442-E13F-27E226B00AB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51239" y="4528678"/>
                  <a:ext cx="84096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A483AC7-CE4B-FB31-0961-F767EA82833D}"/>
                    </a:ext>
                  </a:extLst>
                </p14:cNvPr>
                <p14:cNvContentPartPr/>
                <p14:nvPr/>
              </p14:nvContentPartPr>
              <p14:xfrm>
                <a:off x="2560399" y="5502118"/>
                <a:ext cx="360" cy="171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7DA649-3625-6467-66E2-4FD502EAC6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54279" y="5495998"/>
                  <a:ext cx="12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55FC568-6D5A-C66E-B026-AED16EE6A26B}"/>
                    </a:ext>
                  </a:extLst>
                </p14:cNvPr>
                <p14:cNvContentPartPr/>
                <p14:nvPr/>
              </p14:nvContentPartPr>
              <p14:xfrm>
                <a:off x="2208319" y="6143278"/>
                <a:ext cx="164160" cy="83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7262E8F-A69A-844E-521F-F6378E1B38D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02199" y="6137158"/>
                  <a:ext cx="1764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3062C44-5631-BF75-A972-57A04DF2CE30}"/>
                    </a:ext>
                  </a:extLst>
                </p14:cNvPr>
                <p14:cNvContentPartPr/>
                <p14:nvPr/>
              </p14:nvContentPartPr>
              <p14:xfrm>
                <a:off x="1345039" y="6255598"/>
                <a:ext cx="476640" cy="31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163C150-F426-832F-EDDD-9B274E0237F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38919" y="6249478"/>
                  <a:ext cx="488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BD74E5E-7FCF-7FB8-DF00-37D72B8DAACC}"/>
                    </a:ext>
                  </a:extLst>
                </p14:cNvPr>
                <p14:cNvContentPartPr/>
                <p14:nvPr/>
              </p14:nvContentPartPr>
              <p14:xfrm>
                <a:off x="779839" y="5579158"/>
                <a:ext cx="360" cy="298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D0D31A4-BF89-80C2-1520-E7BF65F53D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3719" y="5573038"/>
                  <a:ext cx="126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AE3712D-28C8-2E7F-BDD6-0903CEB74253}"/>
                    </a:ext>
                  </a:extLst>
                </p14:cNvPr>
                <p14:cNvContentPartPr/>
                <p14:nvPr/>
              </p14:nvContentPartPr>
              <p14:xfrm>
                <a:off x="855799" y="4812718"/>
                <a:ext cx="268560" cy="279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B9BE93A-7E34-113B-24F5-09B1620E08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9679" y="4806598"/>
                  <a:ext cx="280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FC069D7-78E2-0173-12BD-D1ADFC6BD904}"/>
                    </a:ext>
                  </a:extLst>
                </p14:cNvPr>
                <p14:cNvContentPartPr/>
                <p14:nvPr/>
              </p14:nvContentPartPr>
              <p14:xfrm>
                <a:off x="994399" y="5428678"/>
                <a:ext cx="658800" cy="632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544CE9B-9ED1-5ED2-A4FA-769F8F4FCCB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8279" y="5422558"/>
                  <a:ext cx="67104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6329B3E-96A1-1CF3-1FF2-B1862149DD75}"/>
                    </a:ext>
                  </a:extLst>
                </p14:cNvPr>
                <p14:cNvContentPartPr/>
                <p14:nvPr/>
              </p14:nvContentPartPr>
              <p14:xfrm>
                <a:off x="1192399" y="5283598"/>
                <a:ext cx="1157760" cy="425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D6D5AC1-5555-9510-1370-FDBDAD19DDD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86279" y="5277478"/>
                  <a:ext cx="11700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B688C51-2856-0031-A5C0-EA46CC9FC9B4}"/>
                    </a:ext>
                  </a:extLst>
                </p14:cNvPr>
                <p14:cNvContentPartPr/>
                <p14:nvPr/>
              </p14:nvContentPartPr>
              <p14:xfrm>
                <a:off x="1254319" y="5117638"/>
                <a:ext cx="1037160" cy="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0A0A0E3-BA59-D890-57A3-38194812A15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48199" y="5111518"/>
                  <a:ext cx="1049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9745C97-1C3F-E913-0325-641505A858D2}"/>
                    </a:ext>
                  </a:extLst>
                </p14:cNvPr>
                <p14:cNvContentPartPr/>
                <p14:nvPr/>
              </p14:nvContentPartPr>
              <p14:xfrm>
                <a:off x="1298959" y="4655398"/>
                <a:ext cx="14400" cy="1332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D38E0C-46D2-4972-713F-4B7289ACCF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92839" y="4649278"/>
                  <a:ext cx="26640" cy="13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D9A616B-FFB8-856D-C062-13511240718F}"/>
                    </a:ext>
                  </a:extLst>
                </p14:cNvPr>
                <p14:cNvContentPartPr/>
                <p14:nvPr/>
              </p14:nvContentPartPr>
              <p14:xfrm>
                <a:off x="1544839" y="4940878"/>
                <a:ext cx="213120" cy="1337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768F70C-53CC-8E2D-132C-3AFA67E3941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38719" y="4934758"/>
                  <a:ext cx="225360" cy="13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0BD85A0-DD2B-55A4-B5C9-42AEA07B68A8}"/>
                    </a:ext>
                  </a:extLst>
                </p14:cNvPr>
                <p14:cNvContentPartPr/>
                <p14:nvPr/>
              </p14:nvContentPartPr>
              <p14:xfrm>
                <a:off x="1716919" y="5009638"/>
                <a:ext cx="660960" cy="572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FA3DCEB-F86E-04C3-E485-7605D5F2430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10799" y="5003518"/>
                  <a:ext cx="67320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C406665-8C2E-F43D-FB39-E0683EEA24F6}"/>
                    </a:ext>
                  </a:extLst>
                </p14:cNvPr>
                <p14:cNvContentPartPr/>
                <p14:nvPr/>
              </p14:nvContentPartPr>
              <p14:xfrm>
                <a:off x="1014559" y="5251198"/>
                <a:ext cx="1172520" cy="766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BB00413-5EC1-2258-D1F3-299359EF03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8439" y="5245078"/>
                  <a:ext cx="1184760" cy="77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068D063-7222-0496-763C-5EFB6C7990BB}"/>
                    </a:ext>
                  </a:extLst>
                </p14:cNvPr>
                <p14:cNvContentPartPr/>
                <p14:nvPr/>
              </p14:nvContentPartPr>
              <p14:xfrm>
                <a:off x="1032199" y="5024398"/>
                <a:ext cx="135720" cy="996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5FD9031-42AE-3E12-F10C-0303A789D1E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6079" y="5018278"/>
                  <a:ext cx="147960" cy="10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45670BE-70E4-3D6E-D8D1-3B51773BB134}"/>
                    </a:ext>
                  </a:extLst>
                </p14:cNvPr>
                <p14:cNvContentPartPr/>
                <p14:nvPr/>
              </p14:nvContentPartPr>
              <p14:xfrm>
                <a:off x="4816159" y="3907678"/>
                <a:ext cx="223560" cy="211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9435C8C-5D3C-CC9F-6C5C-DB23099298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10039" y="3901558"/>
                  <a:ext cx="235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C135117-5C85-0DCB-CB9B-D56B80EE94C5}"/>
                    </a:ext>
                  </a:extLst>
                </p14:cNvPr>
                <p14:cNvContentPartPr/>
                <p14:nvPr/>
              </p14:nvContentPartPr>
              <p14:xfrm>
                <a:off x="5638039" y="4424278"/>
                <a:ext cx="185400" cy="221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75651DA-3451-AA50-1DEF-63BE175A669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31919" y="4418158"/>
                  <a:ext cx="1976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5B3708E-C532-2C41-F540-76756D22FD67}"/>
                    </a:ext>
                  </a:extLst>
                </p14:cNvPr>
                <p14:cNvContentPartPr/>
                <p14:nvPr/>
              </p14:nvContentPartPr>
              <p14:xfrm>
                <a:off x="5831719" y="5423638"/>
                <a:ext cx="220320" cy="219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0F3059E-7332-6FB8-59F7-C0026D580F3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25599" y="5417518"/>
                  <a:ext cx="232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3EC5CDF-6DFA-38D4-8579-BB87D2D81554}"/>
                    </a:ext>
                  </a:extLst>
                </p14:cNvPr>
                <p14:cNvContentPartPr/>
                <p14:nvPr/>
              </p14:nvContentPartPr>
              <p14:xfrm>
                <a:off x="5280559" y="6140398"/>
                <a:ext cx="250920" cy="261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907E5D4-9034-9626-1366-89A1A91FBE1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74439" y="6134278"/>
                  <a:ext cx="2631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CFFFFB3-8322-F57F-4CD8-C68F77C251CF}"/>
                    </a:ext>
                  </a:extLst>
                </p14:cNvPr>
                <p14:cNvContentPartPr/>
                <p14:nvPr/>
              </p14:nvContentPartPr>
              <p14:xfrm>
                <a:off x="4322599" y="5899198"/>
                <a:ext cx="268920" cy="417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C04006B-5101-554E-0325-E540936D78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16479" y="5893078"/>
                  <a:ext cx="2811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DBBB79A-25AF-D173-9915-0FB3B8A2963C}"/>
                    </a:ext>
                  </a:extLst>
                </p14:cNvPr>
                <p14:cNvContentPartPr/>
                <p14:nvPr/>
              </p14:nvContentPartPr>
              <p14:xfrm>
                <a:off x="4120279" y="5404918"/>
                <a:ext cx="181800" cy="520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DEEB4D0-1996-B948-DABB-EA6D34C031A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14159" y="5398798"/>
                  <a:ext cx="19404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6A116C9-D002-B443-1075-34A7A8BDA671}"/>
                    </a:ext>
                  </a:extLst>
                </p14:cNvPr>
                <p14:cNvContentPartPr/>
                <p14:nvPr/>
              </p14:nvContentPartPr>
              <p14:xfrm>
                <a:off x="4239079" y="4242838"/>
                <a:ext cx="494640" cy="478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F5F017B-53E4-3BD3-A52A-46F35C0E3BB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32959" y="4236718"/>
                  <a:ext cx="5068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202277D-69ED-3BF8-E868-9B3198948E6C}"/>
                    </a:ext>
                  </a:extLst>
                </p14:cNvPr>
                <p14:cNvContentPartPr/>
                <p14:nvPr/>
              </p14:nvContentPartPr>
              <p14:xfrm>
                <a:off x="5094439" y="4300438"/>
                <a:ext cx="321480" cy="191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51369E5-77E1-F396-9177-E2B8224F977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88319" y="4294318"/>
                  <a:ext cx="333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D18725C-7CBE-43CB-4EE6-8E6315D7356D}"/>
                    </a:ext>
                  </a:extLst>
                </p14:cNvPr>
                <p14:cNvContentPartPr/>
                <p14:nvPr/>
              </p14:nvContentPartPr>
              <p14:xfrm>
                <a:off x="5730919" y="4878958"/>
                <a:ext cx="72000" cy="402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31CFFDF-BDE1-4AE1-4E27-35C032707CD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24799" y="4872838"/>
                  <a:ext cx="842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4C8CBF3-3DBE-678B-1D24-4F051D28EAAD}"/>
                    </a:ext>
                  </a:extLst>
                </p14:cNvPr>
                <p14:cNvContentPartPr/>
                <p14:nvPr/>
              </p14:nvContentPartPr>
              <p14:xfrm>
                <a:off x="5595559" y="5790478"/>
                <a:ext cx="167760" cy="332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E6F2024-06CF-EBEC-DE58-905C04402AD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89439" y="5784358"/>
                  <a:ext cx="1800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C57D40C-01D8-AFC6-2A9F-6D47BDF37163}"/>
                    </a:ext>
                  </a:extLst>
                </p14:cNvPr>
                <p14:cNvContentPartPr/>
                <p14:nvPr/>
              </p14:nvContentPartPr>
              <p14:xfrm>
                <a:off x="4828759" y="6282238"/>
                <a:ext cx="339840" cy="4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22A5244-8317-8493-6549-207B7C6768D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22639" y="6276118"/>
                  <a:ext cx="3520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8545DF4-8D43-5C70-D005-2805DAAC3F6C}"/>
                    </a:ext>
                  </a:extLst>
                </p14:cNvPr>
                <p14:cNvContentPartPr/>
                <p14:nvPr/>
              </p14:nvContentPartPr>
              <p14:xfrm>
                <a:off x="4385959" y="5169838"/>
                <a:ext cx="950040" cy="319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4EE77E5-08C9-FAB7-382C-A817F0465C2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79839" y="5163718"/>
                  <a:ext cx="9622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0223B60-AC54-59EF-9BC6-461E0E66F9D2}"/>
                    </a:ext>
                  </a:extLst>
                </p14:cNvPr>
                <p14:cNvContentPartPr/>
                <p14:nvPr/>
              </p14:nvContentPartPr>
              <p14:xfrm>
                <a:off x="4636519" y="5838718"/>
                <a:ext cx="817920" cy="155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56B88ED-7EA7-64A6-D27F-CE1880EB1D1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30399" y="5832598"/>
                  <a:ext cx="830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87EA9A5-8718-586E-87F7-7D23C5A99F3D}"/>
                    </a:ext>
                  </a:extLst>
                </p14:cNvPr>
                <p14:cNvContentPartPr/>
                <p14:nvPr/>
              </p14:nvContentPartPr>
              <p14:xfrm>
                <a:off x="4948279" y="4427158"/>
                <a:ext cx="139320" cy="1631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9180F6F-3F32-1306-4DD6-703C5580D9D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42159" y="4421038"/>
                  <a:ext cx="151560" cy="16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060BE39-9B3A-48DF-96F7-43A872BB4C55}"/>
                    </a:ext>
                  </a:extLst>
                </p14:cNvPr>
                <p14:cNvContentPartPr/>
                <p14:nvPr/>
              </p14:nvContentPartPr>
              <p14:xfrm>
                <a:off x="4492879" y="4644958"/>
                <a:ext cx="966960" cy="1063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8959768-2AEE-2731-9684-BEA1078B82D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486759" y="4638838"/>
                  <a:ext cx="979200" cy="10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7CFB975-0BEF-F1E7-74A7-6D1A4312E61F}"/>
                    </a:ext>
                  </a:extLst>
                </p14:cNvPr>
                <p14:cNvContentPartPr/>
                <p14:nvPr/>
              </p14:nvContentPartPr>
              <p14:xfrm>
                <a:off x="5095519" y="4484038"/>
                <a:ext cx="479880" cy="1061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D922454-6F89-7072-7B7B-EB4DADCE72D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89399" y="4477918"/>
                  <a:ext cx="492120" cy="10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26D0F81-9EEC-5F30-DB7B-9A4E25538DB0}"/>
                    </a:ext>
                  </a:extLst>
                </p14:cNvPr>
                <p14:cNvContentPartPr/>
                <p14:nvPr/>
              </p14:nvContentPartPr>
              <p14:xfrm>
                <a:off x="4443199" y="4757638"/>
                <a:ext cx="914040" cy="144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A702E83-E027-A049-BC5D-C3A4F3ABF8C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37079" y="4751518"/>
                  <a:ext cx="926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892F977-9E14-DE4B-756D-DE8FB9CE197A}"/>
                    </a:ext>
                  </a:extLst>
                </p14:cNvPr>
                <p14:cNvContentPartPr/>
                <p14:nvPr/>
              </p14:nvContentPartPr>
              <p14:xfrm>
                <a:off x="5128999" y="5665918"/>
                <a:ext cx="490680" cy="345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EC3500D-FD30-EDB1-312A-F53C3C0A4DC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22879" y="5659798"/>
                  <a:ext cx="5029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7526B2E-2DE3-A636-8E42-F2E23DAF6352}"/>
                    </a:ext>
                  </a:extLst>
                </p14:cNvPr>
                <p14:cNvContentPartPr/>
                <p14:nvPr/>
              </p14:nvContentPartPr>
              <p14:xfrm>
                <a:off x="4644079" y="4856998"/>
                <a:ext cx="987840" cy="992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FC0DF84-D884-C5A8-C915-C1E3F2BBB8C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37959" y="4850878"/>
                  <a:ext cx="1000080" cy="1004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9320BC48-E6F7-4034-4112-4962A765BB37}"/>
              </a:ext>
            </a:extLst>
          </p:cNvPr>
          <p:cNvSpPr txBox="1"/>
          <p:nvPr/>
        </p:nvSpPr>
        <p:spPr>
          <a:xfrm>
            <a:off x="3641841" y="1835048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B050"/>
                </a:solidFill>
              </a:rPr>
              <a:t>B</a:t>
            </a:r>
          </a:p>
        </p:txBody>
      </p:sp>
      <p:pic>
        <p:nvPicPr>
          <p:cNvPr id="92" name="Picture 4" descr="man">
            <a:extLst>
              <a:ext uri="{FF2B5EF4-FFF2-40B4-BE49-F238E27FC236}">
                <a16:creationId xmlns:a16="http://schemas.microsoft.com/office/drawing/2014/main" id="{E6E5FD4F-4D28-1B80-1EE3-072469EBF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2625" y="2821451"/>
            <a:ext cx="501099" cy="708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C71A2400-1EF1-3027-05E1-17616C89B5A9}"/>
              </a:ext>
            </a:extLst>
          </p:cNvPr>
          <p:cNvSpPr txBox="1"/>
          <p:nvPr/>
        </p:nvSpPr>
        <p:spPr>
          <a:xfrm>
            <a:off x="6456993" y="1259801"/>
            <a:ext cx="56161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C00000"/>
                </a:solidFill>
              </a:rPr>
              <a:t>If you start a random walk at A, </a:t>
            </a:r>
            <a:r>
              <a:rPr lang="en-US" sz="2500" u="sng" dirty="0">
                <a:solidFill>
                  <a:srgbClr val="C00000"/>
                </a:solidFill>
              </a:rPr>
              <a:t>after t steps</a:t>
            </a:r>
            <a:r>
              <a:rPr lang="en-US" sz="2500" dirty="0">
                <a:solidFill>
                  <a:srgbClr val="C00000"/>
                </a:solidFill>
              </a:rPr>
              <a:t> you will likely be in the left side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88F6AF-AD70-95AA-86F8-BA30812BE3D6}"/>
              </a:ext>
            </a:extLst>
          </p:cNvPr>
          <p:cNvSpPr txBox="1"/>
          <p:nvPr/>
        </p:nvSpPr>
        <p:spPr>
          <a:xfrm>
            <a:off x="6398400" y="2358851"/>
            <a:ext cx="56161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00B050"/>
                </a:solidFill>
              </a:rPr>
              <a:t>If you start a random walk at A, </a:t>
            </a:r>
            <a:r>
              <a:rPr lang="en-US" sz="2500" u="sng" dirty="0">
                <a:solidFill>
                  <a:srgbClr val="00B050"/>
                </a:solidFill>
              </a:rPr>
              <a:t>after t steps</a:t>
            </a:r>
            <a:r>
              <a:rPr lang="en-US" sz="2500" dirty="0">
                <a:solidFill>
                  <a:srgbClr val="00B050"/>
                </a:solidFill>
              </a:rPr>
              <a:t> you will likely be in the right side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5707652-3CEA-3DD9-A3F8-CD6D370E0D88}"/>
                  </a:ext>
                </a:extLst>
              </p14:cNvPr>
              <p14:cNvContentPartPr/>
              <p14:nvPr/>
            </p14:nvContentPartPr>
            <p14:xfrm>
              <a:off x="5258935" y="4272968"/>
              <a:ext cx="218880" cy="2215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5707652-3CEA-3DD9-A3F8-CD6D370E0D88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252815" y="4266848"/>
                <a:ext cx="231120" cy="22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A37A10C-1799-892F-3F79-FDF52165BF95}"/>
                  </a:ext>
                </a:extLst>
              </p14:cNvPr>
              <p14:cNvContentPartPr/>
              <p14:nvPr/>
            </p14:nvContentPartPr>
            <p14:xfrm>
              <a:off x="3194990" y="4863676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A37A10C-1799-892F-3F79-FDF52165BF95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188870" y="485755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96AF6F7-4AF5-7037-12AF-7D8A4301CF2C}"/>
                  </a:ext>
                </a:extLst>
              </p14:cNvPr>
              <p14:cNvContentPartPr/>
              <p14:nvPr/>
            </p14:nvContentPartPr>
            <p14:xfrm>
              <a:off x="3841255" y="5133368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96AF6F7-4AF5-7037-12AF-7D8A4301CF2C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835135" y="5127248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F6CE7E41-427A-5132-E308-B2AC3975ADED}"/>
              </a:ext>
            </a:extLst>
          </p:cNvPr>
          <p:cNvGrpSpPr/>
          <p:nvPr/>
        </p:nvGrpSpPr>
        <p:grpSpPr>
          <a:xfrm>
            <a:off x="3834775" y="4275128"/>
            <a:ext cx="2013120" cy="2935080"/>
            <a:chOff x="7006418" y="3844080"/>
            <a:chExt cx="2013120" cy="29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7951028-9809-86BD-2E90-CEC9C425D01B}"/>
                    </a:ext>
                  </a:extLst>
                </p14:cNvPr>
                <p14:cNvContentPartPr/>
                <p14:nvPr/>
              </p14:nvContentPartPr>
              <p14:xfrm>
                <a:off x="7006418" y="3844080"/>
                <a:ext cx="2013120" cy="2220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7951028-9809-86BD-2E90-CEC9C425D01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00298" y="3837960"/>
                  <a:ext cx="2025360" cy="22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57364C5-9D1A-38B1-F8B7-EBE5872AF5FC}"/>
                    </a:ext>
                  </a:extLst>
                </p14:cNvPr>
                <p14:cNvContentPartPr/>
                <p14:nvPr/>
              </p14:nvContentPartPr>
              <p14:xfrm>
                <a:off x="7789778" y="6363360"/>
                <a:ext cx="190440" cy="415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57364C5-9D1A-38B1-F8B7-EBE5872AF5F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783658" y="6357240"/>
                  <a:ext cx="20268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6F88903-51C9-83FB-C730-CB3A5B1B35F7}"/>
                    </a:ext>
                  </a:extLst>
                </p14:cNvPr>
                <p14:cNvContentPartPr/>
                <p14:nvPr/>
              </p14:nvContentPartPr>
              <p14:xfrm>
                <a:off x="8106938" y="6183000"/>
                <a:ext cx="130680" cy="231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6F88903-51C9-83FB-C730-CB3A5B1B35F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00818" y="6176880"/>
                  <a:ext cx="142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EED4F2D-7EBA-BE88-2397-488D4ACED846}"/>
                    </a:ext>
                  </a:extLst>
                </p14:cNvPr>
                <p14:cNvContentPartPr/>
                <p14:nvPr/>
              </p14:nvContentPartPr>
              <p14:xfrm>
                <a:off x="8041418" y="6274440"/>
                <a:ext cx="12312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EED4F2D-7EBA-BE88-2397-488D4ACED84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35298" y="6268320"/>
                  <a:ext cx="135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A540D9B-56E4-416C-974D-DF9DDC6832C3}"/>
                    </a:ext>
                  </a:extLst>
                </p14:cNvPr>
                <p14:cNvContentPartPr/>
                <p14:nvPr/>
              </p14:nvContentPartPr>
              <p14:xfrm>
                <a:off x="7851698" y="3876840"/>
                <a:ext cx="182160" cy="2242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A540D9B-56E4-416C-974D-DF9DDC6832C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45578" y="3870720"/>
                  <a:ext cx="194400" cy="225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91975E4-C1AB-4919-0768-23D2C2A6358C}"/>
                  </a:ext>
                </a:extLst>
              </p14:cNvPr>
              <p14:cNvContentPartPr/>
              <p14:nvPr/>
            </p14:nvContentPartPr>
            <p14:xfrm>
              <a:off x="3582055" y="5316608"/>
              <a:ext cx="34308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91975E4-C1AB-4919-0768-23D2C2A6358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575935" y="5310488"/>
                <a:ext cx="35532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4DB6155A-4E6A-356A-E4A6-8C31CACDA070}"/>
              </a:ext>
            </a:extLst>
          </p:cNvPr>
          <p:cNvGrpSpPr/>
          <p:nvPr/>
        </p:nvGrpSpPr>
        <p:grpSpPr>
          <a:xfrm>
            <a:off x="3233575" y="4631168"/>
            <a:ext cx="533160" cy="378360"/>
            <a:chOff x="6405218" y="4200120"/>
            <a:chExt cx="53316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787607E-2C01-2089-D863-C095AC68B6C0}"/>
                    </a:ext>
                  </a:extLst>
                </p14:cNvPr>
                <p14:cNvContentPartPr/>
                <p14:nvPr/>
              </p14:nvContentPartPr>
              <p14:xfrm>
                <a:off x="6405218" y="4200120"/>
                <a:ext cx="113400" cy="279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787607E-2C01-2089-D863-C095AC68B6C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399098" y="4194000"/>
                  <a:ext cx="1256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05BFBCF-E285-AC9A-8228-4116B109217C}"/>
                    </a:ext>
                  </a:extLst>
                </p14:cNvPr>
                <p14:cNvContentPartPr/>
                <p14:nvPr/>
              </p14:nvContentPartPr>
              <p14:xfrm>
                <a:off x="6497018" y="4389120"/>
                <a:ext cx="88200" cy="72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05BFBCF-E285-AC9A-8228-4116B109217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490898" y="4383000"/>
                  <a:ext cx="1004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2CD6CB1-C9C8-4EB7-1707-838440151074}"/>
                    </a:ext>
                  </a:extLst>
                </p14:cNvPr>
                <p14:cNvContentPartPr/>
                <p14:nvPr/>
              </p14:nvContentPartPr>
              <p14:xfrm>
                <a:off x="6705818" y="4297320"/>
                <a:ext cx="104400" cy="224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2CD6CB1-C9C8-4EB7-1707-83844015107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699698" y="4291200"/>
                  <a:ext cx="1166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C5011FB-E4EC-5590-7EB3-4E80BC96D827}"/>
                    </a:ext>
                  </a:extLst>
                </p14:cNvPr>
                <p14:cNvContentPartPr/>
                <p14:nvPr/>
              </p14:nvContentPartPr>
              <p14:xfrm>
                <a:off x="6675218" y="4423680"/>
                <a:ext cx="12420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C5011FB-E4EC-5590-7EB3-4E80BC96D82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669098" y="4417560"/>
                  <a:ext cx="136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789840D-A2E3-3BB9-1CA9-FF194D3E3857}"/>
                    </a:ext>
                  </a:extLst>
                </p14:cNvPr>
                <p14:cNvContentPartPr/>
                <p14:nvPr/>
              </p14:nvContentPartPr>
              <p14:xfrm>
                <a:off x="6869978" y="4327200"/>
                <a:ext cx="360" cy="251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789840D-A2E3-3BB9-1CA9-FF194D3E385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863858" y="4321080"/>
                  <a:ext cx="126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AF6F8F6-E86F-BCE3-8AC3-D24FE426737B}"/>
                    </a:ext>
                  </a:extLst>
                </p14:cNvPr>
                <p14:cNvContentPartPr/>
                <p14:nvPr/>
              </p14:nvContentPartPr>
              <p14:xfrm>
                <a:off x="6830018" y="4428720"/>
                <a:ext cx="108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AF6F8F6-E86F-BCE3-8AC3-D24FE426737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823898" y="4422600"/>
                  <a:ext cx="120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65988C3-8706-8B29-27DA-3E87B211BDCF}"/>
              </a:ext>
            </a:extLst>
          </p:cNvPr>
          <p:cNvGrpSpPr/>
          <p:nvPr/>
        </p:nvGrpSpPr>
        <p:grpSpPr>
          <a:xfrm>
            <a:off x="2962855" y="5737088"/>
            <a:ext cx="547560" cy="746640"/>
            <a:chOff x="6134498" y="5306040"/>
            <a:chExt cx="547560" cy="74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34C8202-C8B6-4E4A-6EAD-B0D5DD56EA21}"/>
                    </a:ext>
                  </a:extLst>
                </p14:cNvPr>
                <p14:cNvContentPartPr/>
                <p14:nvPr/>
              </p14:nvContentPartPr>
              <p14:xfrm>
                <a:off x="6134498" y="5306040"/>
                <a:ext cx="163440" cy="378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34C8202-C8B6-4E4A-6EAD-B0D5DD56EA2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28378" y="5299920"/>
                  <a:ext cx="17568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E5983E8-0A71-409D-4EFD-368FC65CDB79}"/>
                    </a:ext>
                  </a:extLst>
                </p14:cNvPr>
                <p14:cNvContentPartPr/>
                <p14:nvPr/>
              </p14:nvContentPartPr>
              <p14:xfrm>
                <a:off x="6313778" y="5578560"/>
                <a:ext cx="360" cy="50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E5983E8-0A71-409D-4EFD-368FC65CDB7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07658" y="5572440"/>
                  <a:ext cx="126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C4AB70B-51EB-190D-2839-EDCF599FFE31}"/>
                    </a:ext>
                  </a:extLst>
                </p14:cNvPr>
                <p14:cNvContentPartPr/>
                <p14:nvPr/>
              </p14:nvContentPartPr>
              <p14:xfrm>
                <a:off x="6313778" y="5433840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C4AB70B-51EB-190D-2839-EDCF599FFE3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307658" y="54277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3268FE5-7B76-F392-9A50-3F7CCDEBC8EA}"/>
                    </a:ext>
                  </a:extLst>
                </p14:cNvPr>
                <p14:cNvContentPartPr/>
                <p14:nvPr/>
              </p14:nvContentPartPr>
              <p14:xfrm>
                <a:off x="6276698" y="5641200"/>
                <a:ext cx="157680" cy="411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3268FE5-7B76-F392-9A50-3F7CCDEBC8E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270578" y="5635080"/>
                  <a:ext cx="16992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20CDC16-CACC-46FE-3C66-7CC04A6E36B4}"/>
                    </a:ext>
                  </a:extLst>
                </p14:cNvPr>
                <p14:cNvContentPartPr/>
                <p14:nvPr/>
              </p14:nvContentPartPr>
              <p14:xfrm>
                <a:off x="6490898" y="5448600"/>
                <a:ext cx="75960" cy="389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20CDC16-CACC-46FE-3C66-7CC04A6E36B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484778" y="5442480"/>
                  <a:ext cx="8820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E119631-AC31-6070-2074-7200A74426DE}"/>
                    </a:ext>
                  </a:extLst>
                </p14:cNvPr>
                <p14:cNvContentPartPr/>
                <p14:nvPr/>
              </p14:nvContentPartPr>
              <p14:xfrm>
                <a:off x="6597458" y="5405400"/>
                <a:ext cx="360" cy="396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E119631-AC31-6070-2074-7200A74426D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591338" y="5399280"/>
                  <a:ext cx="126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1A1DF17-CD3C-36CA-779F-56CD0BCD15DF}"/>
                    </a:ext>
                  </a:extLst>
                </p14:cNvPr>
                <p14:cNvContentPartPr/>
                <p14:nvPr/>
              </p14:nvContentPartPr>
              <p14:xfrm>
                <a:off x="6581258" y="5607000"/>
                <a:ext cx="10080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1A1DF17-CD3C-36CA-779F-56CD0BCD15D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575138" y="5600880"/>
                  <a:ext cx="11304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CB8BBC4-5A05-FBDB-8C9E-88303A49FD20}"/>
              </a:ext>
            </a:extLst>
          </p:cNvPr>
          <p:cNvGrpSpPr/>
          <p:nvPr/>
        </p:nvGrpSpPr>
        <p:grpSpPr>
          <a:xfrm>
            <a:off x="4691935" y="4359008"/>
            <a:ext cx="171360" cy="959400"/>
            <a:chOff x="7863578" y="3927960"/>
            <a:chExt cx="171360" cy="95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9CAE717-8793-39DB-0690-2F1D492B67E5}"/>
                    </a:ext>
                  </a:extLst>
                </p14:cNvPr>
                <p14:cNvContentPartPr/>
                <p14:nvPr/>
              </p14:nvContentPartPr>
              <p14:xfrm>
                <a:off x="7874018" y="3927960"/>
                <a:ext cx="98640" cy="137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9CAE717-8793-39DB-0690-2F1D492B67E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867898" y="3921840"/>
                  <a:ext cx="110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2D550E0-D60B-A6C8-2A4D-A4BFC3069B0E}"/>
                    </a:ext>
                  </a:extLst>
                </p14:cNvPr>
                <p14:cNvContentPartPr/>
                <p14:nvPr/>
              </p14:nvContentPartPr>
              <p14:xfrm>
                <a:off x="7863578" y="4087080"/>
                <a:ext cx="115920" cy="177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2D550E0-D60B-A6C8-2A4D-A4BFC3069B0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857458" y="4080960"/>
                  <a:ext cx="1281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4069E53-4CE2-BD03-3DEE-E7BF0C96F166}"/>
                    </a:ext>
                  </a:extLst>
                </p14:cNvPr>
                <p14:cNvContentPartPr/>
                <p14:nvPr/>
              </p14:nvContentPartPr>
              <p14:xfrm>
                <a:off x="7939898" y="4262040"/>
                <a:ext cx="88560" cy="323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4069E53-4CE2-BD03-3DEE-E7BF0C96F16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933778" y="4255920"/>
                  <a:ext cx="1008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7292937-C6D9-9A0F-781B-A411DC688DF9}"/>
                    </a:ext>
                  </a:extLst>
                </p14:cNvPr>
                <p14:cNvContentPartPr/>
                <p14:nvPr/>
              </p14:nvContentPartPr>
              <p14:xfrm>
                <a:off x="7949978" y="4639680"/>
                <a:ext cx="84960" cy="70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7292937-C6D9-9A0F-781B-A411DC688DF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943858" y="4633560"/>
                  <a:ext cx="972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0DA4BEE-CB7F-5F07-0F4A-AB75CF397C33}"/>
                    </a:ext>
                  </a:extLst>
                </p14:cNvPr>
                <p14:cNvContentPartPr/>
                <p14:nvPr/>
              </p14:nvContentPartPr>
              <p14:xfrm>
                <a:off x="7887338" y="4821120"/>
                <a:ext cx="60120" cy="66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0DA4BEE-CB7F-5F07-0F4A-AB75CF397C3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881218" y="4815000"/>
                  <a:ext cx="7236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E63F7B5A-7BF0-D485-615F-6A6156B03544}"/>
              </a:ext>
            </a:extLst>
          </p:cNvPr>
          <p:cNvGrpSpPr/>
          <p:nvPr/>
        </p:nvGrpSpPr>
        <p:grpSpPr>
          <a:xfrm>
            <a:off x="5265775" y="5478608"/>
            <a:ext cx="231840" cy="1068120"/>
            <a:chOff x="8437418" y="5047560"/>
            <a:chExt cx="231840" cy="10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CB6CFC2-A7DA-6AA0-6137-8BDB68590B92}"/>
                    </a:ext>
                  </a:extLst>
                </p14:cNvPr>
                <p14:cNvContentPartPr/>
                <p14:nvPr/>
              </p14:nvContentPartPr>
              <p14:xfrm>
                <a:off x="8505458" y="5049360"/>
                <a:ext cx="14040" cy="65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CB6CFC2-A7DA-6AA0-6137-8BDB68590B9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499338" y="5043240"/>
                  <a:ext cx="262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9747550-0D54-1B36-9A36-51208C74E409}"/>
                    </a:ext>
                  </a:extLst>
                </p14:cNvPr>
                <p14:cNvContentPartPr/>
                <p14:nvPr/>
              </p14:nvContentPartPr>
              <p14:xfrm>
                <a:off x="8523818" y="5047560"/>
                <a:ext cx="104760" cy="160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9747550-0D54-1B36-9A36-51208C74E40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517698" y="5041440"/>
                  <a:ext cx="1170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3EB92F2-B2C8-AA83-27EA-56767DB32834}"/>
                    </a:ext>
                  </a:extLst>
                </p14:cNvPr>
                <p14:cNvContentPartPr/>
                <p14:nvPr/>
              </p14:nvContentPartPr>
              <p14:xfrm>
                <a:off x="8452898" y="5219640"/>
                <a:ext cx="216360" cy="300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3EB92F2-B2C8-AA83-27EA-56767DB3283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446778" y="5213520"/>
                  <a:ext cx="2286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37824E2-80A0-3E8C-7FA2-60DE8CA37D15}"/>
                    </a:ext>
                  </a:extLst>
                </p14:cNvPr>
                <p14:cNvContentPartPr/>
                <p14:nvPr/>
              </p14:nvContentPartPr>
              <p14:xfrm>
                <a:off x="8437418" y="5495400"/>
                <a:ext cx="173880" cy="324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37824E2-80A0-3E8C-7FA2-60DE8CA37D1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431298" y="5489280"/>
                  <a:ext cx="1861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03DDFF1-66D4-11F1-36AF-6E84DDA9D6E1}"/>
                    </a:ext>
                  </a:extLst>
                </p14:cNvPr>
                <p14:cNvContentPartPr/>
                <p14:nvPr/>
              </p14:nvContentPartPr>
              <p14:xfrm>
                <a:off x="8472698" y="5877360"/>
                <a:ext cx="90360" cy="238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03DDFF1-66D4-11F1-36AF-6E84DDA9D6E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466578" y="5871240"/>
                  <a:ext cx="102600" cy="25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CB5594-DFA4-4CBB-65DB-5550D631ECC3}"/>
                  </a:ext>
                </a:extLst>
              </p:cNvPr>
              <p:cNvSpPr txBox="1"/>
              <p:nvPr/>
            </p:nvSpPr>
            <p:spPr>
              <a:xfrm>
                <a:off x="6261960" y="4736425"/>
                <a:ext cx="5616186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The two vectors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(:,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500" i="1">
                        <a:latin typeface="Cambria Math" panose="02040503050406030204" pitchFamily="18" charset="0"/>
                      </a:rPr>
                      <m:t>(:,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should be very far apart, </a:t>
                </a:r>
                <a:r>
                  <a:rPr lang="en-US" sz="2500" dirty="0" err="1"/>
                  <a:t>ie</a:t>
                </a:r>
                <a:endParaRPr lang="en-US" sz="25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CB5594-DFA4-4CBB-65DB-5550D631E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960" y="4736425"/>
                <a:ext cx="5616186" cy="861774"/>
              </a:xfrm>
              <a:prstGeom prst="rect">
                <a:avLst/>
              </a:prstGeom>
              <a:blipFill>
                <a:blip r:embed="rId147"/>
                <a:stretch>
                  <a:fillRect l="-1802" t="-5797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15F5AC-86DC-ABDC-A2A8-0BD37F48237F}"/>
                  </a:ext>
                </a:extLst>
              </p:cNvPr>
              <p:cNvSpPr txBox="1"/>
              <p:nvPr/>
            </p:nvSpPr>
            <p:spPr>
              <a:xfrm>
                <a:off x="7426762" y="5789308"/>
                <a:ext cx="367664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:,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:,</m:t>
                              </m:r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≫0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15F5AC-86DC-ABDC-A2A8-0BD37F482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762" y="5789308"/>
                <a:ext cx="3676648" cy="477054"/>
              </a:xfrm>
              <a:prstGeom prst="rect">
                <a:avLst/>
              </a:prstGeom>
              <a:blipFill>
                <a:blip r:embed="rId148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9B8D4BD6-03E0-8FF2-F9DF-A25BA9408899}"/>
              </a:ext>
            </a:extLst>
          </p:cNvPr>
          <p:cNvSpPr/>
          <p:nvPr/>
        </p:nvSpPr>
        <p:spPr>
          <a:xfrm>
            <a:off x="6096000" y="4272968"/>
            <a:ext cx="5782146" cy="2343963"/>
          </a:xfrm>
          <a:prstGeom prst="rect">
            <a:avLst/>
          </a:prstGeom>
          <a:noFill/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5458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5FCC2-4865-4056-8E13-2B513EAD2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B7F07-AA18-1D51-C04F-72104C1D0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687"/>
            <a:ext cx="11622437" cy="1325563"/>
          </a:xfrm>
        </p:spPr>
        <p:txBody>
          <a:bodyPr/>
          <a:lstStyle/>
          <a:p>
            <a:r>
              <a:rPr lang="en-US" dirty="0"/>
              <a:t>Deriving a random walk-based distance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D862FAE-B24E-2573-EF0C-B7722D9E248C}"/>
              </a:ext>
            </a:extLst>
          </p:cNvPr>
          <p:cNvSpPr txBox="1"/>
          <p:nvPr/>
        </p:nvSpPr>
        <p:spPr>
          <a:xfrm>
            <a:off x="4618134" y="1591573"/>
            <a:ext cx="726001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7030A0"/>
                </a:solidFill>
              </a:rPr>
              <a:t>If you start a random walk at A or B, </a:t>
            </a:r>
            <a:r>
              <a:rPr lang="en-US" sz="2500" u="sng" dirty="0">
                <a:solidFill>
                  <a:srgbClr val="7030A0"/>
                </a:solidFill>
              </a:rPr>
              <a:t>after t steps</a:t>
            </a:r>
            <a:r>
              <a:rPr lang="en-US" sz="2500" dirty="0">
                <a:solidFill>
                  <a:srgbClr val="7030A0"/>
                </a:solidFill>
              </a:rPr>
              <a:t> you will likely be at the same vertices (middle)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A3C0C9-9F55-DBD5-106F-C9CF9A8C269C}"/>
                  </a:ext>
                </a:extLst>
              </p:cNvPr>
              <p:cNvSpPr txBox="1"/>
              <p:nvPr/>
            </p:nvSpPr>
            <p:spPr>
              <a:xfrm>
                <a:off x="6261960" y="4736425"/>
                <a:ext cx="5616186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The two vectors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(:,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500" i="1">
                        <a:latin typeface="Cambria Math" panose="02040503050406030204" pitchFamily="18" charset="0"/>
                      </a:rPr>
                      <m:t>(:,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should be </a:t>
                </a:r>
                <a:r>
                  <a:rPr lang="en-US" sz="2500" b="1" dirty="0"/>
                  <a:t>close together</a:t>
                </a:r>
                <a:r>
                  <a:rPr lang="en-US" sz="2500" dirty="0"/>
                  <a:t>, </a:t>
                </a:r>
                <a:r>
                  <a:rPr lang="en-US" sz="2500" dirty="0" err="1"/>
                  <a:t>ie</a:t>
                </a:r>
                <a:endParaRPr lang="en-US" sz="25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A3C0C9-9F55-DBD5-106F-C9CF9A8C2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960" y="4736425"/>
                <a:ext cx="5616186" cy="861774"/>
              </a:xfrm>
              <a:prstGeom prst="rect">
                <a:avLst/>
              </a:prstGeom>
              <a:blipFill>
                <a:blip r:embed="rId2"/>
                <a:stretch>
                  <a:fillRect l="-1802" t="-5797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7E9F7B-84E1-5667-3F1C-2899DA602F04}"/>
                  </a:ext>
                </a:extLst>
              </p:cNvPr>
              <p:cNvSpPr txBox="1"/>
              <p:nvPr/>
            </p:nvSpPr>
            <p:spPr>
              <a:xfrm>
                <a:off x="7426762" y="5789308"/>
                <a:ext cx="3626955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:,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:,</m:t>
                              </m:r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≈0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7E9F7B-84E1-5667-3F1C-2899DA602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762" y="5789308"/>
                <a:ext cx="3626955" cy="477054"/>
              </a:xfrm>
              <a:prstGeom prst="rect">
                <a:avLst/>
              </a:prstGeom>
              <a:blipFill>
                <a:blip r:embed="rId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B8ED86F5-453F-8828-A484-4C435275B005}"/>
              </a:ext>
            </a:extLst>
          </p:cNvPr>
          <p:cNvSpPr/>
          <p:nvPr/>
        </p:nvSpPr>
        <p:spPr>
          <a:xfrm>
            <a:off x="6096000" y="4272968"/>
            <a:ext cx="5782146" cy="2343963"/>
          </a:xfrm>
          <a:prstGeom prst="rect">
            <a:avLst/>
          </a:prstGeom>
          <a:noFill/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AE3AB9C-4398-12E1-4A60-D716D2DC939E}"/>
              </a:ext>
            </a:extLst>
          </p:cNvPr>
          <p:cNvGrpSpPr/>
          <p:nvPr/>
        </p:nvGrpSpPr>
        <p:grpSpPr>
          <a:xfrm>
            <a:off x="860095" y="1257998"/>
            <a:ext cx="2838240" cy="2634840"/>
            <a:chOff x="8358937" y="4082799"/>
            <a:chExt cx="2838240" cy="263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DFE270C-DC7C-101D-E0D3-0E2E89E6E839}"/>
                    </a:ext>
                  </a:extLst>
                </p14:cNvPr>
                <p14:cNvContentPartPr/>
                <p14:nvPr/>
              </p14:nvContentPartPr>
              <p14:xfrm>
                <a:off x="8358937" y="4850679"/>
                <a:ext cx="248760" cy="309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DFE270C-DC7C-101D-E0D3-0E2E89E6E83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52817" y="4844559"/>
                  <a:ext cx="2610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2A61618-63E5-3DE8-7BC1-3393188EADCA}"/>
                    </a:ext>
                  </a:extLst>
                </p14:cNvPr>
                <p14:cNvContentPartPr/>
                <p14:nvPr/>
              </p14:nvContentPartPr>
              <p14:xfrm>
                <a:off x="8563057" y="4211319"/>
                <a:ext cx="667440" cy="691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2A61618-63E5-3DE8-7BC1-3393188EADC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56937" y="4205199"/>
                  <a:ext cx="67968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1299214-2AEA-D01A-FB1F-0A1BEDF8BCD6}"/>
                    </a:ext>
                  </a:extLst>
                </p14:cNvPr>
                <p14:cNvContentPartPr/>
                <p14:nvPr/>
              </p14:nvContentPartPr>
              <p14:xfrm>
                <a:off x="9266857" y="4082799"/>
                <a:ext cx="180360" cy="234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1299214-2AEA-D01A-FB1F-0A1BEDF8BCD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260737" y="4076679"/>
                  <a:ext cx="1926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4C54E4B-8873-4483-0280-CDFD3B3C9A18}"/>
                    </a:ext>
                  </a:extLst>
                </p14:cNvPr>
                <p14:cNvContentPartPr/>
                <p14:nvPr/>
              </p14:nvContentPartPr>
              <p14:xfrm>
                <a:off x="8666017" y="5049399"/>
                <a:ext cx="783000" cy="3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4C54E4B-8873-4483-0280-CDFD3B3C9A1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59897" y="5043279"/>
                  <a:ext cx="79524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939CE31-4577-0CAA-4DBE-19AA83894844}"/>
                    </a:ext>
                  </a:extLst>
                </p14:cNvPr>
                <p14:cNvContentPartPr/>
                <p14:nvPr/>
              </p14:nvContentPartPr>
              <p14:xfrm>
                <a:off x="9436057" y="4949679"/>
                <a:ext cx="162360" cy="2293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939CE31-4577-0CAA-4DBE-19AA8389484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29937" y="4943559"/>
                  <a:ext cx="1746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159CF52-DCDB-5606-64F0-B4F33B4173ED}"/>
                    </a:ext>
                  </a:extLst>
                </p14:cNvPr>
                <p14:cNvContentPartPr/>
                <p14:nvPr/>
              </p14:nvContentPartPr>
              <p14:xfrm>
                <a:off x="8642617" y="4565199"/>
                <a:ext cx="928800" cy="416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159CF52-DCDB-5606-64F0-B4F33B4173E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36497" y="4559079"/>
                  <a:ext cx="9410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4079811-D4E9-A856-E8E4-C6C449804F08}"/>
                    </a:ext>
                  </a:extLst>
                </p14:cNvPr>
                <p14:cNvContentPartPr/>
                <p14:nvPr/>
              </p14:nvContentPartPr>
              <p14:xfrm>
                <a:off x="8703097" y="5152719"/>
                <a:ext cx="978840" cy="853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4079811-D4E9-A856-E8E4-C6C449804F0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696977" y="5146599"/>
                  <a:ext cx="991080" cy="86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8B621D3-2084-F0CA-6E60-061D574225B9}"/>
                    </a:ext>
                  </a:extLst>
                </p14:cNvPr>
                <p14:cNvContentPartPr/>
                <p14:nvPr/>
              </p14:nvContentPartPr>
              <p14:xfrm>
                <a:off x="8676457" y="5278359"/>
                <a:ext cx="1073880" cy="1439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8B621D3-2084-F0CA-6E60-061D574225B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70337" y="5272239"/>
                  <a:ext cx="1086120" cy="14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C484AD-F5F2-9E7B-2ADA-367C28BE1C8D}"/>
                    </a:ext>
                  </a:extLst>
                </p14:cNvPr>
                <p14:cNvContentPartPr/>
                <p14:nvPr/>
              </p14:nvContentPartPr>
              <p14:xfrm>
                <a:off x="10808017" y="4734039"/>
                <a:ext cx="389160" cy="4438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C484AD-F5F2-9E7B-2ADA-367C28BE1C8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801897" y="4727919"/>
                  <a:ext cx="40140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466FD0A-BABE-81C7-DF2A-CE7C83AB33F2}"/>
                    </a:ext>
                  </a:extLst>
                </p14:cNvPr>
                <p14:cNvContentPartPr/>
                <p14:nvPr/>
              </p14:nvContentPartPr>
              <p14:xfrm>
                <a:off x="9631177" y="4187919"/>
                <a:ext cx="915840" cy="648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466FD0A-BABE-81C7-DF2A-CE7C83AB33F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25057" y="4181799"/>
                  <a:ext cx="92808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A4C28BC-7AF2-F1C5-AAA6-6442B8BA69FC}"/>
                    </a:ext>
                  </a:extLst>
                </p14:cNvPr>
                <p14:cNvContentPartPr/>
                <p14:nvPr/>
              </p14:nvContentPartPr>
              <p14:xfrm>
                <a:off x="9776977" y="4748439"/>
                <a:ext cx="534240" cy="112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A4C28BC-7AF2-F1C5-AAA6-6442B8BA69F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770857" y="4742319"/>
                  <a:ext cx="546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C398808-E6F5-E63B-27F9-F4A8DF4EAB3F}"/>
                    </a:ext>
                  </a:extLst>
                </p14:cNvPr>
                <p14:cNvContentPartPr/>
                <p14:nvPr/>
              </p14:nvContentPartPr>
              <p14:xfrm>
                <a:off x="9684457" y="5196639"/>
                <a:ext cx="683280" cy="23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C398808-E6F5-E63B-27F9-F4A8DF4EAB3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678337" y="5190519"/>
                  <a:ext cx="695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E36E297-C3B9-6382-58A5-9DEFC90AEEE9}"/>
                    </a:ext>
                  </a:extLst>
                </p14:cNvPr>
                <p14:cNvContentPartPr/>
                <p14:nvPr/>
              </p14:nvContentPartPr>
              <p14:xfrm>
                <a:off x="9771217" y="5468799"/>
                <a:ext cx="737640" cy="460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E36E297-C3B9-6382-58A5-9DEFC90AEEE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765097" y="5462679"/>
                  <a:ext cx="74988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E034FBB-8E6D-3142-F421-5F732420F8ED}"/>
                    </a:ext>
                  </a:extLst>
                </p14:cNvPr>
                <p14:cNvContentPartPr/>
                <p14:nvPr/>
              </p14:nvContentPartPr>
              <p14:xfrm>
                <a:off x="9836017" y="5551959"/>
                <a:ext cx="925560" cy="954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E034FBB-8E6D-3142-F421-5F732420F8E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29897" y="5545839"/>
                  <a:ext cx="937800" cy="966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D6458D72-A0A9-D3E7-7E6D-981ADE9E3F85}"/>
              </a:ext>
            </a:extLst>
          </p:cNvPr>
          <p:cNvSpPr txBox="1"/>
          <p:nvPr/>
        </p:nvSpPr>
        <p:spPr>
          <a:xfrm>
            <a:off x="521413" y="1457480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A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227F069-CD6A-AE1F-2553-DF9CB7E0A21A}"/>
              </a:ext>
            </a:extLst>
          </p:cNvPr>
          <p:cNvSpPr txBox="1"/>
          <p:nvPr/>
        </p:nvSpPr>
        <p:spPr>
          <a:xfrm>
            <a:off x="3503755" y="1307113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B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6ADA84B-2822-E45B-DB2A-49717C74F577}"/>
              </a:ext>
            </a:extLst>
          </p:cNvPr>
          <p:cNvSpPr txBox="1"/>
          <p:nvPr/>
        </p:nvSpPr>
        <p:spPr>
          <a:xfrm>
            <a:off x="5347855" y="2565480"/>
            <a:ext cx="647401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This is because there are many paths between A &lt;--&gt; B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3004992-9B1F-5006-E736-DE4341B5D494}"/>
              </a:ext>
            </a:extLst>
          </p:cNvPr>
          <p:cNvGrpSpPr/>
          <p:nvPr/>
        </p:nvGrpSpPr>
        <p:grpSpPr>
          <a:xfrm>
            <a:off x="883419" y="4153284"/>
            <a:ext cx="2013120" cy="2935080"/>
            <a:chOff x="7006418" y="3844080"/>
            <a:chExt cx="2013120" cy="29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46A6130-B4AF-5567-CE54-E921857C8462}"/>
                    </a:ext>
                  </a:extLst>
                </p14:cNvPr>
                <p14:cNvContentPartPr/>
                <p14:nvPr/>
              </p14:nvContentPartPr>
              <p14:xfrm>
                <a:off x="7006418" y="3844080"/>
                <a:ext cx="2013120" cy="2220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46A6130-B4AF-5567-CE54-E921857C846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00298" y="3837960"/>
                  <a:ext cx="2025360" cy="22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A4000CB-8520-19C5-EC8E-DB2306BD1E3E}"/>
                    </a:ext>
                  </a:extLst>
                </p14:cNvPr>
                <p14:cNvContentPartPr/>
                <p14:nvPr/>
              </p14:nvContentPartPr>
              <p14:xfrm>
                <a:off x="7789778" y="6363360"/>
                <a:ext cx="190440" cy="415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A4000CB-8520-19C5-EC8E-DB2306BD1E3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83658" y="6357240"/>
                  <a:ext cx="20268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F1353E7-905E-CC06-C13D-4E37CCA92B82}"/>
                    </a:ext>
                  </a:extLst>
                </p14:cNvPr>
                <p14:cNvContentPartPr/>
                <p14:nvPr/>
              </p14:nvContentPartPr>
              <p14:xfrm>
                <a:off x="8106938" y="6183000"/>
                <a:ext cx="130680" cy="2311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F1353E7-905E-CC06-C13D-4E37CCA92B8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100818" y="6176880"/>
                  <a:ext cx="142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7F0D578-466F-D933-809A-9A4CAC3C79FF}"/>
                    </a:ext>
                  </a:extLst>
                </p14:cNvPr>
                <p14:cNvContentPartPr/>
                <p14:nvPr/>
              </p14:nvContentPartPr>
              <p14:xfrm>
                <a:off x="8041418" y="6274440"/>
                <a:ext cx="123120" cy="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7F0D578-466F-D933-809A-9A4CAC3C79F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35298" y="6268320"/>
                  <a:ext cx="135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5FECDCB-3466-4382-D976-1DF363579006}"/>
                    </a:ext>
                  </a:extLst>
                </p14:cNvPr>
                <p14:cNvContentPartPr/>
                <p14:nvPr/>
              </p14:nvContentPartPr>
              <p14:xfrm>
                <a:off x="7851698" y="3876840"/>
                <a:ext cx="182160" cy="22428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5FECDCB-3466-4382-D976-1DF36357900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845578" y="3870720"/>
                  <a:ext cx="194400" cy="225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B651BF8B-ABED-80C9-CAE0-F850461BCCEC}"/>
                  </a:ext>
                </a:extLst>
              </p14:cNvPr>
              <p14:cNvContentPartPr/>
              <p14:nvPr/>
            </p14:nvContentPartPr>
            <p14:xfrm>
              <a:off x="2247218" y="4143960"/>
              <a:ext cx="228960" cy="233208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B651BF8B-ABED-80C9-CAE0-F850461BCCE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241098" y="4137840"/>
                <a:ext cx="241200" cy="234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9210216-6DB1-856B-4908-B458319E2795}"/>
              </a:ext>
            </a:extLst>
          </p:cNvPr>
          <p:cNvGrpSpPr/>
          <p:nvPr/>
        </p:nvGrpSpPr>
        <p:grpSpPr>
          <a:xfrm>
            <a:off x="1662578" y="4366080"/>
            <a:ext cx="191520" cy="1492200"/>
            <a:chOff x="1662578" y="4366080"/>
            <a:chExt cx="191520" cy="149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B64AA5C-5C83-647B-A7E0-85C0461FEC11}"/>
                    </a:ext>
                  </a:extLst>
                </p14:cNvPr>
                <p14:cNvContentPartPr/>
                <p14:nvPr/>
              </p14:nvContentPartPr>
              <p14:xfrm>
                <a:off x="1750418" y="4366080"/>
                <a:ext cx="80280" cy="142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B64AA5C-5C83-647B-A7E0-85C0461FEC1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744298" y="4359960"/>
                  <a:ext cx="925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0BD28A9-7A79-CA4E-D2C1-105D60D64D14}"/>
                    </a:ext>
                  </a:extLst>
                </p14:cNvPr>
                <p14:cNvContentPartPr/>
                <p14:nvPr/>
              </p14:nvContentPartPr>
              <p14:xfrm>
                <a:off x="1713338" y="4582080"/>
                <a:ext cx="131760" cy="2750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0BD28A9-7A79-CA4E-D2C1-105D60D64D1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07218" y="4575960"/>
                  <a:ext cx="1440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93EDAFE-4975-CE00-5259-49A433FBD96F}"/>
                    </a:ext>
                  </a:extLst>
                </p14:cNvPr>
                <p14:cNvContentPartPr/>
                <p14:nvPr/>
              </p14:nvContentPartPr>
              <p14:xfrm>
                <a:off x="1773098" y="4876920"/>
                <a:ext cx="75240" cy="335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93EDAFE-4975-CE00-5259-49A433FBD96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66978" y="4870800"/>
                  <a:ext cx="8748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38505CD-0BEA-A2EF-0974-8209A9AD5EC2}"/>
                    </a:ext>
                  </a:extLst>
                </p14:cNvPr>
                <p14:cNvContentPartPr/>
                <p14:nvPr/>
              </p14:nvContentPartPr>
              <p14:xfrm>
                <a:off x="1662578" y="5315760"/>
                <a:ext cx="187920" cy="298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38505CD-0BEA-A2EF-0974-8209A9AD5EC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56458" y="5309640"/>
                  <a:ext cx="2001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720577B-96F6-5D96-5420-57E12B0B3B9B}"/>
                    </a:ext>
                  </a:extLst>
                </p14:cNvPr>
                <p14:cNvContentPartPr/>
                <p14:nvPr/>
              </p14:nvContentPartPr>
              <p14:xfrm>
                <a:off x="1799738" y="5693400"/>
                <a:ext cx="54360" cy="164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720577B-96F6-5D96-5420-57E12B0B3B9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793618" y="5687280"/>
                  <a:ext cx="66600" cy="17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B303776D-11F5-C20B-C629-2C09ECD48306}"/>
                  </a:ext>
                </a:extLst>
              </p14:cNvPr>
              <p14:cNvContentPartPr/>
              <p14:nvPr/>
            </p14:nvContentPartPr>
            <p14:xfrm>
              <a:off x="1741058" y="6140520"/>
              <a:ext cx="88200" cy="2206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B303776D-11F5-C20B-C629-2C09ECD4830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734938" y="6134400"/>
                <a:ext cx="100440" cy="23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EDCACAC-977E-1F76-38B1-B2665DB07662}"/>
              </a:ext>
            </a:extLst>
          </p:cNvPr>
          <p:cNvGrpSpPr/>
          <p:nvPr/>
        </p:nvGrpSpPr>
        <p:grpSpPr>
          <a:xfrm>
            <a:off x="2176658" y="4208400"/>
            <a:ext cx="330840" cy="2137320"/>
            <a:chOff x="2176658" y="4208400"/>
            <a:chExt cx="330840" cy="213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572E659-66B1-2232-20A4-E510974B81B9}"/>
                    </a:ext>
                  </a:extLst>
                </p14:cNvPr>
                <p14:cNvContentPartPr/>
                <p14:nvPr/>
              </p14:nvContentPartPr>
              <p14:xfrm>
                <a:off x="2303018" y="4208400"/>
                <a:ext cx="204480" cy="2178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572E659-66B1-2232-20A4-E510974B81B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296898" y="4202280"/>
                  <a:ext cx="2167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37338B5-8CDE-41FE-FFA9-8DB6CC380AE3}"/>
                    </a:ext>
                  </a:extLst>
                </p14:cNvPr>
                <p14:cNvContentPartPr/>
                <p14:nvPr/>
              </p14:nvContentPartPr>
              <p14:xfrm>
                <a:off x="2252978" y="4636440"/>
                <a:ext cx="214200" cy="2642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37338B5-8CDE-41FE-FFA9-8DB6CC380AE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246858" y="4630320"/>
                  <a:ext cx="2264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ACDABB2-B37F-25BB-EDB2-CAC34A071091}"/>
                    </a:ext>
                  </a:extLst>
                </p14:cNvPr>
                <p14:cNvContentPartPr/>
                <p14:nvPr/>
              </p14:nvContentPartPr>
              <p14:xfrm>
                <a:off x="2176658" y="5091480"/>
                <a:ext cx="225360" cy="3160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ACDABB2-B37F-25BB-EDB2-CAC34A07109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170538" y="5085360"/>
                  <a:ext cx="2376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F7B45A6-BBE2-5595-BA00-D5EFA06F2EF4}"/>
                    </a:ext>
                  </a:extLst>
                </p14:cNvPr>
                <p14:cNvContentPartPr/>
                <p14:nvPr/>
              </p14:nvContentPartPr>
              <p14:xfrm>
                <a:off x="2312018" y="5419800"/>
                <a:ext cx="94320" cy="3074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F7B45A6-BBE2-5595-BA00-D5EFA06F2EF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05898" y="5413680"/>
                  <a:ext cx="1065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2D3860B-88F7-80D3-E66B-EA6FF88C265E}"/>
                    </a:ext>
                  </a:extLst>
                </p14:cNvPr>
                <p14:cNvContentPartPr/>
                <p14:nvPr/>
              </p14:nvContentPartPr>
              <p14:xfrm>
                <a:off x="2262698" y="5796360"/>
                <a:ext cx="145800" cy="3308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2D3860B-88F7-80D3-E66B-EA6FF88C265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256578" y="5790240"/>
                  <a:ext cx="1580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D502D20-6BAE-DACB-D2D9-CE20F1208D7A}"/>
                    </a:ext>
                  </a:extLst>
                </p14:cNvPr>
                <p14:cNvContentPartPr/>
                <p14:nvPr/>
              </p14:nvContentPartPr>
              <p14:xfrm>
                <a:off x="2377178" y="6120720"/>
                <a:ext cx="69840" cy="225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D502D20-6BAE-DACB-D2D9-CE20F1208D7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1058" y="6114600"/>
                  <a:ext cx="82080" cy="237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584578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0F538-DA07-7929-6D9D-5BAAB0A7F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05" y="85365"/>
            <a:ext cx="11625037" cy="1325563"/>
          </a:xfrm>
        </p:spPr>
        <p:txBody>
          <a:bodyPr/>
          <a:lstStyle/>
          <a:p>
            <a:r>
              <a:rPr lang="en-US" dirty="0"/>
              <a:t>Diffusion maps: a random walk based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C9AA0-4656-22BE-9CED-A3ECE9CAB6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74613"/>
                <a:ext cx="10515600" cy="14057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Define distance between vertices x, y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C9AA0-4656-22BE-9CED-A3ECE9CAB6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74613"/>
                <a:ext cx="10515600" cy="1405767"/>
              </a:xfrm>
              <a:blipFill>
                <a:blip r:embed="rId2"/>
                <a:stretch>
                  <a:fillRect l="-1206" t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5D0D2AE9-FAC4-E5A2-DB4D-F6EE2552DA09}"/>
              </a:ext>
            </a:extLst>
          </p:cNvPr>
          <p:cNvSpPr txBox="1"/>
          <p:nvPr/>
        </p:nvSpPr>
        <p:spPr>
          <a:xfrm>
            <a:off x="138805" y="2320754"/>
            <a:ext cx="11924584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b="1" dirty="0"/>
              <a:t>Big idea: </a:t>
            </a:r>
            <a:r>
              <a:rPr lang="en-US" sz="2600" dirty="0"/>
              <a:t>Probability transition matrix P</a:t>
            </a:r>
            <a:r>
              <a:rPr lang="en-US" sz="2600" baseline="30000" dirty="0"/>
              <a:t>t</a:t>
            </a:r>
            <a:r>
              <a:rPr lang="en-US" sz="2600" dirty="0"/>
              <a:t> models </a:t>
            </a:r>
            <a:r>
              <a:rPr lang="en-US" sz="2600" b="1" dirty="0"/>
              <a:t>all length-t paths</a:t>
            </a:r>
            <a:endParaRPr lang="en-US" sz="2600" dirty="0"/>
          </a:p>
          <a:p>
            <a:r>
              <a:rPr lang="en-US" sz="2200" dirty="0"/>
              <a:t>Vertices </a:t>
            </a:r>
            <a:r>
              <a:rPr lang="en-US" sz="2200" dirty="0" err="1"/>
              <a:t>x,y</a:t>
            </a:r>
            <a:r>
              <a:rPr lang="en-US" sz="2200" dirty="0"/>
              <a:t> are close if a walker starting at either x or y will end up at same vertices in length-t path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3330003-C16A-D057-FA9F-B144FE008398}"/>
                  </a:ext>
                </a:extLst>
              </p14:cNvPr>
              <p14:cNvContentPartPr/>
              <p14:nvPr/>
            </p14:nvContentPartPr>
            <p14:xfrm>
              <a:off x="4342026" y="4419548"/>
              <a:ext cx="360" cy="3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3330003-C16A-D057-FA9F-B144FE0083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35906" y="4413428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C347E78F-59ED-9A86-897E-B966D51BFA8B}"/>
              </a:ext>
            </a:extLst>
          </p:cNvPr>
          <p:cNvGrpSpPr/>
          <p:nvPr/>
        </p:nvGrpSpPr>
        <p:grpSpPr>
          <a:xfrm>
            <a:off x="339436" y="4562403"/>
            <a:ext cx="4654687" cy="2300614"/>
            <a:chOff x="629359" y="3907678"/>
            <a:chExt cx="5422680" cy="268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1D9E0DD-3076-096F-40AA-11C99F1691E5}"/>
                    </a:ext>
                  </a:extLst>
                </p14:cNvPr>
                <p14:cNvContentPartPr/>
                <p14:nvPr/>
              </p14:nvContentPartPr>
              <p14:xfrm>
                <a:off x="2444479" y="4928998"/>
                <a:ext cx="340200" cy="327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3C8D0BC-91F2-3844-C69D-F78C687A8A6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38359" y="4922878"/>
                  <a:ext cx="3524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59D5586-F445-9D77-7542-51BCF71FE73D}"/>
                    </a:ext>
                  </a:extLst>
                </p14:cNvPr>
                <p14:cNvContentPartPr/>
                <p14:nvPr/>
              </p14:nvContentPartPr>
              <p14:xfrm>
                <a:off x="2908879" y="5092078"/>
                <a:ext cx="890280" cy="5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38AE839-CDA2-77E6-1100-F215E4B507F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02759" y="5085958"/>
                  <a:ext cx="9025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555D402-5543-68DD-1E3C-8C0A37781616}"/>
                    </a:ext>
                  </a:extLst>
                </p14:cNvPr>
                <p14:cNvContentPartPr/>
                <p14:nvPr/>
              </p14:nvContentPartPr>
              <p14:xfrm>
                <a:off x="3933439" y="4905958"/>
                <a:ext cx="214200" cy="299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BD268BC-5DA7-EB71-DDE1-D39CED9B3BE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27319" y="4899838"/>
                  <a:ext cx="226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623DA86-3107-60DE-13F6-6ED966C4484A}"/>
                    </a:ext>
                  </a:extLst>
                </p14:cNvPr>
                <p14:cNvContentPartPr/>
                <p14:nvPr/>
              </p14:nvContentPartPr>
              <p14:xfrm>
                <a:off x="1156759" y="4151398"/>
                <a:ext cx="245880" cy="389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D27B7F1-63FB-884C-AC28-7D0B4686948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50639" y="4145278"/>
                  <a:ext cx="25812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B0ACE3C-70C9-B38D-6310-83DBA4A85E3F}"/>
                    </a:ext>
                  </a:extLst>
                </p14:cNvPr>
                <p14:cNvContentPartPr/>
                <p14:nvPr/>
              </p14:nvContentPartPr>
              <p14:xfrm>
                <a:off x="629359" y="5176678"/>
                <a:ext cx="220680" cy="273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D95FF0E-549F-3ABA-8CEA-B91EC8DC04F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23239" y="5170558"/>
                  <a:ext cx="232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37DAC32-B267-A1F0-AEC3-9FB5F8D99D60}"/>
                    </a:ext>
                  </a:extLst>
                </p14:cNvPr>
                <p14:cNvContentPartPr/>
                <p14:nvPr/>
              </p14:nvContentPartPr>
              <p14:xfrm>
                <a:off x="817999" y="6098638"/>
                <a:ext cx="273240" cy="292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E1AE97-1FEA-7AD8-F239-8D21BFFB1A0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11879" y="6092518"/>
                  <a:ext cx="2854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2A1A074-A73C-16A6-E44D-7E805087B058}"/>
                    </a:ext>
                  </a:extLst>
                </p14:cNvPr>
                <p14:cNvContentPartPr/>
                <p14:nvPr/>
              </p14:nvContentPartPr>
              <p14:xfrm>
                <a:off x="1834279" y="6189358"/>
                <a:ext cx="287640" cy="398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DC3C5D2-414C-D498-F1E2-CFDB2D38EAD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28159" y="6183238"/>
                  <a:ext cx="2998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6D48E37-A9FF-DD5C-82DC-1646D8683FF7}"/>
                    </a:ext>
                  </a:extLst>
                </p14:cNvPr>
                <p14:cNvContentPartPr/>
                <p14:nvPr/>
              </p14:nvContentPartPr>
              <p14:xfrm>
                <a:off x="2374279" y="5647198"/>
                <a:ext cx="126720" cy="307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17D1662-3DA2-0997-FCD4-D561C663E31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368159" y="5641078"/>
                  <a:ext cx="1389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A496788-C9FA-BF3B-470D-407D9A9BB4B2}"/>
                    </a:ext>
                  </a:extLst>
                </p14:cNvPr>
                <p14:cNvContentPartPr/>
                <p14:nvPr/>
              </p14:nvContentPartPr>
              <p14:xfrm>
                <a:off x="1457359" y="4534798"/>
                <a:ext cx="828720" cy="508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C4FD105-D0FA-F442-E13F-27E226B00AB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51239" y="4528678"/>
                  <a:ext cx="84096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64507CC-8EDC-8FE8-9300-B5AC3D223A8A}"/>
                    </a:ext>
                  </a:extLst>
                </p14:cNvPr>
                <p14:cNvContentPartPr/>
                <p14:nvPr/>
              </p14:nvContentPartPr>
              <p14:xfrm>
                <a:off x="2560399" y="5502118"/>
                <a:ext cx="360" cy="171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7DA649-3625-6467-66E2-4FD502EAC6A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554279" y="5495998"/>
                  <a:ext cx="12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71BDFB5-F681-DD60-8375-3183AB7880F6}"/>
                    </a:ext>
                  </a:extLst>
                </p14:cNvPr>
                <p14:cNvContentPartPr/>
                <p14:nvPr/>
              </p14:nvContentPartPr>
              <p14:xfrm>
                <a:off x="2208319" y="6143278"/>
                <a:ext cx="164160" cy="83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7262E8F-A69A-844E-521F-F6378E1B38D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202199" y="6137158"/>
                  <a:ext cx="1764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41E6162-3B96-AEC8-4D56-7A7BF53AC8E7}"/>
                    </a:ext>
                  </a:extLst>
                </p14:cNvPr>
                <p14:cNvContentPartPr/>
                <p14:nvPr/>
              </p14:nvContentPartPr>
              <p14:xfrm>
                <a:off x="1345039" y="6255598"/>
                <a:ext cx="476640" cy="31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163C150-F426-832F-EDDD-9B274E0237F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338919" y="6249478"/>
                  <a:ext cx="488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B260BB0-414A-1C75-203F-033D48D8B51B}"/>
                    </a:ext>
                  </a:extLst>
                </p14:cNvPr>
                <p14:cNvContentPartPr/>
                <p14:nvPr/>
              </p14:nvContentPartPr>
              <p14:xfrm>
                <a:off x="779839" y="5579158"/>
                <a:ext cx="360" cy="298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D0D31A4-BF89-80C2-1520-E7BF65F53D0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73719" y="5573038"/>
                  <a:ext cx="126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002D366-90E9-C0AC-F1AE-D43AD6A2C924}"/>
                    </a:ext>
                  </a:extLst>
                </p14:cNvPr>
                <p14:cNvContentPartPr/>
                <p14:nvPr/>
              </p14:nvContentPartPr>
              <p14:xfrm>
                <a:off x="855799" y="4812718"/>
                <a:ext cx="268560" cy="279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B9BE93A-7E34-113B-24F5-09B1620E089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49679" y="4806598"/>
                  <a:ext cx="280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9CD38B9-7C46-579B-FCBA-FF4D2BCF5CF3}"/>
                    </a:ext>
                  </a:extLst>
                </p14:cNvPr>
                <p14:cNvContentPartPr/>
                <p14:nvPr/>
              </p14:nvContentPartPr>
              <p14:xfrm>
                <a:off x="994399" y="5428678"/>
                <a:ext cx="658800" cy="632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544CE9B-9ED1-5ED2-A4FA-769F8F4FCCB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88279" y="5422558"/>
                  <a:ext cx="67104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EF206CE-4E45-6BCA-0380-F77D526F55F7}"/>
                    </a:ext>
                  </a:extLst>
                </p14:cNvPr>
                <p14:cNvContentPartPr/>
                <p14:nvPr/>
              </p14:nvContentPartPr>
              <p14:xfrm>
                <a:off x="1192399" y="5283598"/>
                <a:ext cx="1157760" cy="425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D6D5AC1-5555-9510-1370-FDBDAD19DDD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86279" y="5277478"/>
                  <a:ext cx="11700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84EC4B4-3F81-96BC-AE3F-925A6EA60904}"/>
                    </a:ext>
                  </a:extLst>
                </p14:cNvPr>
                <p14:cNvContentPartPr/>
                <p14:nvPr/>
              </p14:nvContentPartPr>
              <p14:xfrm>
                <a:off x="1254319" y="5117638"/>
                <a:ext cx="1037160" cy="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0A0A0E3-BA59-D890-57A3-38194812A15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248199" y="5111518"/>
                  <a:ext cx="1049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3627214-9679-8F4B-1424-BC82292ADBA5}"/>
                    </a:ext>
                  </a:extLst>
                </p14:cNvPr>
                <p14:cNvContentPartPr/>
                <p14:nvPr/>
              </p14:nvContentPartPr>
              <p14:xfrm>
                <a:off x="1298959" y="4655398"/>
                <a:ext cx="14400" cy="1332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D38E0C-46D2-4972-713F-4B7289ACCFB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292839" y="4649278"/>
                  <a:ext cx="26640" cy="13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8FBD0A3-0E63-FDB4-599A-2A22BECBFE3A}"/>
                    </a:ext>
                  </a:extLst>
                </p14:cNvPr>
                <p14:cNvContentPartPr/>
                <p14:nvPr/>
              </p14:nvContentPartPr>
              <p14:xfrm>
                <a:off x="1544839" y="4940878"/>
                <a:ext cx="213120" cy="1337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768F70C-53CC-8E2D-132C-3AFA67E3941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538719" y="4934758"/>
                  <a:ext cx="225360" cy="13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ED7BE09-CB16-0767-D495-88CB3AEEEBB4}"/>
                    </a:ext>
                  </a:extLst>
                </p14:cNvPr>
                <p14:cNvContentPartPr/>
                <p14:nvPr/>
              </p14:nvContentPartPr>
              <p14:xfrm>
                <a:off x="1716919" y="5009638"/>
                <a:ext cx="660960" cy="572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FA3DCEB-F86E-04C3-E485-7605D5F2430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710799" y="5003518"/>
                  <a:ext cx="67320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E774260-62F8-BC5B-D3B8-28841C6F0A40}"/>
                    </a:ext>
                  </a:extLst>
                </p14:cNvPr>
                <p14:cNvContentPartPr/>
                <p14:nvPr/>
              </p14:nvContentPartPr>
              <p14:xfrm>
                <a:off x="1014559" y="5251198"/>
                <a:ext cx="1172520" cy="766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BB00413-5EC1-2258-D1F3-299359EF031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08439" y="5245078"/>
                  <a:ext cx="1184760" cy="77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2C45329-8E3C-293D-4F05-D434A339289C}"/>
                    </a:ext>
                  </a:extLst>
                </p14:cNvPr>
                <p14:cNvContentPartPr/>
                <p14:nvPr/>
              </p14:nvContentPartPr>
              <p14:xfrm>
                <a:off x="1032199" y="5024398"/>
                <a:ext cx="135720" cy="996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5FD9031-42AE-3E12-F10C-0303A789D1E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26079" y="5018278"/>
                  <a:ext cx="147960" cy="10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ACC28BA-7AE1-BE73-A181-28047672163B}"/>
                    </a:ext>
                  </a:extLst>
                </p14:cNvPr>
                <p14:cNvContentPartPr/>
                <p14:nvPr/>
              </p14:nvContentPartPr>
              <p14:xfrm>
                <a:off x="4816159" y="3907678"/>
                <a:ext cx="223560" cy="211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9435C8C-5D3C-CC9F-6C5C-DB23099298A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10039" y="3901558"/>
                  <a:ext cx="235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818D573-551A-7B94-582C-B86FB748976E}"/>
                    </a:ext>
                  </a:extLst>
                </p14:cNvPr>
                <p14:cNvContentPartPr/>
                <p14:nvPr/>
              </p14:nvContentPartPr>
              <p14:xfrm>
                <a:off x="5638039" y="4424278"/>
                <a:ext cx="185400" cy="221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75651DA-3451-AA50-1DEF-63BE175A669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631919" y="4418158"/>
                  <a:ext cx="1976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1267188-A019-F36C-CAFC-D2D48AD17E5D}"/>
                    </a:ext>
                  </a:extLst>
                </p14:cNvPr>
                <p14:cNvContentPartPr/>
                <p14:nvPr/>
              </p14:nvContentPartPr>
              <p14:xfrm>
                <a:off x="5831719" y="5423638"/>
                <a:ext cx="220320" cy="219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0F3059E-7332-6FB8-59F7-C0026D580F3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825599" y="5417518"/>
                  <a:ext cx="232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54F0DBF-7ADA-89E5-B401-7BEDDA2C1232}"/>
                    </a:ext>
                  </a:extLst>
                </p14:cNvPr>
                <p14:cNvContentPartPr/>
                <p14:nvPr/>
              </p14:nvContentPartPr>
              <p14:xfrm>
                <a:off x="5280559" y="6140398"/>
                <a:ext cx="250920" cy="261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907E5D4-9034-9626-1366-89A1A91FBE1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274439" y="6134278"/>
                  <a:ext cx="2631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F1F4C4E-49F6-0165-A267-6799D394F8E3}"/>
                    </a:ext>
                  </a:extLst>
                </p14:cNvPr>
                <p14:cNvContentPartPr/>
                <p14:nvPr/>
              </p14:nvContentPartPr>
              <p14:xfrm>
                <a:off x="4322599" y="5899198"/>
                <a:ext cx="268920" cy="417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C04006B-5101-554E-0325-E540936D789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316479" y="5893078"/>
                  <a:ext cx="2811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4CCF376-E786-2C9B-CF26-788A414C2F85}"/>
                    </a:ext>
                  </a:extLst>
                </p14:cNvPr>
                <p14:cNvContentPartPr/>
                <p14:nvPr/>
              </p14:nvContentPartPr>
              <p14:xfrm>
                <a:off x="4120279" y="5404918"/>
                <a:ext cx="181800" cy="520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DEEB4D0-1996-B948-DABB-EA6D34C031A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114159" y="5398798"/>
                  <a:ext cx="19404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D01BD25-6140-BA44-C8B6-F89A03575FB4}"/>
                    </a:ext>
                  </a:extLst>
                </p14:cNvPr>
                <p14:cNvContentPartPr/>
                <p14:nvPr/>
              </p14:nvContentPartPr>
              <p14:xfrm>
                <a:off x="4239079" y="4242838"/>
                <a:ext cx="494640" cy="478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F5F017B-53E4-3BD3-A52A-46F35C0E3BB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232959" y="4236718"/>
                  <a:ext cx="5068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0B45216-A99B-5FD4-335F-68D62D6A739C}"/>
                    </a:ext>
                  </a:extLst>
                </p14:cNvPr>
                <p14:cNvContentPartPr/>
                <p14:nvPr/>
              </p14:nvContentPartPr>
              <p14:xfrm>
                <a:off x="5094439" y="4300438"/>
                <a:ext cx="321480" cy="191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51369E5-77E1-F396-9177-E2B8224F977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088319" y="4294318"/>
                  <a:ext cx="333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C512426-C6CE-4098-DF42-5C8683915E61}"/>
                    </a:ext>
                  </a:extLst>
                </p14:cNvPr>
                <p14:cNvContentPartPr/>
                <p14:nvPr/>
              </p14:nvContentPartPr>
              <p14:xfrm>
                <a:off x="5730919" y="4878958"/>
                <a:ext cx="72000" cy="402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31CFFDF-BDE1-4AE1-4E27-35C032707CD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724799" y="4872838"/>
                  <a:ext cx="842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3C446E5-7ED9-5592-43D6-AF9DDE15E98E}"/>
                    </a:ext>
                  </a:extLst>
                </p14:cNvPr>
                <p14:cNvContentPartPr/>
                <p14:nvPr/>
              </p14:nvContentPartPr>
              <p14:xfrm>
                <a:off x="5595559" y="5790478"/>
                <a:ext cx="167760" cy="332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E6F2024-06CF-EBEC-DE58-905C04402AD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589439" y="5784358"/>
                  <a:ext cx="1800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5096F1F-C73F-3936-A295-5C74F7B7F8BD}"/>
                    </a:ext>
                  </a:extLst>
                </p14:cNvPr>
                <p14:cNvContentPartPr/>
                <p14:nvPr/>
              </p14:nvContentPartPr>
              <p14:xfrm>
                <a:off x="4828759" y="6282238"/>
                <a:ext cx="339840" cy="4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22A5244-8317-8493-6549-207B7C6768D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822639" y="6276118"/>
                  <a:ext cx="3520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09E7D7A-C3CF-C3EC-55C7-7271B94E239E}"/>
                    </a:ext>
                  </a:extLst>
                </p14:cNvPr>
                <p14:cNvContentPartPr/>
                <p14:nvPr/>
              </p14:nvContentPartPr>
              <p14:xfrm>
                <a:off x="4385959" y="5169838"/>
                <a:ext cx="950040" cy="319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4EE77E5-08C9-FAB7-382C-A817F0465C2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379839" y="5163718"/>
                  <a:ext cx="9622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5796272-4A0A-475A-8D27-A242ABDC7EA5}"/>
                    </a:ext>
                  </a:extLst>
                </p14:cNvPr>
                <p14:cNvContentPartPr/>
                <p14:nvPr/>
              </p14:nvContentPartPr>
              <p14:xfrm>
                <a:off x="4636519" y="5838718"/>
                <a:ext cx="817920" cy="155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56B88ED-7EA7-64A6-D27F-CE1880EB1D1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630399" y="5832598"/>
                  <a:ext cx="830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CB77720-21CE-63ED-140A-5DB6630EFEFD}"/>
                    </a:ext>
                  </a:extLst>
                </p14:cNvPr>
                <p14:cNvContentPartPr/>
                <p14:nvPr/>
              </p14:nvContentPartPr>
              <p14:xfrm>
                <a:off x="4948279" y="4427158"/>
                <a:ext cx="139320" cy="1631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9180F6F-3F32-1306-4DD6-703C5580D9D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942159" y="4421038"/>
                  <a:ext cx="151560" cy="16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69FFA36-A7A3-7774-1659-DC3F23BD2629}"/>
                    </a:ext>
                  </a:extLst>
                </p14:cNvPr>
                <p14:cNvContentPartPr/>
                <p14:nvPr/>
              </p14:nvContentPartPr>
              <p14:xfrm>
                <a:off x="4492879" y="4644958"/>
                <a:ext cx="966960" cy="1063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8959768-2AEE-2731-9684-BEA1078B82D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486759" y="4638838"/>
                  <a:ext cx="979200" cy="10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F4491B0-BB27-03BF-9145-1E4DE37B0D0C}"/>
                    </a:ext>
                  </a:extLst>
                </p14:cNvPr>
                <p14:cNvContentPartPr/>
                <p14:nvPr/>
              </p14:nvContentPartPr>
              <p14:xfrm>
                <a:off x="5095519" y="4484038"/>
                <a:ext cx="479880" cy="1061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D922454-6F89-7072-7B7B-EB4DADCE72D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089399" y="4477918"/>
                  <a:ext cx="492120" cy="10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89B14F5-6597-864C-1A6D-F15BCF062336}"/>
                    </a:ext>
                  </a:extLst>
                </p14:cNvPr>
                <p14:cNvContentPartPr/>
                <p14:nvPr/>
              </p14:nvContentPartPr>
              <p14:xfrm>
                <a:off x="4443199" y="4757638"/>
                <a:ext cx="914040" cy="144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A702E83-E027-A049-BC5D-C3A4F3ABF8C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437079" y="4751518"/>
                  <a:ext cx="926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E2D4626-1B0A-6325-315B-6F0D2A73AB9A}"/>
                    </a:ext>
                  </a:extLst>
                </p14:cNvPr>
                <p14:cNvContentPartPr/>
                <p14:nvPr/>
              </p14:nvContentPartPr>
              <p14:xfrm>
                <a:off x="5128999" y="5665918"/>
                <a:ext cx="490680" cy="345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EC3500D-FD30-EDB1-312A-F53C3C0A4DC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122879" y="5659798"/>
                  <a:ext cx="5029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0CEFA4B-37DB-854A-0958-7CEBE9C5867C}"/>
                    </a:ext>
                  </a:extLst>
                </p14:cNvPr>
                <p14:cNvContentPartPr/>
                <p14:nvPr/>
              </p14:nvContentPartPr>
              <p14:xfrm>
                <a:off x="4644079" y="4856998"/>
                <a:ext cx="987840" cy="992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FC0DF84-D884-C5A8-C915-C1E3F2BBB8C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637959" y="4850878"/>
                  <a:ext cx="1000080" cy="1004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0" name="TextBox 169">
            <a:extLst>
              <a:ext uri="{FF2B5EF4-FFF2-40B4-BE49-F238E27FC236}">
                <a16:creationId xmlns:a16="http://schemas.microsoft.com/office/drawing/2014/main" id="{A0207DCC-6C36-5864-0D87-40F7EBB3B4AE}"/>
              </a:ext>
            </a:extLst>
          </p:cNvPr>
          <p:cNvSpPr txBox="1"/>
          <p:nvPr/>
        </p:nvSpPr>
        <p:spPr>
          <a:xfrm>
            <a:off x="1933304" y="499923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48017AD0-A943-1014-8B26-139247E1A2CF}"/>
              </a:ext>
            </a:extLst>
          </p:cNvPr>
          <p:cNvSpPr txBox="1"/>
          <p:nvPr/>
        </p:nvSpPr>
        <p:spPr>
          <a:xfrm>
            <a:off x="2948824" y="501956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188CEC10-825B-8152-9B94-6FBE2095905D}"/>
              </a:ext>
            </a:extLst>
          </p:cNvPr>
          <p:cNvGrpSpPr/>
          <p:nvPr/>
        </p:nvGrpSpPr>
        <p:grpSpPr>
          <a:xfrm>
            <a:off x="8831762" y="4664968"/>
            <a:ext cx="2248260" cy="2087140"/>
            <a:chOff x="8358937" y="4082799"/>
            <a:chExt cx="2838240" cy="263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90D95C3-4F62-946A-603C-CFD09C8B5FE8}"/>
                    </a:ext>
                  </a:extLst>
                </p14:cNvPr>
                <p14:cNvContentPartPr/>
                <p14:nvPr/>
              </p14:nvContentPartPr>
              <p14:xfrm>
                <a:off x="8358937" y="4850679"/>
                <a:ext cx="248760" cy="309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DFE270C-DC7C-101D-E0D3-0E2E89E6E83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352817" y="4844559"/>
                  <a:ext cx="2610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5CC9E47-8625-89BD-914B-38FFE9C1D1F0}"/>
                    </a:ext>
                  </a:extLst>
                </p14:cNvPr>
                <p14:cNvContentPartPr/>
                <p14:nvPr/>
              </p14:nvContentPartPr>
              <p14:xfrm>
                <a:off x="8563057" y="4211319"/>
                <a:ext cx="667440" cy="691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2A61618-63E5-3DE8-7BC1-3393188EADC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556937" y="4205199"/>
                  <a:ext cx="67968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0CB5794-7DD4-FBBA-0459-C8BC0B9FE4D2}"/>
                    </a:ext>
                  </a:extLst>
                </p14:cNvPr>
                <p14:cNvContentPartPr/>
                <p14:nvPr/>
              </p14:nvContentPartPr>
              <p14:xfrm>
                <a:off x="9266857" y="4082799"/>
                <a:ext cx="180360" cy="234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1299214-2AEA-D01A-FB1F-0A1BEDF8BCD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260737" y="4076679"/>
                  <a:ext cx="1926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F05AB9F-7612-7EE9-8254-F989AAD51D46}"/>
                    </a:ext>
                  </a:extLst>
                </p14:cNvPr>
                <p14:cNvContentPartPr/>
                <p14:nvPr/>
              </p14:nvContentPartPr>
              <p14:xfrm>
                <a:off x="8666017" y="5049399"/>
                <a:ext cx="783000" cy="3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4C54E4B-8873-4483-0280-CDFD3B3C9A1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659897" y="5043279"/>
                  <a:ext cx="79524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0473105-B41F-382D-E112-D64300F9DA85}"/>
                    </a:ext>
                  </a:extLst>
                </p14:cNvPr>
                <p14:cNvContentPartPr/>
                <p14:nvPr/>
              </p14:nvContentPartPr>
              <p14:xfrm>
                <a:off x="9436057" y="4949679"/>
                <a:ext cx="162360" cy="2293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939CE31-4577-0CAA-4DBE-19AA8389484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429937" y="4943559"/>
                  <a:ext cx="1746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CF2EDF6-2CCF-E31E-734D-EEB3939F4A34}"/>
                    </a:ext>
                  </a:extLst>
                </p14:cNvPr>
                <p14:cNvContentPartPr/>
                <p14:nvPr/>
              </p14:nvContentPartPr>
              <p14:xfrm>
                <a:off x="8642617" y="4565199"/>
                <a:ext cx="928800" cy="416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159CF52-DCDB-5606-64F0-B4F33B4173E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636497" y="4559079"/>
                  <a:ext cx="9410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E346AA2-EE83-B17C-0AAA-0816C3433BCF}"/>
                    </a:ext>
                  </a:extLst>
                </p14:cNvPr>
                <p14:cNvContentPartPr/>
                <p14:nvPr/>
              </p14:nvContentPartPr>
              <p14:xfrm>
                <a:off x="8703097" y="5152719"/>
                <a:ext cx="978840" cy="853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4079811-D4E9-A856-E8E4-C6C449804F0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696977" y="5146599"/>
                  <a:ext cx="991080" cy="86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C52F305-DBD1-24B2-1AFA-4BA9DA7C133C}"/>
                    </a:ext>
                  </a:extLst>
                </p14:cNvPr>
                <p14:cNvContentPartPr/>
                <p14:nvPr/>
              </p14:nvContentPartPr>
              <p14:xfrm>
                <a:off x="8676457" y="5278359"/>
                <a:ext cx="1073880" cy="1439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8B621D3-2084-F0CA-6E60-061D574225B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670337" y="5272239"/>
                  <a:ext cx="1086120" cy="14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37AFEE9-39E5-12CD-C2B7-A8D30BEDB0D0}"/>
                    </a:ext>
                  </a:extLst>
                </p14:cNvPr>
                <p14:cNvContentPartPr/>
                <p14:nvPr/>
              </p14:nvContentPartPr>
              <p14:xfrm>
                <a:off x="10808017" y="4734039"/>
                <a:ext cx="389160" cy="4438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C484AD-F5F2-9E7B-2ADA-367C28BE1C8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801897" y="4727919"/>
                  <a:ext cx="40140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B0684C2-97F6-BF04-448E-C1D28742D8F7}"/>
                    </a:ext>
                  </a:extLst>
                </p14:cNvPr>
                <p14:cNvContentPartPr/>
                <p14:nvPr/>
              </p14:nvContentPartPr>
              <p14:xfrm>
                <a:off x="9631177" y="4187919"/>
                <a:ext cx="915840" cy="648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466FD0A-BABE-81C7-DF2A-CE7C83AB33F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625057" y="4181799"/>
                  <a:ext cx="92808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3AE73E0-FADD-D016-AA2D-6542F45F1894}"/>
                    </a:ext>
                  </a:extLst>
                </p14:cNvPr>
                <p14:cNvContentPartPr/>
                <p14:nvPr/>
              </p14:nvContentPartPr>
              <p14:xfrm>
                <a:off x="9776977" y="4748439"/>
                <a:ext cx="534240" cy="112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A4C28BC-7AF2-F1C5-AAA6-6442B8BA69F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770857" y="4742319"/>
                  <a:ext cx="546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465FB3F-EA1D-43B2-DBBA-2DCD8F457960}"/>
                    </a:ext>
                  </a:extLst>
                </p14:cNvPr>
                <p14:cNvContentPartPr/>
                <p14:nvPr/>
              </p14:nvContentPartPr>
              <p14:xfrm>
                <a:off x="9684457" y="5196639"/>
                <a:ext cx="683280" cy="23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C398808-E6F5-E63B-27F9-F4A8DF4EAB3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678337" y="5190519"/>
                  <a:ext cx="695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52EF3C3-AA1A-E9B0-F1C9-212131553CCA}"/>
                    </a:ext>
                  </a:extLst>
                </p14:cNvPr>
                <p14:cNvContentPartPr/>
                <p14:nvPr/>
              </p14:nvContentPartPr>
              <p14:xfrm>
                <a:off x="9771217" y="5468799"/>
                <a:ext cx="737640" cy="460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E36E297-C3B9-6382-58A5-9DEFC90AEEE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765097" y="5462679"/>
                  <a:ext cx="74988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8D5593B-4712-C08D-3137-1B62146237E9}"/>
                    </a:ext>
                  </a:extLst>
                </p14:cNvPr>
                <p14:cNvContentPartPr/>
                <p14:nvPr/>
              </p14:nvContentPartPr>
              <p14:xfrm>
                <a:off x="9836017" y="5551959"/>
                <a:ext cx="925560" cy="954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E034FBB-8E6D-3142-F421-5F732420F8E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829897" y="5545839"/>
                  <a:ext cx="937800" cy="966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6605716C-7B65-0111-789A-A7DE73627123}"/>
              </a:ext>
            </a:extLst>
          </p:cNvPr>
          <p:cNvSpPr txBox="1"/>
          <p:nvPr/>
        </p:nvSpPr>
        <p:spPr>
          <a:xfrm>
            <a:off x="8535548" y="460958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490D565D-7243-C1B3-9E3D-9F0AD08C9365}"/>
              </a:ext>
            </a:extLst>
          </p:cNvPr>
          <p:cNvSpPr txBox="1"/>
          <p:nvPr/>
        </p:nvSpPr>
        <p:spPr>
          <a:xfrm>
            <a:off x="10945260" y="456240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310751A9-8F60-4274-CBB3-BAD0CEA59069}"/>
                  </a:ext>
                </a:extLst>
              </p:cNvPr>
              <p:cNvSpPr txBox="1"/>
              <p:nvPr/>
            </p:nvSpPr>
            <p:spPr>
              <a:xfrm>
                <a:off x="179866" y="3724019"/>
                <a:ext cx="553791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>
                    <a:solidFill>
                      <a:srgbClr val="C00000"/>
                    </a:solidFill>
                  </a:rPr>
                  <a:t>Large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0" u="sng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u="sng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walker starting at </a:t>
                </a:r>
                <a:r>
                  <a:rPr lang="en-US" b="1" dirty="0">
                    <a:solidFill>
                      <a:srgbClr val="C00000"/>
                    </a:solidFill>
                  </a:rPr>
                  <a:t>x </a:t>
                </a:r>
                <a:r>
                  <a:rPr lang="en-US" dirty="0">
                    <a:solidFill>
                      <a:srgbClr val="C00000"/>
                    </a:solidFill>
                  </a:rPr>
                  <a:t>more likely to end on left side, while walker starting at  </a:t>
                </a:r>
                <a:r>
                  <a:rPr lang="en-US" b="1" dirty="0">
                    <a:solidFill>
                      <a:srgbClr val="C00000"/>
                    </a:solidFill>
                  </a:rPr>
                  <a:t>y</a:t>
                </a:r>
                <a:r>
                  <a:rPr lang="en-US" dirty="0">
                    <a:solidFill>
                      <a:srgbClr val="C00000"/>
                    </a:solidFill>
                  </a:rPr>
                  <a:t> more likely to end at right side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310751A9-8F60-4274-CBB3-BAD0CEA59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66" y="3724019"/>
                <a:ext cx="5537916" cy="923330"/>
              </a:xfrm>
              <a:prstGeom prst="rect">
                <a:avLst/>
              </a:prstGeom>
              <a:blipFill>
                <a:blip r:embed="rId115"/>
                <a:stretch>
                  <a:fillRect l="-915" t="-4110" r="-915"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1587A293-2E88-3ABA-7D7C-7B3CC5712201}"/>
                  </a:ext>
                </a:extLst>
              </p:cNvPr>
              <p:cNvSpPr txBox="1"/>
              <p:nvPr/>
            </p:nvSpPr>
            <p:spPr>
              <a:xfrm>
                <a:off x="4899564" y="7081481"/>
                <a:ext cx="55379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Small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walkers starting at </a:t>
                </a:r>
                <a:r>
                  <a:rPr lang="en-US" b="1" dirty="0">
                    <a:solidFill>
                      <a:srgbClr val="C00000"/>
                    </a:solidFill>
                  </a:rPr>
                  <a:t>x</a:t>
                </a:r>
                <a:r>
                  <a:rPr lang="en-US" dirty="0">
                    <a:solidFill>
                      <a:srgbClr val="C00000"/>
                    </a:solidFill>
                  </a:rPr>
                  <a:t>,  </a:t>
                </a:r>
                <a:r>
                  <a:rPr lang="en-US" b="1" dirty="0">
                    <a:solidFill>
                      <a:srgbClr val="C00000"/>
                    </a:solidFill>
                  </a:rPr>
                  <a:t>y</a:t>
                </a:r>
                <a:r>
                  <a:rPr lang="en-US" dirty="0">
                    <a:solidFill>
                      <a:srgbClr val="C00000"/>
                    </a:solidFill>
                  </a:rPr>
                  <a:t> will reach different vertices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1587A293-2E88-3ABA-7D7C-7B3CC5712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564" y="7081481"/>
                <a:ext cx="5537916" cy="646331"/>
              </a:xfrm>
              <a:prstGeom prst="rect">
                <a:avLst/>
              </a:prstGeom>
              <a:blipFill>
                <a:blip r:embed="rId116"/>
                <a:stretch>
                  <a:fillRect l="-915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AED51D18-4757-6367-4377-003BEB57D746}"/>
                  </a:ext>
                </a:extLst>
              </p:cNvPr>
              <p:cNvSpPr txBox="1"/>
              <p:nvPr/>
            </p:nvSpPr>
            <p:spPr>
              <a:xfrm>
                <a:off x="6739649" y="3901659"/>
                <a:ext cx="55379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>
                    <a:solidFill>
                      <a:schemeClr val="accent6">
                        <a:lumMod val="75000"/>
                      </a:schemeClr>
                    </a:solidFill>
                  </a:rPr>
                  <a:t>Small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u="sng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u="sng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u="sng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 u="sng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u="sng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u="sng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u="sng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0" u="sng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u="sng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walker starting at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x or y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will likely end at middle vertex</a:t>
                </a:r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AED51D18-4757-6367-4377-003BEB57D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649" y="3901659"/>
                <a:ext cx="5537916" cy="646331"/>
              </a:xfrm>
              <a:prstGeom prst="rect">
                <a:avLst/>
              </a:prstGeom>
              <a:blipFill>
                <a:blip r:embed="rId117"/>
                <a:stretch>
                  <a:fillRect l="-915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14822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FB4E-E3C7-B1BC-3296-8BFF2258E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86F4-5A19-C2EF-BE18-B19E12A30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36" y="265372"/>
            <a:ext cx="10515600" cy="1325563"/>
          </a:xfrm>
        </p:spPr>
        <p:txBody>
          <a:bodyPr/>
          <a:lstStyle/>
          <a:p>
            <a:r>
              <a:rPr lang="en-US" dirty="0"/>
              <a:t>Diffusion maps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11D9EC-83CD-622A-5F6B-00F7A62A29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4057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Idea: define distance between vertices x, y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P is transition matrix of a random walk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C9AA0-4656-22BE-9CED-A3ECE9CAB6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405767"/>
              </a:xfrm>
              <a:blipFill>
                <a:blip r:embed="rId2"/>
                <a:stretch>
                  <a:fillRect l="-1206" t="-7143" b="-9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oogle Shape;139;p13">
            <a:extLst>
              <a:ext uri="{FF2B5EF4-FFF2-40B4-BE49-F238E27FC236}">
                <a16:creationId xmlns:a16="http://schemas.microsoft.com/office/drawing/2014/main" id="{60ED18C5-659F-28DD-7D7D-5371C364FAE1}"/>
              </a:ext>
            </a:extLst>
          </p:cNvPr>
          <p:cNvGrpSpPr/>
          <p:nvPr/>
        </p:nvGrpSpPr>
        <p:grpSpPr>
          <a:xfrm>
            <a:off x="206432" y="4360593"/>
            <a:ext cx="2784758" cy="2232035"/>
            <a:chOff x="4593376" y="1599099"/>
            <a:chExt cx="2200589" cy="1640067"/>
          </a:xfrm>
        </p:grpSpPr>
        <p:cxnSp>
          <p:nvCxnSpPr>
            <p:cNvPr id="5" name="Google Shape;140;p13">
              <a:extLst>
                <a:ext uri="{FF2B5EF4-FFF2-40B4-BE49-F238E27FC236}">
                  <a16:creationId xmlns:a16="http://schemas.microsoft.com/office/drawing/2014/main" id="{BBDE1390-A48D-1CA9-0BFB-EC439FC3210B}"/>
                </a:ext>
              </a:extLst>
            </p:cNvPr>
            <p:cNvCxnSpPr/>
            <p:nvPr/>
          </p:nvCxnSpPr>
          <p:spPr>
            <a:xfrm>
              <a:off x="4891800" y="2235600"/>
              <a:ext cx="318300" cy="72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" name="Google Shape;141;p13">
              <a:extLst>
                <a:ext uri="{FF2B5EF4-FFF2-40B4-BE49-F238E27FC236}">
                  <a16:creationId xmlns:a16="http://schemas.microsoft.com/office/drawing/2014/main" id="{7DBF92D6-D3F4-34C4-5BE4-95E04F3CDCE5}"/>
                </a:ext>
              </a:extLst>
            </p:cNvPr>
            <p:cNvCxnSpPr/>
            <p:nvPr/>
          </p:nvCxnSpPr>
          <p:spPr>
            <a:xfrm>
              <a:off x="6064275" y="2177700"/>
              <a:ext cx="258300" cy="1593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142;p13">
              <a:extLst>
                <a:ext uri="{FF2B5EF4-FFF2-40B4-BE49-F238E27FC236}">
                  <a16:creationId xmlns:a16="http://schemas.microsoft.com/office/drawing/2014/main" id="{60C822D6-86E6-4501-25E7-134CB0CB180B}"/>
                </a:ext>
              </a:extLst>
            </p:cNvPr>
            <p:cNvCxnSpPr/>
            <p:nvPr/>
          </p:nvCxnSpPr>
          <p:spPr>
            <a:xfrm rot="10800000" flipH="1">
              <a:off x="5731350" y="2172975"/>
              <a:ext cx="333000" cy="168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143;p13">
              <a:extLst>
                <a:ext uri="{FF2B5EF4-FFF2-40B4-BE49-F238E27FC236}">
                  <a16:creationId xmlns:a16="http://schemas.microsoft.com/office/drawing/2014/main" id="{3431C532-B862-C717-78B6-27F46308FD39}"/>
                </a:ext>
              </a:extLst>
            </p:cNvPr>
            <p:cNvCxnSpPr/>
            <p:nvPr/>
          </p:nvCxnSpPr>
          <p:spPr>
            <a:xfrm>
              <a:off x="5871275" y="1900275"/>
              <a:ext cx="188100" cy="2775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144;p13">
              <a:extLst>
                <a:ext uri="{FF2B5EF4-FFF2-40B4-BE49-F238E27FC236}">
                  <a16:creationId xmlns:a16="http://schemas.microsoft.com/office/drawing/2014/main" id="{FE96FFA1-02FB-EB54-6326-ACA1CC11F165}"/>
                </a:ext>
              </a:extLst>
            </p:cNvPr>
            <p:cNvCxnSpPr/>
            <p:nvPr/>
          </p:nvCxnSpPr>
          <p:spPr>
            <a:xfrm rot="10800000" flipH="1">
              <a:off x="6363425" y="2464950"/>
              <a:ext cx="270300" cy="1470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145;p13">
              <a:extLst>
                <a:ext uri="{FF2B5EF4-FFF2-40B4-BE49-F238E27FC236}">
                  <a16:creationId xmlns:a16="http://schemas.microsoft.com/office/drawing/2014/main" id="{2AC19A56-F31F-BD5A-A8E8-38819AAF7044}"/>
                </a:ext>
              </a:extLst>
            </p:cNvPr>
            <p:cNvCxnSpPr/>
            <p:nvPr/>
          </p:nvCxnSpPr>
          <p:spPr>
            <a:xfrm rot="10800000">
              <a:off x="6327325" y="2334575"/>
              <a:ext cx="306300" cy="1254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46;p13">
              <a:extLst>
                <a:ext uri="{FF2B5EF4-FFF2-40B4-BE49-F238E27FC236}">
                  <a16:creationId xmlns:a16="http://schemas.microsoft.com/office/drawing/2014/main" id="{EE8156FF-C055-63A9-EE7E-4C69A710B0B0}"/>
                </a:ext>
              </a:extLst>
            </p:cNvPr>
            <p:cNvCxnSpPr/>
            <p:nvPr/>
          </p:nvCxnSpPr>
          <p:spPr>
            <a:xfrm rot="10800000">
              <a:off x="6324700" y="2334475"/>
              <a:ext cx="33900" cy="2823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49;p13">
              <a:extLst>
                <a:ext uri="{FF2B5EF4-FFF2-40B4-BE49-F238E27FC236}">
                  <a16:creationId xmlns:a16="http://schemas.microsoft.com/office/drawing/2014/main" id="{5CD26030-C963-164B-D13E-09D1396E5B86}"/>
                </a:ext>
              </a:extLst>
            </p:cNvPr>
            <p:cNvCxnSpPr/>
            <p:nvPr/>
          </p:nvCxnSpPr>
          <p:spPr>
            <a:xfrm rot="10800000" flipH="1">
              <a:off x="5728925" y="1900225"/>
              <a:ext cx="144600" cy="2799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50;p13">
              <a:extLst>
                <a:ext uri="{FF2B5EF4-FFF2-40B4-BE49-F238E27FC236}">
                  <a16:creationId xmlns:a16="http://schemas.microsoft.com/office/drawing/2014/main" id="{20AF713A-A0B6-0FE4-C7CD-BEB0B94CEDC0}"/>
                </a:ext>
              </a:extLst>
            </p:cNvPr>
            <p:cNvCxnSpPr/>
            <p:nvPr/>
          </p:nvCxnSpPr>
          <p:spPr>
            <a:xfrm rot="10800000" flipH="1">
              <a:off x="5538350" y="2175400"/>
              <a:ext cx="197700" cy="2532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51;p13">
              <a:extLst>
                <a:ext uri="{FF2B5EF4-FFF2-40B4-BE49-F238E27FC236}">
                  <a16:creationId xmlns:a16="http://schemas.microsoft.com/office/drawing/2014/main" id="{7B52AC87-B698-0D06-FBB6-D9E756157217}"/>
                </a:ext>
              </a:extLst>
            </p:cNvPr>
            <p:cNvCxnSpPr/>
            <p:nvPr/>
          </p:nvCxnSpPr>
          <p:spPr>
            <a:xfrm rot="10800000">
              <a:off x="5477900" y="1999200"/>
              <a:ext cx="265500" cy="1785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2;p13">
              <a:extLst>
                <a:ext uri="{FF2B5EF4-FFF2-40B4-BE49-F238E27FC236}">
                  <a16:creationId xmlns:a16="http://schemas.microsoft.com/office/drawing/2014/main" id="{5CBBAF18-F30F-209A-389A-70BF6F7DA6A9}"/>
                </a:ext>
              </a:extLst>
            </p:cNvPr>
            <p:cNvCxnSpPr/>
            <p:nvPr/>
          </p:nvCxnSpPr>
          <p:spPr>
            <a:xfrm rot="10800000">
              <a:off x="5880950" y="1892900"/>
              <a:ext cx="352200" cy="363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54;p13">
              <a:extLst>
                <a:ext uri="{FF2B5EF4-FFF2-40B4-BE49-F238E27FC236}">
                  <a16:creationId xmlns:a16="http://schemas.microsoft.com/office/drawing/2014/main" id="{DE972D78-7840-FBAC-B1FB-C842C9156B2B}"/>
                </a:ext>
              </a:extLst>
            </p:cNvPr>
            <p:cNvCxnSpPr/>
            <p:nvPr/>
          </p:nvCxnSpPr>
          <p:spPr>
            <a:xfrm>
              <a:off x="5615550" y="1702425"/>
              <a:ext cx="250800" cy="1929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55;p13">
              <a:extLst>
                <a:ext uri="{FF2B5EF4-FFF2-40B4-BE49-F238E27FC236}">
                  <a16:creationId xmlns:a16="http://schemas.microsoft.com/office/drawing/2014/main" id="{5E2EAFB1-1F8D-7385-F7CC-2B14143EDA8D}"/>
                </a:ext>
              </a:extLst>
            </p:cNvPr>
            <p:cNvCxnSpPr/>
            <p:nvPr/>
          </p:nvCxnSpPr>
          <p:spPr>
            <a:xfrm rot="10800000" flipH="1">
              <a:off x="5478025" y="1683000"/>
              <a:ext cx="139800" cy="3210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56;p13">
              <a:extLst>
                <a:ext uri="{FF2B5EF4-FFF2-40B4-BE49-F238E27FC236}">
                  <a16:creationId xmlns:a16="http://schemas.microsoft.com/office/drawing/2014/main" id="{9EF9470C-9541-B758-A556-38F82EDB8EB9}"/>
                </a:ext>
              </a:extLst>
            </p:cNvPr>
            <p:cNvCxnSpPr/>
            <p:nvPr/>
          </p:nvCxnSpPr>
          <p:spPr>
            <a:xfrm rot="10800000" flipH="1">
              <a:off x="5205425" y="1998975"/>
              <a:ext cx="275100" cy="2511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57;p13">
              <a:extLst>
                <a:ext uri="{FF2B5EF4-FFF2-40B4-BE49-F238E27FC236}">
                  <a16:creationId xmlns:a16="http://schemas.microsoft.com/office/drawing/2014/main" id="{0F423129-E449-19A3-C4E4-ED068B802129}"/>
                </a:ext>
              </a:extLst>
            </p:cNvPr>
            <p:cNvCxnSpPr/>
            <p:nvPr/>
          </p:nvCxnSpPr>
          <p:spPr>
            <a:xfrm rot="10800000">
              <a:off x="5038900" y="1962950"/>
              <a:ext cx="164100" cy="2799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158;p13">
              <a:extLst>
                <a:ext uri="{FF2B5EF4-FFF2-40B4-BE49-F238E27FC236}">
                  <a16:creationId xmlns:a16="http://schemas.microsoft.com/office/drawing/2014/main" id="{BD59F24B-9804-0522-58F0-4052F53F9CF9}"/>
                </a:ext>
              </a:extLst>
            </p:cNvPr>
            <p:cNvCxnSpPr/>
            <p:nvPr/>
          </p:nvCxnSpPr>
          <p:spPr>
            <a:xfrm rot="10800000">
              <a:off x="5205425" y="2240350"/>
              <a:ext cx="2400" cy="4464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159;p13">
              <a:extLst>
                <a:ext uri="{FF2B5EF4-FFF2-40B4-BE49-F238E27FC236}">
                  <a16:creationId xmlns:a16="http://schemas.microsoft.com/office/drawing/2014/main" id="{B263BE07-C3B0-4C80-A8DB-7F2621EFAACC}"/>
                </a:ext>
              </a:extLst>
            </p:cNvPr>
            <p:cNvCxnSpPr/>
            <p:nvPr/>
          </p:nvCxnSpPr>
          <p:spPr>
            <a:xfrm rot="10800000">
              <a:off x="5867725" y="2583611"/>
              <a:ext cx="175500" cy="3108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160;p13">
              <a:extLst>
                <a:ext uri="{FF2B5EF4-FFF2-40B4-BE49-F238E27FC236}">
                  <a16:creationId xmlns:a16="http://schemas.microsoft.com/office/drawing/2014/main" id="{D9265591-EA54-4939-C4CF-64A9F0F160B6}"/>
                </a:ext>
              </a:extLst>
            </p:cNvPr>
            <p:cNvCxnSpPr/>
            <p:nvPr/>
          </p:nvCxnSpPr>
          <p:spPr>
            <a:xfrm>
              <a:off x="5527099" y="2421491"/>
              <a:ext cx="338400" cy="1596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161;p13">
              <a:extLst>
                <a:ext uri="{FF2B5EF4-FFF2-40B4-BE49-F238E27FC236}">
                  <a16:creationId xmlns:a16="http://schemas.microsoft.com/office/drawing/2014/main" id="{A1B075EA-A645-B332-C307-F0CC0D342B32}"/>
                </a:ext>
              </a:extLst>
            </p:cNvPr>
            <p:cNvCxnSpPr/>
            <p:nvPr/>
          </p:nvCxnSpPr>
          <p:spPr>
            <a:xfrm flipH="1">
              <a:off x="5618680" y="2576334"/>
              <a:ext cx="249600" cy="2520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162;p13">
              <a:extLst>
                <a:ext uri="{FF2B5EF4-FFF2-40B4-BE49-F238E27FC236}">
                  <a16:creationId xmlns:a16="http://schemas.microsoft.com/office/drawing/2014/main" id="{318B5067-CF7F-65E6-47EA-CCC04E5DAE55}"/>
                </a:ext>
              </a:extLst>
            </p:cNvPr>
            <p:cNvCxnSpPr/>
            <p:nvPr/>
          </p:nvCxnSpPr>
          <p:spPr>
            <a:xfrm>
              <a:off x="4687492" y="2522771"/>
              <a:ext cx="156900" cy="3045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163;p13">
              <a:extLst>
                <a:ext uri="{FF2B5EF4-FFF2-40B4-BE49-F238E27FC236}">
                  <a16:creationId xmlns:a16="http://schemas.microsoft.com/office/drawing/2014/main" id="{417E4C12-1DC8-2F43-1196-4C0D1A1B44F1}"/>
                </a:ext>
              </a:extLst>
            </p:cNvPr>
            <p:cNvCxnSpPr/>
            <p:nvPr/>
          </p:nvCxnSpPr>
          <p:spPr>
            <a:xfrm rot="10800000">
              <a:off x="5527662" y="2430631"/>
              <a:ext cx="93300" cy="4002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164;p13">
              <a:extLst>
                <a:ext uri="{FF2B5EF4-FFF2-40B4-BE49-F238E27FC236}">
                  <a16:creationId xmlns:a16="http://schemas.microsoft.com/office/drawing/2014/main" id="{2D012F55-1BAC-8456-4CD3-3AE66657C657}"/>
                </a:ext>
              </a:extLst>
            </p:cNvPr>
            <p:cNvCxnSpPr/>
            <p:nvPr/>
          </p:nvCxnSpPr>
          <p:spPr>
            <a:xfrm rot="10800000" flipH="1">
              <a:off x="4844504" y="2683211"/>
              <a:ext cx="366900" cy="1440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165;p13">
              <a:extLst>
                <a:ext uri="{FF2B5EF4-FFF2-40B4-BE49-F238E27FC236}">
                  <a16:creationId xmlns:a16="http://schemas.microsoft.com/office/drawing/2014/main" id="{BB5AE83C-F073-FFEF-BDD6-A8AF04F80E66}"/>
                </a:ext>
              </a:extLst>
            </p:cNvPr>
            <p:cNvCxnSpPr/>
            <p:nvPr/>
          </p:nvCxnSpPr>
          <p:spPr>
            <a:xfrm flipH="1">
              <a:off x="5076446" y="2683299"/>
              <a:ext cx="135000" cy="4626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166;p13">
              <a:extLst>
                <a:ext uri="{FF2B5EF4-FFF2-40B4-BE49-F238E27FC236}">
                  <a16:creationId xmlns:a16="http://schemas.microsoft.com/office/drawing/2014/main" id="{FBD835B6-3D89-1070-D916-E4693E3964F7}"/>
                </a:ext>
              </a:extLst>
            </p:cNvPr>
            <p:cNvCxnSpPr/>
            <p:nvPr/>
          </p:nvCxnSpPr>
          <p:spPr>
            <a:xfrm rot="10800000" flipH="1">
              <a:off x="5212771" y="2428779"/>
              <a:ext cx="310200" cy="2496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167;p13">
              <a:extLst>
                <a:ext uri="{FF2B5EF4-FFF2-40B4-BE49-F238E27FC236}">
                  <a16:creationId xmlns:a16="http://schemas.microsoft.com/office/drawing/2014/main" id="{EBDF6366-8A3E-86CA-6C0A-64EBBA888E59}"/>
                </a:ext>
              </a:extLst>
            </p:cNvPr>
            <p:cNvCxnSpPr/>
            <p:nvPr/>
          </p:nvCxnSpPr>
          <p:spPr>
            <a:xfrm>
              <a:off x="5212897" y="2688053"/>
              <a:ext cx="405600" cy="1452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168;p13">
              <a:extLst>
                <a:ext uri="{FF2B5EF4-FFF2-40B4-BE49-F238E27FC236}">
                  <a16:creationId xmlns:a16="http://schemas.microsoft.com/office/drawing/2014/main" id="{B574C94C-E379-0461-58E5-82B6AD7FC688}"/>
                </a:ext>
              </a:extLst>
            </p:cNvPr>
            <p:cNvCxnSpPr/>
            <p:nvPr/>
          </p:nvCxnSpPr>
          <p:spPr>
            <a:xfrm>
              <a:off x="4845138" y="2830831"/>
              <a:ext cx="234000" cy="3102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" name="Google Shape;169;p13">
              <a:extLst>
                <a:ext uri="{FF2B5EF4-FFF2-40B4-BE49-F238E27FC236}">
                  <a16:creationId xmlns:a16="http://schemas.microsoft.com/office/drawing/2014/main" id="{C33718F9-9CE6-77EC-A00F-57FBC2589E35}"/>
                </a:ext>
              </a:extLst>
            </p:cNvPr>
            <p:cNvSpPr/>
            <p:nvPr/>
          </p:nvSpPr>
          <p:spPr>
            <a:xfrm>
              <a:off x="4745813" y="2721782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32" name="Google Shape;170;p13">
              <a:extLst>
                <a:ext uri="{FF2B5EF4-FFF2-40B4-BE49-F238E27FC236}">
                  <a16:creationId xmlns:a16="http://schemas.microsoft.com/office/drawing/2014/main" id="{CF8866A3-E668-BE02-3292-45B67A353A2B}"/>
                </a:ext>
              </a:extLst>
            </p:cNvPr>
            <p:cNvSpPr/>
            <p:nvPr/>
          </p:nvSpPr>
          <p:spPr>
            <a:xfrm>
              <a:off x="5109583" y="2584536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33" name="Google Shape;171;p13">
              <a:extLst>
                <a:ext uri="{FF2B5EF4-FFF2-40B4-BE49-F238E27FC236}">
                  <a16:creationId xmlns:a16="http://schemas.microsoft.com/office/drawing/2014/main" id="{2955042F-9B4C-91FE-844C-A1F147665CA1}"/>
                </a:ext>
              </a:extLst>
            </p:cNvPr>
            <p:cNvSpPr/>
            <p:nvPr/>
          </p:nvSpPr>
          <p:spPr>
            <a:xfrm>
              <a:off x="5428910" y="2325143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34" name="Google Shape;172;p13">
              <a:extLst>
                <a:ext uri="{FF2B5EF4-FFF2-40B4-BE49-F238E27FC236}">
                  <a16:creationId xmlns:a16="http://schemas.microsoft.com/office/drawing/2014/main" id="{801620FB-B8FE-863F-482C-100C49D62A2A}"/>
                </a:ext>
              </a:extLst>
            </p:cNvPr>
            <p:cNvSpPr/>
            <p:nvPr/>
          </p:nvSpPr>
          <p:spPr>
            <a:xfrm>
              <a:off x="4980226" y="3041766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 dirty="0"/>
            </a:p>
          </p:txBody>
        </p:sp>
        <p:sp>
          <p:nvSpPr>
            <p:cNvPr id="35" name="Google Shape;173;p13">
              <a:extLst>
                <a:ext uri="{FF2B5EF4-FFF2-40B4-BE49-F238E27FC236}">
                  <a16:creationId xmlns:a16="http://schemas.microsoft.com/office/drawing/2014/main" id="{55AD4E66-B9C1-DA4B-85AB-C516C49E1FAD}"/>
                </a:ext>
              </a:extLst>
            </p:cNvPr>
            <p:cNvSpPr/>
            <p:nvPr/>
          </p:nvSpPr>
          <p:spPr>
            <a:xfrm>
              <a:off x="4593376" y="2428518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36" name="Google Shape;174;p13">
              <a:extLst>
                <a:ext uri="{FF2B5EF4-FFF2-40B4-BE49-F238E27FC236}">
                  <a16:creationId xmlns:a16="http://schemas.microsoft.com/office/drawing/2014/main" id="{50AF7F35-46B3-450D-4E18-4EB29EB2355A}"/>
                </a:ext>
              </a:extLst>
            </p:cNvPr>
            <p:cNvSpPr/>
            <p:nvPr/>
          </p:nvSpPr>
          <p:spPr>
            <a:xfrm>
              <a:off x="5767526" y="2481188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cxnSp>
          <p:nvCxnSpPr>
            <p:cNvPr id="37" name="Google Shape;175;p13">
              <a:extLst>
                <a:ext uri="{FF2B5EF4-FFF2-40B4-BE49-F238E27FC236}">
                  <a16:creationId xmlns:a16="http://schemas.microsoft.com/office/drawing/2014/main" id="{6A8AB1BB-6A83-2738-9ABE-A004728EE8EA}"/>
                </a:ext>
              </a:extLst>
            </p:cNvPr>
            <p:cNvCxnSpPr/>
            <p:nvPr/>
          </p:nvCxnSpPr>
          <p:spPr>
            <a:xfrm>
              <a:off x="6356137" y="2619815"/>
              <a:ext cx="338400" cy="1596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176;p13">
              <a:extLst>
                <a:ext uri="{FF2B5EF4-FFF2-40B4-BE49-F238E27FC236}">
                  <a16:creationId xmlns:a16="http://schemas.microsoft.com/office/drawing/2014/main" id="{AEF8A336-196E-E286-B6D2-0E665A6E0D2D}"/>
                </a:ext>
              </a:extLst>
            </p:cNvPr>
            <p:cNvCxnSpPr/>
            <p:nvPr/>
          </p:nvCxnSpPr>
          <p:spPr>
            <a:xfrm flipH="1">
              <a:off x="6424318" y="2774658"/>
              <a:ext cx="273000" cy="2469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177;p13">
              <a:extLst>
                <a:ext uri="{FF2B5EF4-FFF2-40B4-BE49-F238E27FC236}">
                  <a16:creationId xmlns:a16="http://schemas.microsoft.com/office/drawing/2014/main" id="{643BB918-0D67-97D5-9D5F-9E4DBAA451E5}"/>
                </a:ext>
              </a:extLst>
            </p:cNvPr>
            <p:cNvCxnSpPr/>
            <p:nvPr/>
          </p:nvCxnSpPr>
          <p:spPr>
            <a:xfrm rot="10800000">
              <a:off x="6356621" y="2628973"/>
              <a:ext cx="61500" cy="3945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178;p13">
              <a:extLst>
                <a:ext uri="{FF2B5EF4-FFF2-40B4-BE49-F238E27FC236}">
                  <a16:creationId xmlns:a16="http://schemas.microsoft.com/office/drawing/2014/main" id="{B47F712A-EDB0-76EC-7081-9B3688C022CA}"/>
                </a:ext>
              </a:extLst>
            </p:cNvPr>
            <p:cNvCxnSpPr/>
            <p:nvPr/>
          </p:nvCxnSpPr>
          <p:spPr>
            <a:xfrm rot="10800000" flipH="1">
              <a:off x="5774134" y="2894474"/>
              <a:ext cx="271500" cy="2334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179;p13">
              <a:extLst>
                <a:ext uri="{FF2B5EF4-FFF2-40B4-BE49-F238E27FC236}">
                  <a16:creationId xmlns:a16="http://schemas.microsoft.com/office/drawing/2014/main" id="{1FA43E42-9EA0-EE86-C723-6C90D39E931A}"/>
                </a:ext>
              </a:extLst>
            </p:cNvPr>
            <p:cNvCxnSpPr/>
            <p:nvPr/>
          </p:nvCxnSpPr>
          <p:spPr>
            <a:xfrm rot="10800000" flipH="1">
              <a:off x="6041809" y="2627103"/>
              <a:ext cx="310200" cy="2496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180;p13">
              <a:extLst>
                <a:ext uri="{FF2B5EF4-FFF2-40B4-BE49-F238E27FC236}">
                  <a16:creationId xmlns:a16="http://schemas.microsoft.com/office/drawing/2014/main" id="{3A424CAB-9A09-FB38-62BE-1F97A9631FBF}"/>
                </a:ext>
              </a:extLst>
            </p:cNvPr>
            <p:cNvCxnSpPr/>
            <p:nvPr/>
          </p:nvCxnSpPr>
          <p:spPr>
            <a:xfrm>
              <a:off x="6041935" y="2886377"/>
              <a:ext cx="375900" cy="1371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" name="Google Shape;181;p13">
              <a:extLst>
                <a:ext uri="{FF2B5EF4-FFF2-40B4-BE49-F238E27FC236}">
                  <a16:creationId xmlns:a16="http://schemas.microsoft.com/office/drawing/2014/main" id="{5DECCE83-5FA0-6D09-8C2E-CCE1CB41487F}"/>
                </a:ext>
              </a:extLst>
            </p:cNvPr>
            <p:cNvSpPr/>
            <p:nvPr/>
          </p:nvSpPr>
          <p:spPr>
            <a:xfrm>
              <a:off x="5675443" y="3022445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4" name="Google Shape;182;p13">
              <a:extLst>
                <a:ext uri="{FF2B5EF4-FFF2-40B4-BE49-F238E27FC236}">
                  <a16:creationId xmlns:a16="http://schemas.microsoft.com/office/drawing/2014/main" id="{2C195603-3210-9A91-E299-55C4410ABEC6}"/>
                </a:ext>
              </a:extLst>
            </p:cNvPr>
            <p:cNvSpPr/>
            <p:nvPr/>
          </p:nvSpPr>
          <p:spPr>
            <a:xfrm>
              <a:off x="5938621" y="2782860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5" name="Google Shape;183;p13">
              <a:extLst>
                <a:ext uri="{FF2B5EF4-FFF2-40B4-BE49-F238E27FC236}">
                  <a16:creationId xmlns:a16="http://schemas.microsoft.com/office/drawing/2014/main" id="{E762EB96-9FC6-A89C-CF69-15C899F67449}"/>
                </a:ext>
              </a:extLst>
            </p:cNvPr>
            <p:cNvSpPr/>
            <p:nvPr/>
          </p:nvSpPr>
          <p:spPr>
            <a:xfrm>
              <a:off x="6257948" y="2523467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6" name="Google Shape;184;p13">
              <a:extLst>
                <a:ext uri="{FF2B5EF4-FFF2-40B4-BE49-F238E27FC236}">
                  <a16:creationId xmlns:a16="http://schemas.microsoft.com/office/drawing/2014/main" id="{A8B1E0DB-0827-3B56-692E-93DCBFFC2C8C}"/>
                </a:ext>
              </a:extLst>
            </p:cNvPr>
            <p:cNvSpPr/>
            <p:nvPr/>
          </p:nvSpPr>
          <p:spPr>
            <a:xfrm>
              <a:off x="6324136" y="2920106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7" name="Google Shape;185;p13">
              <a:extLst>
                <a:ext uri="{FF2B5EF4-FFF2-40B4-BE49-F238E27FC236}">
                  <a16:creationId xmlns:a16="http://schemas.microsoft.com/office/drawing/2014/main" id="{9F292397-B8C2-DCE5-214A-6C2E05685A3C}"/>
                </a:ext>
              </a:extLst>
            </p:cNvPr>
            <p:cNvSpPr/>
            <p:nvPr/>
          </p:nvSpPr>
          <p:spPr>
            <a:xfrm>
              <a:off x="5523006" y="2729181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8" name="Google Shape;186;p13">
              <a:extLst>
                <a:ext uri="{FF2B5EF4-FFF2-40B4-BE49-F238E27FC236}">
                  <a16:creationId xmlns:a16="http://schemas.microsoft.com/office/drawing/2014/main" id="{664C6B7D-8A25-AB9A-66E3-17048D93A7EC}"/>
                </a:ext>
              </a:extLst>
            </p:cNvPr>
            <p:cNvSpPr/>
            <p:nvPr/>
          </p:nvSpPr>
          <p:spPr>
            <a:xfrm>
              <a:off x="6596565" y="2679512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9" name="Google Shape;187;p13">
              <a:extLst>
                <a:ext uri="{FF2B5EF4-FFF2-40B4-BE49-F238E27FC236}">
                  <a16:creationId xmlns:a16="http://schemas.microsoft.com/office/drawing/2014/main" id="{7AFC09CB-9636-9C67-9705-797D3DA60B97}"/>
                </a:ext>
              </a:extLst>
            </p:cNvPr>
            <p:cNvSpPr/>
            <p:nvPr/>
          </p:nvSpPr>
          <p:spPr>
            <a:xfrm>
              <a:off x="5374725" y="1895607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0" name="Google Shape;188;p13">
              <a:extLst>
                <a:ext uri="{FF2B5EF4-FFF2-40B4-BE49-F238E27FC236}">
                  <a16:creationId xmlns:a16="http://schemas.microsoft.com/office/drawing/2014/main" id="{205812CA-551F-FD28-018E-99829649D552}"/>
                </a:ext>
              </a:extLst>
            </p:cNvPr>
            <p:cNvSpPr/>
            <p:nvPr/>
          </p:nvSpPr>
          <p:spPr>
            <a:xfrm>
              <a:off x="5511946" y="1599099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1" name="Google Shape;189;p13">
              <a:extLst>
                <a:ext uri="{FF2B5EF4-FFF2-40B4-BE49-F238E27FC236}">
                  <a16:creationId xmlns:a16="http://schemas.microsoft.com/office/drawing/2014/main" id="{F1F68438-B35E-3F4E-70B6-C2F5E1CC5446}"/>
                </a:ext>
              </a:extLst>
            </p:cNvPr>
            <p:cNvSpPr/>
            <p:nvPr/>
          </p:nvSpPr>
          <p:spPr>
            <a:xfrm>
              <a:off x="5101326" y="2145016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2" name="Google Shape;191;p13">
              <a:extLst>
                <a:ext uri="{FF2B5EF4-FFF2-40B4-BE49-F238E27FC236}">
                  <a16:creationId xmlns:a16="http://schemas.microsoft.com/office/drawing/2014/main" id="{60BD4969-F440-3586-BD1B-C9F5AF43D1AC}"/>
                </a:ext>
              </a:extLst>
            </p:cNvPr>
            <p:cNvSpPr/>
            <p:nvPr/>
          </p:nvSpPr>
          <p:spPr>
            <a:xfrm>
              <a:off x="4937818" y="1862745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3" name="Google Shape;192;p13">
              <a:extLst>
                <a:ext uri="{FF2B5EF4-FFF2-40B4-BE49-F238E27FC236}">
                  <a16:creationId xmlns:a16="http://schemas.microsoft.com/office/drawing/2014/main" id="{F6F49693-4A9E-71FA-AD99-691E34A45642}"/>
                </a:ext>
              </a:extLst>
            </p:cNvPr>
            <p:cNvSpPr/>
            <p:nvPr/>
          </p:nvSpPr>
          <p:spPr>
            <a:xfrm>
              <a:off x="5767484" y="1796510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4" name="Google Shape;193;p13">
              <a:extLst>
                <a:ext uri="{FF2B5EF4-FFF2-40B4-BE49-F238E27FC236}">
                  <a16:creationId xmlns:a16="http://schemas.microsoft.com/office/drawing/2014/main" id="{14E7D6C4-10DA-F7F0-54F4-21FA533D2D11}"/>
                </a:ext>
              </a:extLst>
            </p:cNvPr>
            <p:cNvSpPr/>
            <p:nvPr/>
          </p:nvSpPr>
          <p:spPr>
            <a:xfrm>
              <a:off x="5626198" y="2069531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5" name="Google Shape;194;p13">
              <a:extLst>
                <a:ext uri="{FF2B5EF4-FFF2-40B4-BE49-F238E27FC236}">
                  <a16:creationId xmlns:a16="http://schemas.microsoft.com/office/drawing/2014/main" id="{B95D6881-63DE-96A2-9483-BC9F7FFC935F}"/>
                </a:ext>
              </a:extLst>
            </p:cNvPr>
            <p:cNvSpPr/>
            <p:nvPr/>
          </p:nvSpPr>
          <p:spPr>
            <a:xfrm>
              <a:off x="6126731" y="1821131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6" name="Google Shape;195;p13">
              <a:extLst>
                <a:ext uri="{FF2B5EF4-FFF2-40B4-BE49-F238E27FC236}">
                  <a16:creationId xmlns:a16="http://schemas.microsoft.com/office/drawing/2014/main" id="{6EF3DE98-1AF7-F1A7-D91B-9C0E00CE8302}"/>
                </a:ext>
              </a:extLst>
            </p:cNvPr>
            <p:cNvSpPr/>
            <p:nvPr/>
          </p:nvSpPr>
          <p:spPr>
            <a:xfrm>
              <a:off x="4789405" y="2127745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7" name="Google Shape;196;p13">
              <a:extLst>
                <a:ext uri="{FF2B5EF4-FFF2-40B4-BE49-F238E27FC236}">
                  <a16:creationId xmlns:a16="http://schemas.microsoft.com/office/drawing/2014/main" id="{9A582932-C55E-AAD3-B540-3783530114B5}"/>
                </a:ext>
              </a:extLst>
            </p:cNvPr>
            <p:cNvSpPr/>
            <p:nvPr/>
          </p:nvSpPr>
          <p:spPr>
            <a:xfrm>
              <a:off x="5956905" y="2079070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8" name="Google Shape;197;p13">
              <a:extLst>
                <a:ext uri="{FF2B5EF4-FFF2-40B4-BE49-F238E27FC236}">
                  <a16:creationId xmlns:a16="http://schemas.microsoft.com/office/drawing/2014/main" id="{16746224-4955-0985-8F06-330F8ADDAE69}"/>
                </a:ext>
              </a:extLst>
            </p:cNvPr>
            <p:cNvSpPr/>
            <p:nvPr/>
          </p:nvSpPr>
          <p:spPr>
            <a:xfrm>
              <a:off x="6527355" y="2364858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9" name="Google Shape;199;p13">
              <a:extLst>
                <a:ext uri="{FF2B5EF4-FFF2-40B4-BE49-F238E27FC236}">
                  <a16:creationId xmlns:a16="http://schemas.microsoft.com/office/drawing/2014/main" id="{EC888D2D-47A5-C4EE-D219-1F9220EAB825}"/>
                </a:ext>
              </a:extLst>
            </p:cNvPr>
            <p:cNvSpPr/>
            <p:nvPr/>
          </p:nvSpPr>
          <p:spPr>
            <a:xfrm>
              <a:off x="6220730" y="2235608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</p:grpSp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ACDC0B50-CD3D-9F12-2862-7A90F8591C9B}"/>
              </a:ext>
            </a:extLst>
          </p:cNvPr>
          <p:cNvSpPr txBox="1">
            <a:spLocks/>
          </p:cNvSpPr>
          <p:nvPr/>
        </p:nvSpPr>
        <p:spPr>
          <a:xfrm>
            <a:off x="3025428" y="3509234"/>
            <a:ext cx="8811896" cy="965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It turns out [homework] that you can equivalently define the diffusion distance 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ontent Placeholder 2">
                <a:extLst>
                  <a:ext uri="{FF2B5EF4-FFF2-40B4-BE49-F238E27FC236}">
                    <a16:creationId xmlns:a16="http://schemas.microsoft.com/office/drawing/2014/main" id="{890B8F25-5F23-0E98-3BA5-C7D18005D2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27542" y="5359824"/>
                <a:ext cx="8811896" cy="96554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7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7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700" dirty="0"/>
                  <a:t> are k-</a:t>
                </a:r>
                <a:r>
                  <a:rPr lang="en-US" sz="2700" dirty="0" err="1"/>
                  <a:t>th</a:t>
                </a:r>
                <a:r>
                  <a:rPr lang="en-US" sz="2700" dirty="0"/>
                  <a:t> eigenvalue, eigenvector (resp.) of P</a:t>
                </a:r>
              </a:p>
            </p:txBody>
          </p:sp>
        </mc:Choice>
        <mc:Fallback xmlns="">
          <p:sp>
            <p:nvSpPr>
              <p:cNvPr id="62" name="Content Placeholder 2">
                <a:extLst>
                  <a:ext uri="{FF2B5EF4-FFF2-40B4-BE49-F238E27FC236}">
                    <a16:creationId xmlns:a16="http://schemas.microsoft.com/office/drawing/2014/main" id="{890B8F25-5F23-0E98-3BA5-C7D18005D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542" y="5359824"/>
                <a:ext cx="8811896" cy="965543"/>
              </a:xfrm>
              <a:prstGeom prst="rect">
                <a:avLst/>
              </a:prstGeom>
              <a:blipFill>
                <a:blip r:embed="rId3"/>
                <a:stretch>
                  <a:fillRect l="-1149" t="-8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4" name="Picture 63">
            <a:extLst>
              <a:ext uri="{FF2B5EF4-FFF2-40B4-BE49-F238E27FC236}">
                <a16:creationId xmlns:a16="http://schemas.microsoft.com/office/drawing/2014/main" id="{AF496116-8AA2-AB9F-48FA-671C87067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351" y="4295460"/>
            <a:ext cx="5151430" cy="979359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93AF90DD-9229-AEEB-FD3A-6A19A3CB2043}"/>
              </a:ext>
            </a:extLst>
          </p:cNvPr>
          <p:cNvSpPr txBox="1"/>
          <p:nvPr/>
        </p:nvSpPr>
        <p:spPr>
          <a:xfrm>
            <a:off x="7699428" y="439110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6C278D9-583C-33A9-A47A-E8F79755E085}"/>
                  </a:ext>
                </a:extLst>
              </p14:cNvPr>
              <p14:cNvContentPartPr/>
              <p14:nvPr/>
            </p14:nvContentPartPr>
            <p14:xfrm>
              <a:off x="6788940" y="4257420"/>
              <a:ext cx="3961800" cy="10249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6C278D9-583C-33A9-A47A-E8F79755E0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82820" y="4251300"/>
                <a:ext cx="3974040" cy="103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29098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99DAE-2E16-8755-1377-82ADC4B27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1C2E8-D882-555D-4149-D48181B51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36" y="265372"/>
            <a:ext cx="10515600" cy="1325563"/>
          </a:xfrm>
        </p:spPr>
        <p:txBody>
          <a:bodyPr/>
          <a:lstStyle/>
          <a:p>
            <a:r>
              <a:rPr lang="en-US" dirty="0"/>
              <a:t>Diffusion maps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48837F-498C-602C-FBFA-D406A1C303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4057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Idea: define distance between vertices x, y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48837F-498C-602C-FBFA-D406A1C303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405767"/>
              </a:xfrm>
              <a:blipFill>
                <a:blip r:embed="rId2"/>
                <a:stretch>
                  <a:fillRect l="-1206" t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oogle Shape;139;p13">
            <a:extLst>
              <a:ext uri="{FF2B5EF4-FFF2-40B4-BE49-F238E27FC236}">
                <a16:creationId xmlns:a16="http://schemas.microsoft.com/office/drawing/2014/main" id="{65185287-DB3E-F661-37CE-498DEAEDB61B}"/>
              </a:ext>
            </a:extLst>
          </p:cNvPr>
          <p:cNvGrpSpPr/>
          <p:nvPr/>
        </p:nvGrpSpPr>
        <p:grpSpPr>
          <a:xfrm>
            <a:off x="206432" y="4360593"/>
            <a:ext cx="2784758" cy="2232035"/>
            <a:chOff x="4593376" y="1599099"/>
            <a:chExt cx="2200589" cy="1640067"/>
          </a:xfrm>
        </p:grpSpPr>
        <p:cxnSp>
          <p:nvCxnSpPr>
            <p:cNvPr id="5" name="Google Shape;140;p13">
              <a:extLst>
                <a:ext uri="{FF2B5EF4-FFF2-40B4-BE49-F238E27FC236}">
                  <a16:creationId xmlns:a16="http://schemas.microsoft.com/office/drawing/2014/main" id="{834577B9-695F-137E-06F0-B6B2B4BE05D8}"/>
                </a:ext>
              </a:extLst>
            </p:cNvPr>
            <p:cNvCxnSpPr/>
            <p:nvPr/>
          </p:nvCxnSpPr>
          <p:spPr>
            <a:xfrm>
              <a:off x="4891800" y="2235600"/>
              <a:ext cx="318300" cy="72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" name="Google Shape;141;p13">
              <a:extLst>
                <a:ext uri="{FF2B5EF4-FFF2-40B4-BE49-F238E27FC236}">
                  <a16:creationId xmlns:a16="http://schemas.microsoft.com/office/drawing/2014/main" id="{1920BEA5-E0C3-E9EB-3606-2B8C284F0882}"/>
                </a:ext>
              </a:extLst>
            </p:cNvPr>
            <p:cNvCxnSpPr/>
            <p:nvPr/>
          </p:nvCxnSpPr>
          <p:spPr>
            <a:xfrm>
              <a:off x="6064275" y="2177700"/>
              <a:ext cx="258300" cy="1593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142;p13">
              <a:extLst>
                <a:ext uri="{FF2B5EF4-FFF2-40B4-BE49-F238E27FC236}">
                  <a16:creationId xmlns:a16="http://schemas.microsoft.com/office/drawing/2014/main" id="{1DEBA218-5322-8E81-6F61-CF3043627559}"/>
                </a:ext>
              </a:extLst>
            </p:cNvPr>
            <p:cNvCxnSpPr/>
            <p:nvPr/>
          </p:nvCxnSpPr>
          <p:spPr>
            <a:xfrm rot="10800000" flipH="1">
              <a:off x="5731350" y="2172975"/>
              <a:ext cx="333000" cy="168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143;p13">
              <a:extLst>
                <a:ext uri="{FF2B5EF4-FFF2-40B4-BE49-F238E27FC236}">
                  <a16:creationId xmlns:a16="http://schemas.microsoft.com/office/drawing/2014/main" id="{39ED25B5-9603-6B08-4C76-6DED0B82CE76}"/>
                </a:ext>
              </a:extLst>
            </p:cNvPr>
            <p:cNvCxnSpPr/>
            <p:nvPr/>
          </p:nvCxnSpPr>
          <p:spPr>
            <a:xfrm>
              <a:off x="5871275" y="1900275"/>
              <a:ext cx="188100" cy="2775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144;p13">
              <a:extLst>
                <a:ext uri="{FF2B5EF4-FFF2-40B4-BE49-F238E27FC236}">
                  <a16:creationId xmlns:a16="http://schemas.microsoft.com/office/drawing/2014/main" id="{AC92089F-99ED-6915-8E3D-C304074757F3}"/>
                </a:ext>
              </a:extLst>
            </p:cNvPr>
            <p:cNvCxnSpPr/>
            <p:nvPr/>
          </p:nvCxnSpPr>
          <p:spPr>
            <a:xfrm rot="10800000" flipH="1">
              <a:off x="6363425" y="2464950"/>
              <a:ext cx="270300" cy="1470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145;p13">
              <a:extLst>
                <a:ext uri="{FF2B5EF4-FFF2-40B4-BE49-F238E27FC236}">
                  <a16:creationId xmlns:a16="http://schemas.microsoft.com/office/drawing/2014/main" id="{881E7997-6CF9-4D82-4E2E-06C37DAC86E6}"/>
                </a:ext>
              </a:extLst>
            </p:cNvPr>
            <p:cNvCxnSpPr/>
            <p:nvPr/>
          </p:nvCxnSpPr>
          <p:spPr>
            <a:xfrm rot="10800000">
              <a:off x="6327325" y="2334575"/>
              <a:ext cx="306300" cy="1254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46;p13">
              <a:extLst>
                <a:ext uri="{FF2B5EF4-FFF2-40B4-BE49-F238E27FC236}">
                  <a16:creationId xmlns:a16="http://schemas.microsoft.com/office/drawing/2014/main" id="{CE3F0061-B2B3-FA40-1709-1C0145FDC514}"/>
                </a:ext>
              </a:extLst>
            </p:cNvPr>
            <p:cNvCxnSpPr/>
            <p:nvPr/>
          </p:nvCxnSpPr>
          <p:spPr>
            <a:xfrm rot="10800000">
              <a:off x="6324700" y="2334475"/>
              <a:ext cx="33900" cy="2823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49;p13">
              <a:extLst>
                <a:ext uri="{FF2B5EF4-FFF2-40B4-BE49-F238E27FC236}">
                  <a16:creationId xmlns:a16="http://schemas.microsoft.com/office/drawing/2014/main" id="{2BE8CB00-11A9-4010-C6F1-1B35799F8C65}"/>
                </a:ext>
              </a:extLst>
            </p:cNvPr>
            <p:cNvCxnSpPr/>
            <p:nvPr/>
          </p:nvCxnSpPr>
          <p:spPr>
            <a:xfrm rot="10800000" flipH="1">
              <a:off x="5728925" y="1900225"/>
              <a:ext cx="144600" cy="2799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50;p13">
              <a:extLst>
                <a:ext uri="{FF2B5EF4-FFF2-40B4-BE49-F238E27FC236}">
                  <a16:creationId xmlns:a16="http://schemas.microsoft.com/office/drawing/2014/main" id="{3B5241CB-F0E1-2EB6-34F8-50381AD9C39A}"/>
                </a:ext>
              </a:extLst>
            </p:cNvPr>
            <p:cNvCxnSpPr/>
            <p:nvPr/>
          </p:nvCxnSpPr>
          <p:spPr>
            <a:xfrm rot="10800000" flipH="1">
              <a:off x="5538350" y="2175400"/>
              <a:ext cx="197700" cy="2532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51;p13">
              <a:extLst>
                <a:ext uri="{FF2B5EF4-FFF2-40B4-BE49-F238E27FC236}">
                  <a16:creationId xmlns:a16="http://schemas.microsoft.com/office/drawing/2014/main" id="{58002938-2930-7CFE-9913-8F17B8C4EF5F}"/>
                </a:ext>
              </a:extLst>
            </p:cNvPr>
            <p:cNvCxnSpPr/>
            <p:nvPr/>
          </p:nvCxnSpPr>
          <p:spPr>
            <a:xfrm rot="10800000">
              <a:off x="5477900" y="1999200"/>
              <a:ext cx="265500" cy="1785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2;p13">
              <a:extLst>
                <a:ext uri="{FF2B5EF4-FFF2-40B4-BE49-F238E27FC236}">
                  <a16:creationId xmlns:a16="http://schemas.microsoft.com/office/drawing/2014/main" id="{8ADA75ED-75A4-8CDD-77A9-558CB6C44F19}"/>
                </a:ext>
              </a:extLst>
            </p:cNvPr>
            <p:cNvCxnSpPr/>
            <p:nvPr/>
          </p:nvCxnSpPr>
          <p:spPr>
            <a:xfrm rot="10800000">
              <a:off x="5880950" y="1892900"/>
              <a:ext cx="352200" cy="363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54;p13">
              <a:extLst>
                <a:ext uri="{FF2B5EF4-FFF2-40B4-BE49-F238E27FC236}">
                  <a16:creationId xmlns:a16="http://schemas.microsoft.com/office/drawing/2014/main" id="{7E2B5C78-4288-1BE1-65C4-16BA5CE5343B}"/>
                </a:ext>
              </a:extLst>
            </p:cNvPr>
            <p:cNvCxnSpPr/>
            <p:nvPr/>
          </p:nvCxnSpPr>
          <p:spPr>
            <a:xfrm>
              <a:off x="5615550" y="1702425"/>
              <a:ext cx="250800" cy="1929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55;p13">
              <a:extLst>
                <a:ext uri="{FF2B5EF4-FFF2-40B4-BE49-F238E27FC236}">
                  <a16:creationId xmlns:a16="http://schemas.microsoft.com/office/drawing/2014/main" id="{9FF6EC94-EC46-9666-C023-5335390907C9}"/>
                </a:ext>
              </a:extLst>
            </p:cNvPr>
            <p:cNvCxnSpPr/>
            <p:nvPr/>
          </p:nvCxnSpPr>
          <p:spPr>
            <a:xfrm rot="10800000" flipH="1">
              <a:off x="5478025" y="1683000"/>
              <a:ext cx="139800" cy="3210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56;p13">
              <a:extLst>
                <a:ext uri="{FF2B5EF4-FFF2-40B4-BE49-F238E27FC236}">
                  <a16:creationId xmlns:a16="http://schemas.microsoft.com/office/drawing/2014/main" id="{B536A299-FDF7-17F2-C758-4CBED25517C6}"/>
                </a:ext>
              </a:extLst>
            </p:cNvPr>
            <p:cNvCxnSpPr/>
            <p:nvPr/>
          </p:nvCxnSpPr>
          <p:spPr>
            <a:xfrm rot="10800000" flipH="1">
              <a:off x="5205425" y="1998975"/>
              <a:ext cx="275100" cy="2511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57;p13">
              <a:extLst>
                <a:ext uri="{FF2B5EF4-FFF2-40B4-BE49-F238E27FC236}">
                  <a16:creationId xmlns:a16="http://schemas.microsoft.com/office/drawing/2014/main" id="{945A35C4-0224-00A2-2509-7FB577D2B774}"/>
                </a:ext>
              </a:extLst>
            </p:cNvPr>
            <p:cNvCxnSpPr/>
            <p:nvPr/>
          </p:nvCxnSpPr>
          <p:spPr>
            <a:xfrm rot="10800000">
              <a:off x="5038900" y="1962950"/>
              <a:ext cx="164100" cy="2799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158;p13">
              <a:extLst>
                <a:ext uri="{FF2B5EF4-FFF2-40B4-BE49-F238E27FC236}">
                  <a16:creationId xmlns:a16="http://schemas.microsoft.com/office/drawing/2014/main" id="{C57500CC-1D45-4533-FC47-5B07744B69FD}"/>
                </a:ext>
              </a:extLst>
            </p:cNvPr>
            <p:cNvCxnSpPr/>
            <p:nvPr/>
          </p:nvCxnSpPr>
          <p:spPr>
            <a:xfrm rot="10800000">
              <a:off x="5205425" y="2240350"/>
              <a:ext cx="2400" cy="4464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159;p13">
              <a:extLst>
                <a:ext uri="{FF2B5EF4-FFF2-40B4-BE49-F238E27FC236}">
                  <a16:creationId xmlns:a16="http://schemas.microsoft.com/office/drawing/2014/main" id="{0B248E57-8785-4B00-B80E-30288D271F3B}"/>
                </a:ext>
              </a:extLst>
            </p:cNvPr>
            <p:cNvCxnSpPr/>
            <p:nvPr/>
          </p:nvCxnSpPr>
          <p:spPr>
            <a:xfrm rot="10800000">
              <a:off x="5867725" y="2583611"/>
              <a:ext cx="175500" cy="3108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160;p13">
              <a:extLst>
                <a:ext uri="{FF2B5EF4-FFF2-40B4-BE49-F238E27FC236}">
                  <a16:creationId xmlns:a16="http://schemas.microsoft.com/office/drawing/2014/main" id="{5A4F9FD1-F044-1B35-B9AF-B663BFE5B12D}"/>
                </a:ext>
              </a:extLst>
            </p:cNvPr>
            <p:cNvCxnSpPr/>
            <p:nvPr/>
          </p:nvCxnSpPr>
          <p:spPr>
            <a:xfrm>
              <a:off x="5527099" y="2421491"/>
              <a:ext cx="338400" cy="1596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161;p13">
              <a:extLst>
                <a:ext uri="{FF2B5EF4-FFF2-40B4-BE49-F238E27FC236}">
                  <a16:creationId xmlns:a16="http://schemas.microsoft.com/office/drawing/2014/main" id="{955BD0E2-9F02-F41C-6159-BBB811077475}"/>
                </a:ext>
              </a:extLst>
            </p:cNvPr>
            <p:cNvCxnSpPr/>
            <p:nvPr/>
          </p:nvCxnSpPr>
          <p:spPr>
            <a:xfrm flipH="1">
              <a:off x="5618680" y="2576334"/>
              <a:ext cx="249600" cy="2520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162;p13">
              <a:extLst>
                <a:ext uri="{FF2B5EF4-FFF2-40B4-BE49-F238E27FC236}">
                  <a16:creationId xmlns:a16="http://schemas.microsoft.com/office/drawing/2014/main" id="{A4A3C3B9-20E4-27FB-1E44-E02F9C77ED63}"/>
                </a:ext>
              </a:extLst>
            </p:cNvPr>
            <p:cNvCxnSpPr/>
            <p:nvPr/>
          </p:nvCxnSpPr>
          <p:spPr>
            <a:xfrm>
              <a:off x="4687492" y="2522771"/>
              <a:ext cx="156900" cy="3045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163;p13">
              <a:extLst>
                <a:ext uri="{FF2B5EF4-FFF2-40B4-BE49-F238E27FC236}">
                  <a16:creationId xmlns:a16="http://schemas.microsoft.com/office/drawing/2014/main" id="{F09BCF6A-0699-925C-4062-D55B68B7FCAD}"/>
                </a:ext>
              </a:extLst>
            </p:cNvPr>
            <p:cNvCxnSpPr/>
            <p:nvPr/>
          </p:nvCxnSpPr>
          <p:spPr>
            <a:xfrm rot="10800000">
              <a:off x="5527662" y="2430631"/>
              <a:ext cx="93300" cy="4002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164;p13">
              <a:extLst>
                <a:ext uri="{FF2B5EF4-FFF2-40B4-BE49-F238E27FC236}">
                  <a16:creationId xmlns:a16="http://schemas.microsoft.com/office/drawing/2014/main" id="{75E8BB44-9377-7A1E-C321-2D22776C399A}"/>
                </a:ext>
              </a:extLst>
            </p:cNvPr>
            <p:cNvCxnSpPr/>
            <p:nvPr/>
          </p:nvCxnSpPr>
          <p:spPr>
            <a:xfrm rot="10800000" flipH="1">
              <a:off x="4844504" y="2683211"/>
              <a:ext cx="366900" cy="1440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165;p13">
              <a:extLst>
                <a:ext uri="{FF2B5EF4-FFF2-40B4-BE49-F238E27FC236}">
                  <a16:creationId xmlns:a16="http://schemas.microsoft.com/office/drawing/2014/main" id="{75831AB1-1142-C500-0901-0B63ABA6CC75}"/>
                </a:ext>
              </a:extLst>
            </p:cNvPr>
            <p:cNvCxnSpPr/>
            <p:nvPr/>
          </p:nvCxnSpPr>
          <p:spPr>
            <a:xfrm flipH="1">
              <a:off x="5076446" y="2683299"/>
              <a:ext cx="135000" cy="4626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166;p13">
              <a:extLst>
                <a:ext uri="{FF2B5EF4-FFF2-40B4-BE49-F238E27FC236}">
                  <a16:creationId xmlns:a16="http://schemas.microsoft.com/office/drawing/2014/main" id="{B2C8FE8D-B5D6-B611-89D9-CFCE03733D97}"/>
                </a:ext>
              </a:extLst>
            </p:cNvPr>
            <p:cNvCxnSpPr/>
            <p:nvPr/>
          </p:nvCxnSpPr>
          <p:spPr>
            <a:xfrm rot="10800000" flipH="1">
              <a:off x="5212771" y="2428779"/>
              <a:ext cx="310200" cy="2496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167;p13">
              <a:extLst>
                <a:ext uri="{FF2B5EF4-FFF2-40B4-BE49-F238E27FC236}">
                  <a16:creationId xmlns:a16="http://schemas.microsoft.com/office/drawing/2014/main" id="{47430007-B896-ED6C-720C-A43A660A29C4}"/>
                </a:ext>
              </a:extLst>
            </p:cNvPr>
            <p:cNvCxnSpPr/>
            <p:nvPr/>
          </p:nvCxnSpPr>
          <p:spPr>
            <a:xfrm>
              <a:off x="5212897" y="2688053"/>
              <a:ext cx="405600" cy="1452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168;p13">
              <a:extLst>
                <a:ext uri="{FF2B5EF4-FFF2-40B4-BE49-F238E27FC236}">
                  <a16:creationId xmlns:a16="http://schemas.microsoft.com/office/drawing/2014/main" id="{E2CCE857-32D8-8D50-5866-1E15DF92A514}"/>
                </a:ext>
              </a:extLst>
            </p:cNvPr>
            <p:cNvCxnSpPr/>
            <p:nvPr/>
          </p:nvCxnSpPr>
          <p:spPr>
            <a:xfrm>
              <a:off x="4845138" y="2830831"/>
              <a:ext cx="234000" cy="3102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" name="Google Shape;169;p13">
              <a:extLst>
                <a:ext uri="{FF2B5EF4-FFF2-40B4-BE49-F238E27FC236}">
                  <a16:creationId xmlns:a16="http://schemas.microsoft.com/office/drawing/2014/main" id="{C47B7AB1-7D6D-410D-465C-7F3F2D699CD8}"/>
                </a:ext>
              </a:extLst>
            </p:cNvPr>
            <p:cNvSpPr/>
            <p:nvPr/>
          </p:nvSpPr>
          <p:spPr>
            <a:xfrm>
              <a:off x="4745813" y="2721782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32" name="Google Shape;170;p13">
              <a:extLst>
                <a:ext uri="{FF2B5EF4-FFF2-40B4-BE49-F238E27FC236}">
                  <a16:creationId xmlns:a16="http://schemas.microsoft.com/office/drawing/2014/main" id="{9B438B3A-F726-483C-029F-384FE6F4BFD7}"/>
                </a:ext>
              </a:extLst>
            </p:cNvPr>
            <p:cNvSpPr/>
            <p:nvPr/>
          </p:nvSpPr>
          <p:spPr>
            <a:xfrm>
              <a:off x="5109583" y="2584536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33" name="Google Shape;171;p13">
              <a:extLst>
                <a:ext uri="{FF2B5EF4-FFF2-40B4-BE49-F238E27FC236}">
                  <a16:creationId xmlns:a16="http://schemas.microsoft.com/office/drawing/2014/main" id="{7429A541-06EC-A2FF-F322-8EDA242EE00B}"/>
                </a:ext>
              </a:extLst>
            </p:cNvPr>
            <p:cNvSpPr/>
            <p:nvPr/>
          </p:nvSpPr>
          <p:spPr>
            <a:xfrm>
              <a:off x="5428910" y="2325143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34" name="Google Shape;172;p13">
              <a:extLst>
                <a:ext uri="{FF2B5EF4-FFF2-40B4-BE49-F238E27FC236}">
                  <a16:creationId xmlns:a16="http://schemas.microsoft.com/office/drawing/2014/main" id="{CD078C4F-EEC0-52DE-DA85-7390D3B19844}"/>
                </a:ext>
              </a:extLst>
            </p:cNvPr>
            <p:cNvSpPr/>
            <p:nvPr/>
          </p:nvSpPr>
          <p:spPr>
            <a:xfrm>
              <a:off x="4980226" y="3041766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 dirty="0"/>
            </a:p>
          </p:txBody>
        </p:sp>
        <p:sp>
          <p:nvSpPr>
            <p:cNvPr id="35" name="Google Shape;173;p13">
              <a:extLst>
                <a:ext uri="{FF2B5EF4-FFF2-40B4-BE49-F238E27FC236}">
                  <a16:creationId xmlns:a16="http://schemas.microsoft.com/office/drawing/2014/main" id="{E48CEC2A-CBD3-6D2E-D8B4-86DA4535949E}"/>
                </a:ext>
              </a:extLst>
            </p:cNvPr>
            <p:cNvSpPr/>
            <p:nvPr/>
          </p:nvSpPr>
          <p:spPr>
            <a:xfrm>
              <a:off x="4593376" y="2428518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36" name="Google Shape;174;p13">
              <a:extLst>
                <a:ext uri="{FF2B5EF4-FFF2-40B4-BE49-F238E27FC236}">
                  <a16:creationId xmlns:a16="http://schemas.microsoft.com/office/drawing/2014/main" id="{4AA2B89C-F0BA-19E2-0423-F9C0E6518080}"/>
                </a:ext>
              </a:extLst>
            </p:cNvPr>
            <p:cNvSpPr/>
            <p:nvPr/>
          </p:nvSpPr>
          <p:spPr>
            <a:xfrm>
              <a:off x="5767526" y="2481188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cxnSp>
          <p:nvCxnSpPr>
            <p:cNvPr id="37" name="Google Shape;175;p13">
              <a:extLst>
                <a:ext uri="{FF2B5EF4-FFF2-40B4-BE49-F238E27FC236}">
                  <a16:creationId xmlns:a16="http://schemas.microsoft.com/office/drawing/2014/main" id="{A85A85FA-DB31-7747-EF4F-002F5AD9FF82}"/>
                </a:ext>
              </a:extLst>
            </p:cNvPr>
            <p:cNvCxnSpPr/>
            <p:nvPr/>
          </p:nvCxnSpPr>
          <p:spPr>
            <a:xfrm>
              <a:off x="6356137" y="2619815"/>
              <a:ext cx="338400" cy="1596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176;p13">
              <a:extLst>
                <a:ext uri="{FF2B5EF4-FFF2-40B4-BE49-F238E27FC236}">
                  <a16:creationId xmlns:a16="http://schemas.microsoft.com/office/drawing/2014/main" id="{6AB87B11-1045-D694-6D5C-2587ACB918A7}"/>
                </a:ext>
              </a:extLst>
            </p:cNvPr>
            <p:cNvCxnSpPr/>
            <p:nvPr/>
          </p:nvCxnSpPr>
          <p:spPr>
            <a:xfrm flipH="1">
              <a:off x="6424318" y="2774658"/>
              <a:ext cx="273000" cy="2469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177;p13">
              <a:extLst>
                <a:ext uri="{FF2B5EF4-FFF2-40B4-BE49-F238E27FC236}">
                  <a16:creationId xmlns:a16="http://schemas.microsoft.com/office/drawing/2014/main" id="{FFF87A2F-9594-9264-E59B-69EDEF3E5316}"/>
                </a:ext>
              </a:extLst>
            </p:cNvPr>
            <p:cNvCxnSpPr/>
            <p:nvPr/>
          </p:nvCxnSpPr>
          <p:spPr>
            <a:xfrm rot="10800000">
              <a:off x="6356621" y="2628973"/>
              <a:ext cx="61500" cy="3945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178;p13">
              <a:extLst>
                <a:ext uri="{FF2B5EF4-FFF2-40B4-BE49-F238E27FC236}">
                  <a16:creationId xmlns:a16="http://schemas.microsoft.com/office/drawing/2014/main" id="{9F7E6E17-06B3-F37F-714D-DFDE6FAE9A69}"/>
                </a:ext>
              </a:extLst>
            </p:cNvPr>
            <p:cNvCxnSpPr/>
            <p:nvPr/>
          </p:nvCxnSpPr>
          <p:spPr>
            <a:xfrm rot="10800000" flipH="1">
              <a:off x="5774134" y="2894474"/>
              <a:ext cx="271500" cy="2334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179;p13">
              <a:extLst>
                <a:ext uri="{FF2B5EF4-FFF2-40B4-BE49-F238E27FC236}">
                  <a16:creationId xmlns:a16="http://schemas.microsoft.com/office/drawing/2014/main" id="{7FF05CF0-DCC4-1A14-5775-100AE9F48683}"/>
                </a:ext>
              </a:extLst>
            </p:cNvPr>
            <p:cNvCxnSpPr/>
            <p:nvPr/>
          </p:nvCxnSpPr>
          <p:spPr>
            <a:xfrm rot="10800000" flipH="1">
              <a:off x="6041809" y="2627103"/>
              <a:ext cx="310200" cy="2496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180;p13">
              <a:extLst>
                <a:ext uri="{FF2B5EF4-FFF2-40B4-BE49-F238E27FC236}">
                  <a16:creationId xmlns:a16="http://schemas.microsoft.com/office/drawing/2014/main" id="{E9D2C777-BC6D-61E7-B145-0C0B2C6FF6A9}"/>
                </a:ext>
              </a:extLst>
            </p:cNvPr>
            <p:cNvCxnSpPr/>
            <p:nvPr/>
          </p:nvCxnSpPr>
          <p:spPr>
            <a:xfrm>
              <a:off x="6041935" y="2886377"/>
              <a:ext cx="375900" cy="1371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" name="Google Shape;181;p13">
              <a:extLst>
                <a:ext uri="{FF2B5EF4-FFF2-40B4-BE49-F238E27FC236}">
                  <a16:creationId xmlns:a16="http://schemas.microsoft.com/office/drawing/2014/main" id="{5C6324E0-2309-766B-6667-45DFA57CE543}"/>
                </a:ext>
              </a:extLst>
            </p:cNvPr>
            <p:cNvSpPr/>
            <p:nvPr/>
          </p:nvSpPr>
          <p:spPr>
            <a:xfrm>
              <a:off x="5675443" y="3022445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4" name="Google Shape;182;p13">
              <a:extLst>
                <a:ext uri="{FF2B5EF4-FFF2-40B4-BE49-F238E27FC236}">
                  <a16:creationId xmlns:a16="http://schemas.microsoft.com/office/drawing/2014/main" id="{74F881BF-C4B6-D58F-A62E-A418DBE503D5}"/>
                </a:ext>
              </a:extLst>
            </p:cNvPr>
            <p:cNvSpPr/>
            <p:nvPr/>
          </p:nvSpPr>
          <p:spPr>
            <a:xfrm>
              <a:off x="5938621" y="2782860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5" name="Google Shape;183;p13">
              <a:extLst>
                <a:ext uri="{FF2B5EF4-FFF2-40B4-BE49-F238E27FC236}">
                  <a16:creationId xmlns:a16="http://schemas.microsoft.com/office/drawing/2014/main" id="{2E0D2309-EFFB-3F7F-DF4B-6AC4D7117AE8}"/>
                </a:ext>
              </a:extLst>
            </p:cNvPr>
            <p:cNvSpPr/>
            <p:nvPr/>
          </p:nvSpPr>
          <p:spPr>
            <a:xfrm>
              <a:off x="6257948" y="2523467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6" name="Google Shape;184;p13">
              <a:extLst>
                <a:ext uri="{FF2B5EF4-FFF2-40B4-BE49-F238E27FC236}">
                  <a16:creationId xmlns:a16="http://schemas.microsoft.com/office/drawing/2014/main" id="{3299C19B-8232-7D6C-2E2B-D2BEB3D263AB}"/>
                </a:ext>
              </a:extLst>
            </p:cNvPr>
            <p:cNvSpPr/>
            <p:nvPr/>
          </p:nvSpPr>
          <p:spPr>
            <a:xfrm>
              <a:off x="6324136" y="2920106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7" name="Google Shape;185;p13">
              <a:extLst>
                <a:ext uri="{FF2B5EF4-FFF2-40B4-BE49-F238E27FC236}">
                  <a16:creationId xmlns:a16="http://schemas.microsoft.com/office/drawing/2014/main" id="{5ED6B24B-0802-7BFD-930A-E7883426ED76}"/>
                </a:ext>
              </a:extLst>
            </p:cNvPr>
            <p:cNvSpPr/>
            <p:nvPr/>
          </p:nvSpPr>
          <p:spPr>
            <a:xfrm>
              <a:off x="5523006" y="2729181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8" name="Google Shape;186;p13">
              <a:extLst>
                <a:ext uri="{FF2B5EF4-FFF2-40B4-BE49-F238E27FC236}">
                  <a16:creationId xmlns:a16="http://schemas.microsoft.com/office/drawing/2014/main" id="{DE026202-6FDA-A980-084A-C1A129EBB316}"/>
                </a:ext>
              </a:extLst>
            </p:cNvPr>
            <p:cNvSpPr/>
            <p:nvPr/>
          </p:nvSpPr>
          <p:spPr>
            <a:xfrm>
              <a:off x="6596565" y="2679512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9" name="Google Shape;187;p13">
              <a:extLst>
                <a:ext uri="{FF2B5EF4-FFF2-40B4-BE49-F238E27FC236}">
                  <a16:creationId xmlns:a16="http://schemas.microsoft.com/office/drawing/2014/main" id="{B2330E90-8C7B-358B-B004-3FADC40E6FF9}"/>
                </a:ext>
              </a:extLst>
            </p:cNvPr>
            <p:cNvSpPr/>
            <p:nvPr/>
          </p:nvSpPr>
          <p:spPr>
            <a:xfrm>
              <a:off x="5374725" y="1895607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0" name="Google Shape;188;p13">
              <a:extLst>
                <a:ext uri="{FF2B5EF4-FFF2-40B4-BE49-F238E27FC236}">
                  <a16:creationId xmlns:a16="http://schemas.microsoft.com/office/drawing/2014/main" id="{B544A2B9-6E6E-324A-ECBB-A5A24D9B6AA2}"/>
                </a:ext>
              </a:extLst>
            </p:cNvPr>
            <p:cNvSpPr/>
            <p:nvPr/>
          </p:nvSpPr>
          <p:spPr>
            <a:xfrm>
              <a:off x="5511946" y="1599099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1" name="Google Shape;189;p13">
              <a:extLst>
                <a:ext uri="{FF2B5EF4-FFF2-40B4-BE49-F238E27FC236}">
                  <a16:creationId xmlns:a16="http://schemas.microsoft.com/office/drawing/2014/main" id="{9D1E73CC-AB95-2AED-3EFC-C88C7D9FEF8B}"/>
                </a:ext>
              </a:extLst>
            </p:cNvPr>
            <p:cNvSpPr/>
            <p:nvPr/>
          </p:nvSpPr>
          <p:spPr>
            <a:xfrm>
              <a:off x="5101326" y="2145016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2" name="Google Shape;191;p13">
              <a:extLst>
                <a:ext uri="{FF2B5EF4-FFF2-40B4-BE49-F238E27FC236}">
                  <a16:creationId xmlns:a16="http://schemas.microsoft.com/office/drawing/2014/main" id="{9FC52FA6-E16A-7C09-1BD6-52DEF8DAC910}"/>
                </a:ext>
              </a:extLst>
            </p:cNvPr>
            <p:cNvSpPr/>
            <p:nvPr/>
          </p:nvSpPr>
          <p:spPr>
            <a:xfrm>
              <a:off x="4937818" y="1862745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3" name="Google Shape;192;p13">
              <a:extLst>
                <a:ext uri="{FF2B5EF4-FFF2-40B4-BE49-F238E27FC236}">
                  <a16:creationId xmlns:a16="http://schemas.microsoft.com/office/drawing/2014/main" id="{34023529-EC95-39E5-2ED4-E3A9793E5805}"/>
                </a:ext>
              </a:extLst>
            </p:cNvPr>
            <p:cNvSpPr/>
            <p:nvPr/>
          </p:nvSpPr>
          <p:spPr>
            <a:xfrm>
              <a:off x="5767484" y="1796510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4" name="Google Shape;193;p13">
              <a:extLst>
                <a:ext uri="{FF2B5EF4-FFF2-40B4-BE49-F238E27FC236}">
                  <a16:creationId xmlns:a16="http://schemas.microsoft.com/office/drawing/2014/main" id="{CE841F09-649B-DDA3-0AE8-B6FC833040A5}"/>
                </a:ext>
              </a:extLst>
            </p:cNvPr>
            <p:cNvSpPr/>
            <p:nvPr/>
          </p:nvSpPr>
          <p:spPr>
            <a:xfrm>
              <a:off x="5626198" y="2069531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5" name="Google Shape;194;p13">
              <a:extLst>
                <a:ext uri="{FF2B5EF4-FFF2-40B4-BE49-F238E27FC236}">
                  <a16:creationId xmlns:a16="http://schemas.microsoft.com/office/drawing/2014/main" id="{0217051D-0714-3571-19EE-EC321723729E}"/>
                </a:ext>
              </a:extLst>
            </p:cNvPr>
            <p:cNvSpPr/>
            <p:nvPr/>
          </p:nvSpPr>
          <p:spPr>
            <a:xfrm>
              <a:off x="6126731" y="1821131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6" name="Google Shape;195;p13">
              <a:extLst>
                <a:ext uri="{FF2B5EF4-FFF2-40B4-BE49-F238E27FC236}">
                  <a16:creationId xmlns:a16="http://schemas.microsoft.com/office/drawing/2014/main" id="{06EF263C-CBC9-83F2-763D-46E246E50E5C}"/>
                </a:ext>
              </a:extLst>
            </p:cNvPr>
            <p:cNvSpPr/>
            <p:nvPr/>
          </p:nvSpPr>
          <p:spPr>
            <a:xfrm>
              <a:off x="4789405" y="2127745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7" name="Google Shape;196;p13">
              <a:extLst>
                <a:ext uri="{FF2B5EF4-FFF2-40B4-BE49-F238E27FC236}">
                  <a16:creationId xmlns:a16="http://schemas.microsoft.com/office/drawing/2014/main" id="{BAFF7D2B-8AA0-F60E-A173-623D6DA2F831}"/>
                </a:ext>
              </a:extLst>
            </p:cNvPr>
            <p:cNvSpPr/>
            <p:nvPr/>
          </p:nvSpPr>
          <p:spPr>
            <a:xfrm>
              <a:off x="5956905" y="2079070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8" name="Google Shape;197;p13">
              <a:extLst>
                <a:ext uri="{FF2B5EF4-FFF2-40B4-BE49-F238E27FC236}">
                  <a16:creationId xmlns:a16="http://schemas.microsoft.com/office/drawing/2014/main" id="{B65519AC-905C-4A22-C548-4E2C116C557C}"/>
                </a:ext>
              </a:extLst>
            </p:cNvPr>
            <p:cNvSpPr/>
            <p:nvPr/>
          </p:nvSpPr>
          <p:spPr>
            <a:xfrm>
              <a:off x="6527355" y="2364858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9" name="Google Shape;199;p13">
              <a:extLst>
                <a:ext uri="{FF2B5EF4-FFF2-40B4-BE49-F238E27FC236}">
                  <a16:creationId xmlns:a16="http://schemas.microsoft.com/office/drawing/2014/main" id="{B2D18123-40B4-CF47-A324-969514B6ECA2}"/>
                </a:ext>
              </a:extLst>
            </p:cNvPr>
            <p:cNvSpPr/>
            <p:nvPr/>
          </p:nvSpPr>
          <p:spPr>
            <a:xfrm>
              <a:off x="6220730" y="2235608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71547E4-D2B7-C40B-F36F-DA19C3E99F7D}"/>
                  </a:ext>
                </a:extLst>
              </p:cNvPr>
              <p:cNvSpPr txBox="1"/>
              <p:nvPr/>
            </p:nvSpPr>
            <p:spPr>
              <a:xfrm>
                <a:off x="3217003" y="4219262"/>
                <a:ext cx="6773842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If you define embedding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of each vertex x as</a:t>
                </a: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71547E4-D2B7-C40B-F36F-DA19C3E99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003" y="4219262"/>
                <a:ext cx="6773842" cy="477054"/>
              </a:xfrm>
              <a:prstGeom prst="rect">
                <a:avLst/>
              </a:prstGeom>
              <a:blipFill>
                <a:blip r:embed="rId3"/>
                <a:stretch>
                  <a:fillRect l="-1498" t="-10526" b="-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" name="Picture 64">
            <a:extLst>
              <a:ext uri="{FF2B5EF4-FFF2-40B4-BE49-F238E27FC236}">
                <a16:creationId xmlns:a16="http://schemas.microsoft.com/office/drawing/2014/main" id="{E2C8AC42-83BA-E6B8-E179-16B1F276C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765" y="4709606"/>
            <a:ext cx="5930900" cy="520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29D86FE-23BB-79DD-C2D2-6C3241C96750}"/>
                  </a:ext>
                </a:extLst>
              </p:cNvPr>
              <p:cNvSpPr txBox="1"/>
              <p:nvPr/>
            </p:nvSpPr>
            <p:spPr>
              <a:xfrm>
                <a:off x="4547692" y="5689935"/>
                <a:ext cx="5590120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29D86FE-23BB-79DD-C2D2-6C3241C96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692" y="5689935"/>
                <a:ext cx="5590120" cy="553998"/>
              </a:xfrm>
              <a:prstGeom prst="rect">
                <a:avLst/>
              </a:prstGeom>
              <a:blipFill>
                <a:blip r:embed="rId6"/>
                <a:stretch>
                  <a:fillRect l="-2494" t="-11111"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tangle 67">
            <a:extLst>
              <a:ext uri="{FF2B5EF4-FFF2-40B4-BE49-F238E27FC236}">
                <a16:creationId xmlns:a16="http://schemas.microsoft.com/office/drawing/2014/main" id="{38DFF3AD-750E-6DA1-8432-F2F58ECAE6E7}"/>
              </a:ext>
            </a:extLst>
          </p:cNvPr>
          <p:cNvSpPr/>
          <p:nvPr/>
        </p:nvSpPr>
        <p:spPr>
          <a:xfrm>
            <a:off x="3169894" y="4219262"/>
            <a:ext cx="8567607" cy="210471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8E7FF5C-0F11-DA76-A427-2F40C65D371B}"/>
              </a:ext>
            </a:extLst>
          </p:cNvPr>
          <p:cNvSpPr txBox="1"/>
          <p:nvPr/>
        </p:nvSpPr>
        <p:spPr>
          <a:xfrm>
            <a:off x="3592836" y="6354101"/>
            <a:ext cx="778142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solidFill>
                  <a:srgbClr val="C00000"/>
                </a:solidFill>
              </a:rPr>
              <a:t>Also suggests a natural way to embed vertices of graph!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C77C45-8C0D-5CD8-3F5A-F9740A4B2F47}"/>
              </a:ext>
            </a:extLst>
          </p:cNvPr>
          <p:cNvSpPr txBox="1"/>
          <p:nvPr/>
        </p:nvSpPr>
        <p:spPr>
          <a:xfrm>
            <a:off x="10316516" y="5870940"/>
            <a:ext cx="1408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[Homework]</a:t>
            </a:r>
          </a:p>
        </p:txBody>
      </p:sp>
    </p:spTree>
    <p:extLst>
      <p:ext uri="{BB962C8B-B14F-4D97-AF65-F5344CB8AC3E}">
        <p14:creationId xmlns:p14="http://schemas.microsoft.com/office/powerpoint/2010/main" val="7683863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D9375-6858-360D-70B9-176BC869D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4141BC-BD11-1D1B-8CF6-6F70271980D9}"/>
              </a:ext>
            </a:extLst>
          </p:cNvPr>
          <p:cNvSpPr/>
          <p:nvPr/>
        </p:nvSpPr>
        <p:spPr>
          <a:xfrm>
            <a:off x="4733882" y="1933787"/>
            <a:ext cx="731520" cy="3474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07C2C3-1BF7-D709-612E-6857C06938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87" t="36519" r="49874"/>
          <a:stretch>
            <a:fillRect/>
          </a:stretch>
        </p:blipFill>
        <p:spPr>
          <a:xfrm>
            <a:off x="155682" y="2526838"/>
            <a:ext cx="3247746" cy="33807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DA0B91-DD14-16A3-70AC-C13E1C2030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412" t="36519" r="15248"/>
          <a:stretch>
            <a:fillRect/>
          </a:stretch>
        </p:blipFill>
        <p:spPr>
          <a:xfrm>
            <a:off x="3741549" y="2524358"/>
            <a:ext cx="3447706" cy="3588861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407CF6EA-53FB-95D1-7275-7EA97C53B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 maps embedding on “</a:t>
            </a:r>
            <a:r>
              <a:rPr lang="en-US" dirty="0" err="1"/>
              <a:t>swiss</a:t>
            </a:r>
            <a:r>
              <a:rPr lang="en-US" dirty="0"/>
              <a:t> roll”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5AF5BD-5246-9A2E-5B53-C8296279E6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605" t="4219" b="6261"/>
          <a:stretch>
            <a:fillRect/>
          </a:stretch>
        </p:blipFill>
        <p:spPr>
          <a:xfrm>
            <a:off x="7874171" y="2475148"/>
            <a:ext cx="3630643" cy="36872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53FBDB-C18A-863A-C43D-EDFC247B3C76}"/>
                  </a:ext>
                </a:extLst>
              </p:cNvPr>
              <p:cNvSpPr txBox="1"/>
              <p:nvPr/>
            </p:nvSpPr>
            <p:spPr>
              <a:xfrm>
                <a:off x="9260378" y="6059978"/>
                <a:ext cx="108683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53FBDB-C18A-863A-C43D-EDFC247B3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0378" y="6059978"/>
                <a:ext cx="1086836" cy="553998"/>
              </a:xfrm>
              <a:prstGeom prst="rect">
                <a:avLst/>
              </a:prstGeom>
              <a:blipFill>
                <a:blip r:embed="rId4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5248945-B081-8E78-5E8D-C3189075EA85}"/>
                  </a:ext>
                </a:extLst>
              </p:cNvPr>
              <p:cNvSpPr txBox="1"/>
              <p:nvPr/>
            </p:nvSpPr>
            <p:spPr>
              <a:xfrm rot="16200000">
                <a:off x="7058210" y="3624954"/>
                <a:ext cx="1077924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5248945-B081-8E78-5E8D-C3189075E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058210" y="3624954"/>
                <a:ext cx="1077924" cy="553998"/>
              </a:xfrm>
              <a:prstGeom prst="rect">
                <a:avLst/>
              </a:prstGeom>
              <a:blipFill>
                <a:blip r:embed="rId5"/>
                <a:stretch>
                  <a:fillRect r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4B7E536B-C7EE-0CB3-1700-E7F473CF805F}"/>
              </a:ext>
            </a:extLst>
          </p:cNvPr>
          <p:cNvSpPr txBox="1"/>
          <p:nvPr/>
        </p:nvSpPr>
        <p:spPr>
          <a:xfrm>
            <a:off x="7874171" y="1511175"/>
            <a:ext cx="45573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Diffusion maps </a:t>
            </a:r>
            <a:r>
              <a:rPr lang="en-US" sz="3000" dirty="0"/>
              <a:t>first two components </a:t>
            </a:r>
          </a:p>
        </p:txBody>
      </p:sp>
    </p:spTree>
    <p:extLst>
      <p:ext uri="{BB962C8B-B14F-4D97-AF65-F5344CB8AC3E}">
        <p14:creationId xmlns:p14="http://schemas.microsoft.com/office/powerpoint/2010/main" val="24973574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940DB-18CF-4CB3-65AC-BA9D0048C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258" y="380624"/>
            <a:ext cx="10515600" cy="1325563"/>
          </a:xfrm>
        </p:spPr>
        <p:txBody>
          <a:bodyPr/>
          <a:lstStyle/>
          <a:p>
            <a:r>
              <a:rPr lang="en-US" dirty="0"/>
              <a:t>Now, how is this all useful for single cell data?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D4DBAB-D8A9-EF64-71E4-F76790706FF4}"/>
              </a:ext>
            </a:extLst>
          </p:cNvPr>
          <p:cNvSpPr txBox="1"/>
          <p:nvPr/>
        </p:nvSpPr>
        <p:spPr>
          <a:xfrm>
            <a:off x="600877" y="2000890"/>
            <a:ext cx="5018527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k-NN (k nearest neighbors) graph</a:t>
            </a:r>
          </a:p>
          <a:p>
            <a:r>
              <a:rPr lang="en-US" sz="2000" dirty="0"/>
              <a:t>Draw an edge between vertex v and its k nearest neighbors</a:t>
            </a:r>
          </a:p>
        </p:txBody>
      </p:sp>
      <p:pic>
        <p:nvPicPr>
          <p:cNvPr id="5" name="Picture 4" descr="Should we use k-nearest neighbor graphs for node classification? | by  Federico Errica | Medium">
            <a:extLst>
              <a:ext uri="{FF2B5EF4-FFF2-40B4-BE49-F238E27FC236}">
                <a16:creationId xmlns:a16="http://schemas.microsoft.com/office/drawing/2014/main" id="{3FA42597-4160-D06E-7AA2-2348CECDC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73" y="3093497"/>
            <a:ext cx="3754319" cy="29715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64E3A7-0113-FAF7-D28B-25AFE28F72B4}"/>
              </a:ext>
            </a:extLst>
          </p:cNvPr>
          <p:cNvSpPr txBox="1"/>
          <p:nvPr/>
        </p:nvSpPr>
        <p:spPr>
          <a:xfrm>
            <a:off x="-3966477" y="-3167906"/>
            <a:ext cx="427773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500" b="1" dirty="0"/>
              <a:t>ε</a:t>
            </a:r>
            <a:r>
              <a:rPr lang="en-US" sz="2500" b="1" dirty="0"/>
              <a:t>-ball graph</a:t>
            </a:r>
          </a:p>
          <a:p>
            <a:r>
              <a:rPr lang="en-US" sz="2000" dirty="0"/>
              <a:t>Draw an edge between vertex v and all vertices w within distance </a:t>
            </a:r>
            <a:r>
              <a:rPr lang="el-GR" sz="2000" dirty="0"/>
              <a:t>ε</a:t>
            </a:r>
            <a:endParaRPr lang="en-US" sz="2000" dirty="0"/>
          </a:p>
        </p:txBody>
      </p:sp>
      <p:pic>
        <p:nvPicPr>
          <p:cNvPr id="7" name="Picture 6" descr="Methods for graph creation from point clouds - Complex Objects">
            <a:extLst>
              <a:ext uri="{FF2B5EF4-FFF2-40B4-BE49-F238E27FC236}">
                <a16:creationId xmlns:a16="http://schemas.microsoft.com/office/drawing/2014/main" id="{974CE273-A6FC-D3F9-64D1-50E33B7DA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66477" y="-2183115"/>
            <a:ext cx="3754318" cy="31647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278471-C554-180A-287E-FEE0F5F7941C}"/>
              </a:ext>
            </a:extLst>
          </p:cNvPr>
          <p:cNvSpPr txBox="1"/>
          <p:nvPr/>
        </p:nvSpPr>
        <p:spPr>
          <a:xfrm>
            <a:off x="5569058" y="2754845"/>
            <a:ext cx="6417895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For single cell data, distance </a:t>
            </a:r>
            <a:r>
              <a:rPr lang="en-US" sz="2500" dirty="0" err="1"/>
              <a:t>btwn</a:t>
            </a:r>
            <a:r>
              <a:rPr lang="en-US" sz="2500" dirty="0"/>
              <a:t> cells x</a:t>
            </a:r>
            <a:r>
              <a:rPr lang="en-US" sz="2500" baseline="-25000" dirty="0"/>
              <a:t>i</a:t>
            </a:r>
            <a:r>
              <a:rPr lang="en-US" sz="2500" dirty="0"/>
              <a:t>, </a:t>
            </a:r>
            <a:r>
              <a:rPr lang="en-US" sz="2500" dirty="0" err="1"/>
              <a:t>x</a:t>
            </a:r>
            <a:r>
              <a:rPr lang="en-US" sz="2500" baseline="-25000" dirty="0" err="1"/>
              <a:t>j</a:t>
            </a:r>
            <a:r>
              <a:rPr lang="en-US" sz="2500" dirty="0"/>
              <a:t> typically defined using an “affinity function” / “similarity function”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45059F-3F0F-D77A-F932-31E3E8322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194" y="4579280"/>
            <a:ext cx="4446501" cy="11995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52290F-04AE-1E0E-3CF2-F781F5CC878A}"/>
              </a:ext>
            </a:extLst>
          </p:cNvPr>
          <p:cNvSpPr txBox="1"/>
          <p:nvPr/>
        </p:nvSpPr>
        <p:spPr>
          <a:xfrm>
            <a:off x="5953415" y="4162110"/>
            <a:ext cx="37200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e.g. Gaussian kernel function</a:t>
            </a:r>
          </a:p>
        </p:txBody>
      </p:sp>
    </p:spTree>
    <p:extLst>
      <p:ext uri="{BB962C8B-B14F-4D97-AF65-F5344CB8AC3E}">
        <p14:creationId xmlns:p14="http://schemas.microsoft.com/office/powerpoint/2010/main" val="13055076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3769A2-6797-53A1-BFD3-4E1CC2C6F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167" y="33251"/>
            <a:ext cx="9099665" cy="682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63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2904C-B787-C834-252C-93F17F936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902" y="17577"/>
            <a:ext cx="11754196" cy="1325563"/>
          </a:xfrm>
        </p:spPr>
        <p:txBody>
          <a:bodyPr/>
          <a:lstStyle/>
          <a:p>
            <a:r>
              <a:rPr lang="en-US" dirty="0"/>
              <a:t>PHATE: uses diffusion maps distance + MDS</a:t>
            </a:r>
          </a:p>
        </p:txBody>
      </p:sp>
      <p:pic>
        <p:nvPicPr>
          <p:cNvPr id="6" name="Picture 5" descr="Fig. 2">
            <a:extLst>
              <a:ext uri="{FF2B5EF4-FFF2-40B4-BE49-F238E27FC236}">
                <a16:creationId xmlns:a16="http://schemas.microsoft.com/office/drawing/2014/main" id="{17EF7A42-6A98-8B3E-06DC-598E1069F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47" y="1197033"/>
            <a:ext cx="8273320" cy="56433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AA2C70-ECF9-8103-0594-BB8855A93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055947"/>
            <a:ext cx="4267200" cy="889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0BFCF3-D0CE-7066-0685-1CBCC091CFF6}"/>
              </a:ext>
            </a:extLst>
          </p:cNvPr>
          <p:cNvSpPr txBox="1"/>
          <p:nvPr/>
        </p:nvSpPr>
        <p:spPr>
          <a:xfrm>
            <a:off x="8712568" y="2213876"/>
            <a:ext cx="32605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Commonly used / highly cited method for dimensionality reduction</a:t>
            </a:r>
          </a:p>
        </p:txBody>
      </p:sp>
    </p:spTree>
    <p:extLst>
      <p:ext uri="{BB962C8B-B14F-4D97-AF65-F5344CB8AC3E}">
        <p14:creationId xmlns:p14="http://schemas.microsoft.com/office/powerpoint/2010/main" val="33976261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26F8-14FC-2F81-85FC-BCA1388C9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56" y="380623"/>
            <a:ext cx="11265976" cy="1325563"/>
          </a:xfrm>
        </p:spPr>
        <p:txBody>
          <a:bodyPr/>
          <a:lstStyle/>
          <a:p>
            <a:r>
              <a:rPr lang="en-US" dirty="0"/>
              <a:t>Trajectory inference: </a:t>
            </a:r>
            <a:r>
              <a:rPr lang="en-US" sz="3700" dirty="0"/>
              <a:t>learning temporal ordering of cells in a single cell dataset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F1F76B-0BF8-BB32-B614-002AEBD8F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56" y="2149413"/>
            <a:ext cx="7282297" cy="44942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C19D38-21D1-F22D-C898-342BEA25907C}"/>
              </a:ext>
            </a:extLst>
          </p:cNvPr>
          <p:cNvSpPr txBox="1"/>
          <p:nvPr/>
        </p:nvSpPr>
        <p:spPr>
          <a:xfrm>
            <a:off x="7609053" y="1900031"/>
            <a:ext cx="443345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Even though you measure cells at same time…</a:t>
            </a:r>
          </a:p>
          <a:p>
            <a:endParaRPr lang="en-US" sz="3000" dirty="0"/>
          </a:p>
          <a:p>
            <a:r>
              <a:rPr lang="en-US" sz="3000" dirty="0"/>
              <a:t>different cells may be at different developmental stages </a:t>
            </a:r>
          </a:p>
          <a:p>
            <a:endParaRPr lang="en-US" sz="3000" dirty="0"/>
          </a:p>
          <a:p>
            <a:r>
              <a:rPr lang="en-US" sz="3000" dirty="0"/>
              <a:t>Goal: reconstruct relative temporal ordering of cells</a:t>
            </a:r>
          </a:p>
        </p:txBody>
      </p:sp>
    </p:spTree>
    <p:extLst>
      <p:ext uri="{BB962C8B-B14F-4D97-AF65-F5344CB8AC3E}">
        <p14:creationId xmlns:p14="http://schemas.microsoft.com/office/powerpoint/2010/main" val="38148798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7590-D1EC-5227-4F7F-DC3617B7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97" y="-103271"/>
            <a:ext cx="10515600" cy="1325563"/>
          </a:xfrm>
        </p:spPr>
        <p:txBody>
          <a:bodyPr>
            <a:normAutofit/>
          </a:bodyPr>
          <a:lstStyle/>
          <a:p>
            <a:r>
              <a:rPr lang="en-US" sz="3700" dirty="0"/>
              <a:t>Popular TI methods use diffusion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125A4E-8E87-2F5D-76BA-FA54211A8D2B}"/>
              </a:ext>
            </a:extLst>
          </p:cNvPr>
          <p:cNvGrpSpPr/>
          <p:nvPr/>
        </p:nvGrpSpPr>
        <p:grpSpPr>
          <a:xfrm>
            <a:off x="217267" y="2713729"/>
            <a:ext cx="11974733" cy="2563400"/>
            <a:chOff x="217267" y="1896311"/>
            <a:chExt cx="11974733" cy="2563400"/>
          </a:xfrm>
        </p:grpSpPr>
        <p:pic>
          <p:nvPicPr>
            <p:cNvPr id="4" name="Picture 3" descr="Figure 1: Diffusion pseudotime reveals temporal ordering and cellular decisions on the single cell level.">
              <a:extLst>
                <a:ext uri="{FF2B5EF4-FFF2-40B4-BE49-F238E27FC236}">
                  <a16:creationId xmlns:a16="http://schemas.microsoft.com/office/drawing/2014/main" id="{DFEE8287-B413-063A-C2E1-7AD31B46F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76144"/>
            <a:stretch>
              <a:fillRect/>
            </a:stretch>
          </p:blipFill>
          <p:spPr>
            <a:xfrm>
              <a:off x="217267" y="1896311"/>
              <a:ext cx="11974733" cy="210173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2DE61AA-3338-6843-6957-E3C1DA776C13}"/>
                </a:ext>
              </a:extLst>
            </p:cNvPr>
            <p:cNvCxnSpPr>
              <a:cxnSpLocks/>
            </p:cNvCxnSpPr>
            <p:nvPr/>
          </p:nvCxnSpPr>
          <p:spPr>
            <a:xfrm>
              <a:off x="5303520" y="3998046"/>
              <a:ext cx="3507971" cy="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D630D64-B959-95FA-4DD1-C9440C0592FC}"/>
                </a:ext>
              </a:extLst>
            </p:cNvPr>
            <p:cNvSpPr txBox="1"/>
            <p:nvPr/>
          </p:nvSpPr>
          <p:spPr>
            <a:xfrm>
              <a:off x="5303520" y="3998046"/>
              <a:ext cx="38199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Uses diffusion maps metric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C5EDCD9-B222-699A-37AD-023470BA2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667" y="1222292"/>
            <a:ext cx="5991136" cy="127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345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6198A2A-4D65-3415-7E52-05FA6B5F8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0A51B-29CA-F87E-8021-DD8C4F82B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97" y="-103271"/>
            <a:ext cx="10515600" cy="1325563"/>
          </a:xfrm>
        </p:spPr>
        <p:txBody>
          <a:bodyPr>
            <a:normAutofit/>
          </a:bodyPr>
          <a:lstStyle/>
          <a:p>
            <a:r>
              <a:rPr lang="en-US" sz="3700" dirty="0"/>
              <a:t>Popular TI methods use diffusion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9B8B439-DF20-FF50-A27B-C114ED22C06E}"/>
              </a:ext>
            </a:extLst>
          </p:cNvPr>
          <p:cNvGrpSpPr/>
          <p:nvPr/>
        </p:nvGrpSpPr>
        <p:grpSpPr>
          <a:xfrm>
            <a:off x="217267" y="1065038"/>
            <a:ext cx="11974733" cy="2563400"/>
            <a:chOff x="217267" y="1896311"/>
            <a:chExt cx="11974733" cy="2563400"/>
          </a:xfrm>
        </p:grpSpPr>
        <p:pic>
          <p:nvPicPr>
            <p:cNvPr id="4" name="Picture 3" descr="Figure 1: Diffusion pseudotime reveals temporal ordering and cellular decisions on the single cell level.">
              <a:extLst>
                <a:ext uri="{FF2B5EF4-FFF2-40B4-BE49-F238E27FC236}">
                  <a16:creationId xmlns:a16="http://schemas.microsoft.com/office/drawing/2014/main" id="{835C5F45-9A0E-97FE-BD61-000B9B9EB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76144"/>
            <a:stretch>
              <a:fillRect/>
            </a:stretch>
          </p:blipFill>
          <p:spPr>
            <a:xfrm>
              <a:off x="217267" y="1896311"/>
              <a:ext cx="11974733" cy="210173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17C822C-1DA0-4170-0A13-70E867462022}"/>
                </a:ext>
              </a:extLst>
            </p:cNvPr>
            <p:cNvCxnSpPr>
              <a:cxnSpLocks/>
            </p:cNvCxnSpPr>
            <p:nvPr/>
          </p:nvCxnSpPr>
          <p:spPr>
            <a:xfrm>
              <a:off x="5303520" y="3998046"/>
              <a:ext cx="3507971" cy="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69D6751-5585-241B-31BF-55284D9B201E}"/>
                </a:ext>
              </a:extLst>
            </p:cNvPr>
            <p:cNvSpPr txBox="1"/>
            <p:nvPr/>
          </p:nvSpPr>
          <p:spPr>
            <a:xfrm>
              <a:off x="5303520" y="3998046"/>
              <a:ext cx="38199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Uses diffusion maps metric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8DF62B90-F685-6F56-031F-14DE06653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999" y="100301"/>
            <a:ext cx="5262302" cy="1121992"/>
          </a:xfrm>
          <a:prstGeom prst="rect">
            <a:avLst/>
          </a:prstGeom>
        </p:spPr>
      </p:pic>
      <p:pic>
        <p:nvPicPr>
          <p:cNvPr id="12" name="Picture 11" descr="Fig. 1">
            <a:extLst>
              <a:ext uri="{FF2B5EF4-FFF2-40B4-BE49-F238E27FC236}">
                <a16:creationId xmlns:a16="http://schemas.microsoft.com/office/drawing/2014/main" id="{D2E22069-35AC-B02F-686B-19551E13E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197" y="3813582"/>
            <a:ext cx="6881802" cy="30444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00B8E93-2542-5701-8D3D-4045164C3F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020" y="5730173"/>
            <a:ext cx="43434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2455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55201-EBD2-9CCA-7694-F67093F6F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PAGA (partition-based graph abstraction)</a:t>
            </a:r>
          </a:p>
        </p:txBody>
      </p:sp>
      <p:pic>
        <p:nvPicPr>
          <p:cNvPr id="4" name="Picture 3" descr="Fig. 1">
            <a:extLst>
              <a:ext uri="{FF2B5EF4-FFF2-40B4-BE49-F238E27FC236}">
                <a16:creationId xmlns:a16="http://schemas.microsoft.com/office/drawing/2014/main" id="{CB8F0868-142C-1748-710A-FE1DDCD78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015153" cy="398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4192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7FA46-36C2-76B4-5B9D-4F2D7E63F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650C1-7730-DDCE-ED8C-C872C2919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t-SNE/UMAP</a:t>
            </a:r>
          </a:p>
          <a:p>
            <a:r>
              <a:rPr lang="en-US" dirty="0"/>
              <a:t>Markov chains + more trajectory inference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866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5284</TotalTime>
  <Words>3146</Words>
  <Application>Microsoft Macintosh PowerPoint</Application>
  <PresentationFormat>Widescreen</PresentationFormat>
  <Paragraphs>708</Paragraphs>
  <Slides>52</Slides>
  <Notes>1</Notes>
  <HiddenSlides>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0" baseType="lpstr">
      <vt:lpstr>Aptos</vt:lpstr>
      <vt:lpstr>Aptos Display</vt:lpstr>
      <vt:lpstr>Arial</vt:lpstr>
      <vt:lpstr>Cambria Math</vt:lpstr>
      <vt:lpstr>Comic Sans MS</vt:lpstr>
      <vt:lpstr>Garamond</vt:lpstr>
      <vt:lpstr>Wingdings</vt:lpstr>
      <vt:lpstr>Office Theme</vt:lpstr>
      <vt:lpstr>Random walks on graphs</vt:lpstr>
      <vt:lpstr>Last time: manifolds</vt:lpstr>
      <vt:lpstr>Another way to think about manifolds: maps</vt:lpstr>
      <vt:lpstr>Another way to think about manifolds: maps</vt:lpstr>
      <vt:lpstr>Last time: manifold structure obscured by PCA We need geodesic distances</vt:lpstr>
      <vt:lpstr>Last time: Graphs are used to represent manifold</vt:lpstr>
      <vt:lpstr>Last time: Multidimensional scaling (MDS)</vt:lpstr>
      <vt:lpstr>Major challenge of MDS</vt:lpstr>
      <vt:lpstr>Today’s new idea: random walks on a graph</vt:lpstr>
      <vt:lpstr>Intuition: Random walks distinguish challenging cases for MDS</vt:lpstr>
      <vt:lpstr>Intuition: Random walks distinguish challenging cases for MDS</vt:lpstr>
      <vt:lpstr>Random walks on graph</vt:lpstr>
      <vt:lpstr>Some natural questions</vt:lpstr>
      <vt:lpstr>PowerPoint Presentation</vt:lpstr>
      <vt:lpstr>What is a random walk</vt:lpstr>
      <vt:lpstr>What is a random walk</vt:lpstr>
      <vt:lpstr>What is a random walk</vt:lpstr>
      <vt:lpstr>Definitions</vt:lpstr>
      <vt:lpstr>Definitions</vt:lpstr>
      <vt:lpstr>Definitions</vt:lpstr>
      <vt:lpstr>Relation between adjacency and probability transition matrix</vt:lpstr>
      <vt:lpstr>Random walks are efficiently modeled with probability transition matrix [derive on board]</vt:lpstr>
      <vt:lpstr>Random walks are efficiently modeled with probability transition matrix [derive on board]</vt:lpstr>
      <vt:lpstr>Random walks are efficiently modeled with probability transition matrix [derive on board]</vt:lpstr>
      <vt:lpstr>Some natural questions</vt:lpstr>
      <vt:lpstr>Stationary Distribution [derive on board]</vt:lpstr>
      <vt:lpstr>What is a stationary distribution?  Intuitively and Mathematically</vt:lpstr>
      <vt:lpstr>When does stationary distribution exist? Perron Frobenius theorem (special case)</vt:lpstr>
      <vt:lpstr>When does stationary distribution exist? Perron Frobenius theorem (special case)</vt:lpstr>
      <vt:lpstr>Existence of stationary distribution</vt:lpstr>
      <vt:lpstr>Computing stationary distribution for graphs</vt:lpstr>
      <vt:lpstr>Computing stationary distribution [board]</vt:lpstr>
      <vt:lpstr>Variants of random walks</vt:lpstr>
      <vt:lpstr>Random walks on directed graphs (Markov chains)</vt:lpstr>
      <vt:lpstr>Some natural questions</vt:lpstr>
      <vt:lpstr>Deriving a random walk-based distance</vt:lpstr>
      <vt:lpstr>Deriving a random walk-based distance</vt:lpstr>
      <vt:lpstr>Deriving a random walk-based distance</vt:lpstr>
      <vt:lpstr>Deriving a random walk-based distance</vt:lpstr>
      <vt:lpstr>Deriving a random walk-based distance</vt:lpstr>
      <vt:lpstr>Diffusion maps: a random walk based distance</vt:lpstr>
      <vt:lpstr>Diffusion maps</vt:lpstr>
      <vt:lpstr>Diffusion maps</vt:lpstr>
      <vt:lpstr>Diffusion maps embedding on “swiss roll”</vt:lpstr>
      <vt:lpstr>Now, how is this all useful for single cell data?</vt:lpstr>
      <vt:lpstr>PowerPoint Presentation</vt:lpstr>
      <vt:lpstr>PHATE: uses diffusion maps distance + MDS</vt:lpstr>
      <vt:lpstr>Trajectory inference: learning temporal ordering of cells in a single cell dataset</vt:lpstr>
      <vt:lpstr>Popular TI methods use diffusion</vt:lpstr>
      <vt:lpstr>Popular TI methods use diffusion</vt:lpstr>
      <vt:lpstr>PAGA (partition-based graph abstraction)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Uthsav Chitra</dc:creator>
  <cp:lastModifiedBy>Uthsav Chitra</cp:lastModifiedBy>
  <cp:revision>27</cp:revision>
  <dcterms:created xsi:type="dcterms:W3CDTF">2026-08-18T21:54:31Z</dcterms:created>
  <dcterms:modified xsi:type="dcterms:W3CDTF">2026-10-08T23:26:55Z</dcterms:modified>
</cp:coreProperties>
</file>