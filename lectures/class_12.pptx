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notesSlides/notesSlide2.xml" ContentType="application/vnd.openxmlformats-officedocument.presentationml.notesSlide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420" r:id="rId3"/>
    <p:sldId id="396" r:id="rId4"/>
    <p:sldId id="428" r:id="rId5"/>
    <p:sldId id="426" r:id="rId6"/>
    <p:sldId id="284" r:id="rId7"/>
    <p:sldId id="405" r:id="rId8"/>
    <p:sldId id="492" r:id="rId9"/>
    <p:sldId id="413" r:id="rId10"/>
    <p:sldId id="432" r:id="rId11"/>
    <p:sldId id="433" r:id="rId12"/>
    <p:sldId id="434" r:id="rId13"/>
    <p:sldId id="435" r:id="rId14"/>
    <p:sldId id="488" r:id="rId15"/>
    <p:sldId id="442" r:id="rId16"/>
    <p:sldId id="437" r:id="rId17"/>
    <p:sldId id="489" r:id="rId18"/>
    <p:sldId id="412" r:id="rId19"/>
    <p:sldId id="438" r:id="rId20"/>
    <p:sldId id="417" r:id="rId21"/>
    <p:sldId id="414" r:id="rId22"/>
    <p:sldId id="415" r:id="rId23"/>
    <p:sldId id="490" r:id="rId24"/>
    <p:sldId id="491" r:id="rId25"/>
    <p:sldId id="444" r:id="rId26"/>
    <p:sldId id="440" r:id="rId27"/>
    <p:sldId id="445" r:id="rId28"/>
    <p:sldId id="447" r:id="rId29"/>
    <p:sldId id="448" r:id="rId30"/>
    <p:sldId id="449" r:id="rId31"/>
    <p:sldId id="446" r:id="rId32"/>
    <p:sldId id="261" r:id="rId33"/>
    <p:sldId id="451" r:id="rId34"/>
    <p:sldId id="455" r:id="rId35"/>
    <p:sldId id="450" r:id="rId36"/>
    <p:sldId id="452" r:id="rId37"/>
    <p:sldId id="453" r:id="rId38"/>
    <p:sldId id="454" r:id="rId39"/>
    <p:sldId id="456" r:id="rId40"/>
    <p:sldId id="458" r:id="rId41"/>
    <p:sldId id="459" r:id="rId42"/>
    <p:sldId id="460" r:id="rId43"/>
    <p:sldId id="461" r:id="rId44"/>
    <p:sldId id="463" r:id="rId45"/>
    <p:sldId id="464" r:id="rId46"/>
    <p:sldId id="465" r:id="rId47"/>
    <p:sldId id="493" r:id="rId48"/>
    <p:sldId id="466" r:id="rId49"/>
    <p:sldId id="467" r:id="rId50"/>
    <p:sldId id="468" r:id="rId51"/>
    <p:sldId id="469" r:id="rId52"/>
    <p:sldId id="472" r:id="rId53"/>
    <p:sldId id="474" r:id="rId54"/>
    <p:sldId id="476" r:id="rId55"/>
    <p:sldId id="470" r:id="rId56"/>
    <p:sldId id="471" r:id="rId57"/>
    <p:sldId id="477" r:id="rId58"/>
    <p:sldId id="478" r:id="rId59"/>
    <p:sldId id="479" r:id="rId60"/>
    <p:sldId id="481" r:id="rId61"/>
    <p:sldId id="429" r:id="rId62"/>
    <p:sldId id="482" r:id="rId63"/>
    <p:sldId id="484" r:id="rId64"/>
    <p:sldId id="485" r:id="rId65"/>
    <p:sldId id="473" r:id="rId66"/>
    <p:sldId id="486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5D3A48-1D48-7541-A73F-33386AF70338}">
          <p14:sldIdLst>
            <p14:sldId id="256"/>
            <p14:sldId id="420"/>
            <p14:sldId id="396"/>
            <p14:sldId id="428"/>
            <p14:sldId id="426"/>
            <p14:sldId id="284"/>
            <p14:sldId id="405"/>
            <p14:sldId id="492"/>
          </p14:sldIdLst>
        </p14:section>
        <p14:section name="Diffusion maps from last time" id="{50A87459-9AB7-404B-BB75-B8ACE09A5D32}">
          <p14:sldIdLst>
            <p14:sldId id="413"/>
            <p14:sldId id="432"/>
            <p14:sldId id="433"/>
            <p14:sldId id="434"/>
            <p14:sldId id="435"/>
            <p14:sldId id="488"/>
            <p14:sldId id="442"/>
            <p14:sldId id="437"/>
            <p14:sldId id="489"/>
            <p14:sldId id="412"/>
            <p14:sldId id="438"/>
            <p14:sldId id="417"/>
            <p14:sldId id="414"/>
            <p14:sldId id="415"/>
            <p14:sldId id="490"/>
            <p14:sldId id="491"/>
            <p14:sldId id="444"/>
            <p14:sldId id="440"/>
            <p14:sldId id="445"/>
            <p14:sldId id="447"/>
            <p14:sldId id="448"/>
            <p14:sldId id="449"/>
            <p14:sldId id="446"/>
            <p14:sldId id="261"/>
            <p14:sldId id="451"/>
            <p14:sldId id="455"/>
            <p14:sldId id="450"/>
            <p14:sldId id="452"/>
            <p14:sldId id="453"/>
            <p14:sldId id="454"/>
            <p14:sldId id="456"/>
            <p14:sldId id="458"/>
            <p14:sldId id="459"/>
            <p14:sldId id="460"/>
            <p14:sldId id="461"/>
            <p14:sldId id="463"/>
            <p14:sldId id="464"/>
            <p14:sldId id="465"/>
            <p14:sldId id="493"/>
            <p14:sldId id="466"/>
            <p14:sldId id="467"/>
            <p14:sldId id="468"/>
            <p14:sldId id="469"/>
            <p14:sldId id="472"/>
            <p14:sldId id="474"/>
            <p14:sldId id="476"/>
            <p14:sldId id="470"/>
            <p14:sldId id="471"/>
            <p14:sldId id="477"/>
            <p14:sldId id="478"/>
            <p14:sldId id="479"/>
            <p14:sldId id="481"/>
            <p14:sldId id="429"/>
            <p14:sldId id="482"/>
            <p14:sldId id="484"/>
            <p14:sldId id="485"/>
            <p14:sldId id="473"/>
            <p14:sldId id="4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/>
    <p:restoredTop sz="94524"/>
  </p:normalViewPr>
  <p:slideViewPr>
    <p:cSldViewPr snapToGrid="0">
      <p:cViewPr varScale="1">
        <p:scale>
          <a:sx n="114" d="100"/>
          <a:sy n="114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0:57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24575,'-15'6'0,"-2"14"0,-9 19 0,-3 18 0,0 20 0,-1 11 0,7-2 0,7-2 0,8-9 0,6-3 0,2 2 0,0-9 0,8-3 0,15-11 0,11-11 0,14-12 0,6-15 0,7-5 0,16-3 0,-13-8 0,2-5 0,25-16 0,-28 5 0,-5-6 0,0-27 0,-6-4 0,-10 0 0,-8 2 0,-10 1 0,-6 1 0,-7 5 0,-6 5 0,-3 6 0,-2 2 0,-3 1 0,-10-3 0,-11 3 0,-12 1 0,-10 1 0,-5 5 0,-6 2 0,-2 2 0,-2 3 0,4-2 0,4 4 0,8 0 0,11 2 0,7 2 0,8 4 0,7 3 0,3 2 0,1 2 0,5 1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0:5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2547 24575,'6'-20'0,"24"-30"0,20-23-2270,-8 19 1,7-5 2269,-6 8 0,4-3 0,2-1-1613,11-11 0,4-2 0,2-3 1613,-7 9 0,1-2 0,2-2 0,0-1 0,5-4 0,1-3 0,1 0 0,-2 2 0,-4 3 0,0 2 0,-1 0 0,-1 1-352,-4 4 1,-1 0-1,-2 1 1,1 2 351,12-16 0,-1 2 0,-3 4-419,-13 14 0,-3 4 0,0 0 419,21-21 0,-5 3 333,-12 13 0,-5 4-333,-11 13 0,-3 1 0,25-30 0,-24 25 3610,-15 21-3610,-6 8 0,-6 6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0:59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24575,'30'7'0,"13"7"0,45 23 0,-35-16 0,3 3-2399,18 9 1,4 1 2398,7 1 0,1 0 0,1-1 0,1 1 0,-24-10 0,1 1 0,0 0 0,28 7 0,1 0 0,-27-10 0,1 1 0,0-2 0,-3-2 0,0-1 0,0 0 0,30 7 0,-4 0 136,-16-7 1,-5 0-137,-13-4 0,-4 0 0,28 7 0,-29-10 745,-2 0-745,-16-5 0,-15-4 0,-7-1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0 489 24575,'24'0'0,"19"-4"0,33-10 0,-17 1 0,6-2-1980,14-5 1,5-2 1979,-18 5 0,3 0 0,2 0-711,10-1 0,2 1 1,2 0 710,4-1 0,2 1 0,-1 1-733,-2 2 1,-1 1 0,0 1 732,-1 0 0,1 1 0,-2 0 0,-3 3 0,-1 0 0,-1 2-492,-5 0 0,-1 2 0,-1 0 492,25-1 0,-2 0 108,-5 1 0,-5-1-108,-19 0 0,-3 0 637,3-4 1,-2 0-638,-3 0 0,-4 0 0,18-4 3528,-3-1-3528,-30 3 2168,3-2-2168,-4 2 409,-8 4 0,-15 4 0,-9 2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1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24575,'3'28'0,"19"22"0,25 26 0,-7-26 0,6 1-2941,19 12 0,7 1 2941,-11-13 0,4 0 0,2 1-954,10 5 0,3 2 1,3 0 953,-17-12 0,2 1 0,0-1 0,-1 0 0,-2-3 0,-1-1 0,0-1 0,0 0 0,18 12 0,0-2 0,-1-1-204,-4-3 0,0 0 0,-1-2 204,-6-4 0,0 0 0,0-1-440,1 0 0,-1 1 0,-3-2 440,15 7 0,-4-4 569,-11-5 1,-3-3-570,-10-3 0,-3-3 0,28 16 0,-9-5 3084,-23-11-3084,-13-13 0,-19-7 0,-3-2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122 645 24575,'-34'0'0,"4"0"0,1 0 0,13 4 0,7 6 0,7 8 0,0 10 0,3 4 0,6 0 0,10 2 0,11-3 0,10-1 0,12 2 0,1-8 0,12-6 0,-4-8 0,-6-8 0,3-2 0,-1-11 0,1-11 0,-6-15 0,-9-13 0,-18-1 0,-6-11 0,-7-8 0,-6-6 0,-2-9 0,-8-1 0,-14 7 0,-22 3 0,-15 15 0,-10 12 0,1 9 0,4 10 0,1 5 0,7 6 0,2 7 0,8 6 0,8 4 0,17 2 0,5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2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16015,'-18'0'0,"4"0"3704,-7 0-3704,4 5 1475,-4 12-1475,1 14 789,6 22-789,3 13 0,4 12 0,5 6 0,1-1 0,1-4 2592,5-8-2592,13-12 0,21-15 0,28-12 0,24-14-403,-39-12 1,1-2 402,3-2 0,-2-1 0,38-1 0,-12-4 0,-13-10 0,-10-12 0,-8-14 0,-14-10 0,-13-8 0,-11-9 0,-3-5 0,-8 4 0,-13 5 805,-19 8-805,-14 13 0,-9 0 0,0 8 0,-1 7 0,26 9 0,0 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3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208 223 24575,'-27'0'0,"3"0"0,14 0 0,-5 0 0,-5 3 0,-4 12 0,0 12 0,1 17 0,4 12 0,7 7 0,5 12 0,5-8 0,2 5 0,2-14 0,14-10 0,17-3 0,15-20 0,7-8 0,3-12 0,3-9 0,8-14 0,6-16 0,0-21 0,-13-7 0,-16-4 0,-12-11 0,-15-4 0,-6 0 0,-13 7 0,-22 14 0,-23 6 0,-15 5 0,-13 7 0,0 8 0,11 9 0,5 8 0,33 9 0,6 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4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61 24575,'0'29'0,"0"24"0,0 22 0,0 12 0,0 5 0,2-12 0,10-2 0,15-10 0,17-13 0,14-15 0,8-16 0,5-11 0,-1-8 0,4-7 0,-7-12 0,-7-16 0,-8-19 0,-17-9 0,-12 4 0,-11-2 0,-6-6 0,0-7 0,-3-4 0,-13 11 0,-17 12 0,-24 9 0,-19 6 0,-13 3 0,1 9 0,4 3 0,0 6 0,6 6 0,7 2 0,9 5 0,12 1 0,21 0 0,7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5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24575,'0'3'0,"0"13"0,0 8 0,0 13 0,0 9 0,0 10 0,0 14 0,5 8 0,5-5 0,6-6 0,5-10 0,3-10 0,0-6 0,-2-13 0,-3-11 0,-3-9 0,-1-6 0,0-1 0,-1-20 0,-1 0 0,0-23 0,2 3 0,-1-1 0,-2-1 0,1 0 0,-2 2 0,2 1 0,2 3 0,-2 5 0,0 4 0,-4 7 0,0 6 0,2 6 0,0 5 0,2 2 0,0 3 0,1 5 0,3 11 0,0 8 0,6 5 0,2 2 0,4-3 0,2-3 0,0-4 0,-2-4 0,-1-4 0,-3-3 0,-3-5 0,0-3 0,-4-3 0,-2-2 0,0-6 0,-3-6 0,-2-8 0,0-8 0,-2-7 0,0-10 0,0-8 0,-3-6 0,-2-4 0,-1-2 0,-2 0 0,-1 4 0,0 10 0,0 12 0,0 7 0,0 10 0,-2 7 0,2 6 0,-2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6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 24575,'-8'-1'0,"3"9"0,1 8 0,4 17 0,0 12 0,0 11 0,0 6 0,0-1 0,0-1 0,0-8 0,0-4 0,0-11 0,0-12 0,0-7 0,0-10 0,0-4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24575,'1'-3'0,"9"0"0,13 2 0,16 1 0,7 0 0,8 0 0,0 0 0,0 0 0,-1 0 0,-6 0 0,-10 0 0,-9 9 0,-11 12 0,-8 15 0,-6 14 0,-8 5 0,-4-3 0,-6-7 0,-7-3 0,0-5 0,-1 0 0,5-3 0,4-6 0,5-4 0,5-6 0,8-3 0,11-5 0,13-6 0,11 1 0,7-2 0,2 1 0,-3 0 0,-7-1 0,-6-1 0,-4 2 0,0-2 0,-2 3 0,-3 1 0,-1 0 0,0 3 0,1 1 0,-2-1 0,-10-4 0,-2-1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8 24575,'1'-4'0,"4"2"0,6 0 0,8 2 0,0 0 0,4 0 0,-2 0 0,-3 0 0,-3 0 0,-5 2 0,-5 3 0,-2 6 0,-3 7 0,0 6 0,0 1 0,-6-3 0,-5-1 0,-2-5 0,-3-2 0,5-2 0,-1-4 0,2 0 0,3 1 0,2 0 0,5-1 0,8 1 0,10 0 0,13 1 0,6 1 0,0-1 0,-4 0 0,-5 0 0,-8-2 0,-5 2 0,-5 1 0,-4 4 0,-1 7 0,-2 2 0,-6 2 0,-5-1 0,-7-2 0,-8-3 0,-2-4 0,-2-1 0,3-2 0,-1 0 0,-2-1 0,-1-2 0,1-2 0,3-2 0,2 0 0,1 0 0,8-2 0,2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8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24575,'0'-15'0,"0"3"0,0 5 0,0 15 0,0 12 0,0 20 0,0 7 0,0 6 0,0 2 0,0-1 0,0-1 0,0-8 0,0-7 0,0-11 0,1-7 0,6-6 0,7-8 0,7-5 0,9 0 0,3-1 0,1 0 0,-5 0 0,-5-3 0,-4-2 0,-5 0 0,-1-1 0,-7 5 0,-3-1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09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24575,'0'14'0,"0"5"0,0 7 0,0 8 0,0 0 0,0 4 0,0 5 0,0-1 0,0 3 0,0-1 0,0-5 0,0-2 0,0-6 0,0-4 0,0-5 0,0-3 0,0-1 0,0-4 0,0 0 0,0-2 0,0-3 0,0-4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1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24575,'0'8'0,"0"11"0,0 12 0,0 9 0,0 6 0,0-4 0,0 3 0,0-3 0,0-6 0,0-6 0,0-6 0,0-7 0,0 0 0,0-2 0,0-1 0,0-2 0,0-6 0,0-4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7:11:2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69 24575,'-10'0'0,"7"9"0,5 5 0,12 12 0,10 4 0,3 5 0,3 4 0,-1 3 0,3 5 0,-2-3 0,-1 1 0,-4-9 0,-8-4 0,-2-7 0,-5-8 0,-2-2 0,0-7 0,-2-3 0,1-1 0,1-3 0,-1-6 0,0-9 0,0-7 0,1-18 0,5-6 0,1-5 0,3-2 0,2 5 0,1-4 0,0 3 0,-3 5 0,-3 10 0,-3 8 0,0 3 0,-2 3 0,-4 3 0,-2 8 0,-2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09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2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3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4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4:18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6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8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1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0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1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3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4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4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6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7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7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8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29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24575,'0'4'0,"0"15"0,0 22 0,0 23 0,0 13 0,0 21-792,0-45 0,0 2 792,0 7 0,0 3 0,0 6 0,0-1 0,0-1 0,0-1 0,0 2 0,0-1 0,0-3 0,0-1 0,0-3 0,0-1 0,0 2 0,0-1 0,0 1 0,0-1 0,0-4 0,0 1 0,0 7 0,0 1 0,0-4 0,0 1 0,0 7 0,0 1 0,0-3 0,0-1 0,0-7 0,0 0 0,0-1 0,0 0 0,0-8 0,0 0-116,0 3 0,0 1 116,0-2 0,0 0 0,0-2 0,0-1 0,0 44 0,0 3 0,0-5 0,0-9 0,0-4-111,0-6 111,0-1 0,0 8 0,0 0 0,0-2 0,0-1 0,0-6 0,0-3 0,0-3 1155,0 1-1155,0-1 651,0 4-651,0 1 121,0-1-121,0 3 0,0-7 0,0 4 0,0 4 0,0 3 0,0 4 0,0-3 0,0-5 0,0-4 0,0-2 0,0 0 0,0 0 0,0 3 0,0 2 0,0-1 0,0-2 0,0-9 0,0-11 0,0-9 0,0-9 0,0-4 0,0-1 0,0-2 0,0-3 0,0 0 0,0 1 0,0 6 0,0 3 0,0 1 0,0-1 0,0-3 0,0 0 0,0-2 0,0 1 0,0-4 0,0-5 0,0-2 0,0-2 0,0 1 0,0 0 0,0-2 0,0 0 0,0 0 0,0-1 0,0 0 0,0-1 0,3-2 0,2-1 0,4-1 0,2-4 0,1 0 0,-1-3 0,-1 0 0,0 0 0,1 0 0,4 0 0,3 0 0,4 0 0,5 0 0,0 0 0,3 0 0,2 0 0,4 0 0,1 0 0,-5 0 0,3 0 0,-4 0 0,-3 0 0,-3 0 0,-5 0 0,-3 0 0,0 0 0,0 0 0,-4 0 0,0 0 0,-3-2 0,-3-10 0,-7-12 0,-4-15 0,-3-14 0,-5-7 0,0-4 0,-4-5 0,3-6 0,2-1 0,0-5 0,3-4-630,-1-9 630,4 44 0,1-1 0,1 0 0,0 1 0,-3-46 0,2 5 0,3 1 0,1 0 0,-1 5-123,1 7 123,0 1 0,0 0 0,0-5 0,0-4 0,0 8 0,0 7 0,0 6 0,0-1 0,0-5 0,3 0 0,1 0 626,3-1-626,1-1 0,-3-4 0,3-6 0,-3 3 0,0-3 0,-1 2 0,0 3 0,0-13 0,2 8 0,1 4 0,-3-2 0,3 9 0,-2-11 0,0-2 0,2 1 0,-2 1 0,0 5 0,-2 4 127,-2 2-127,-1 4 0,0 2 0,0-1 0,4-3 0,1-1 0,-1-4 0,4-4 0,-3 9 0,-1-1 0,0 5 0,-4 3 0,0-5 0,0 5 0,0 6 0,0 4 0,0 9 0,0 5 0,0 3 0,0 6 0,0 1 0,0 2 0,0 3 0,0-7 0,0 0 0,0 0 0,0-7 0,0-2 0,0-5 0,0 0 0,0 4 0,0 3 0,0 4 0,0 2 0,0 3 0,0 4 0,0 1 0,0 1 0,0-1 0,0-7 0,0 0 0,0 2 0,0-1 0,0 3 0,0 1 0,0-1 0,-2 6 0,-1 2 0,-1 2 0,2 4 0,-1 2 0,-1 1 0,1 1 0,-3 0 0,3-6 0,0-1 0,-2 2 0,2 0 0,-2 2 0,-4 3 0,0 2 0,-3 3 0,1 4 0,1 0 0,0 0 0,-1 0 0,-3 0 0,-4 0 0,-5 0 0,-3 0 0,-1 0 0,-4 0 0,-2 0 0,1 0 0,0 0 0,4 3 0,1 0 0,0 1 0,1-1 0,4-3 0,1 0 0,4 0 0,2 0 0,-1 0 0,3 2 0,2 3 0,4-1 0,4 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5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 24575,'0'-2'0,"0"8"0,0 9 0,-3 11 0,-3-1 0,0-4 0,-2-6 0,2-5 0,2 2 0,1 0 0,2 1 0,0 0 0,1-6 0,0-1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24575,'-8'0'0,"-6"5"0,-8 11 0,-5 8 0,-1 11 0,4 1 0,0-4 0,2-2 0,2-3 0,5-3 0,4-1 0,-1 0 0,2 1 0,-2 0 0,1-3 0,0-4 0,1-2 0,5-2 0,2 0 0,2-1 0,1-1 0,-1-1 0,1-5 0,0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24575,'-15'0'0,"-7"18"0,-11 18 0,-5 14 0,0 6 0,3-11 0,4 2 0,0 4 0,0 4 0,4-5 0,5-14 0,4-11 0,3-3 0,3 0 0,-2-3 0,2 1 0,1-7 0,1-2 0,2 4 0,-1-1 0,1 6 0,-4 2 0,-5 6 0,-2-2 0,-4-2 0,3-1 0,0-2 0,2 1 0,5-4 0,2-5 0,8-7 0,0-1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24575,'0'8'0,"-10"9"0,-6 7 0,-17 15 0,-4 9 0,-1 3 0,-6 12 0,9-3 0,1 7 0,4 3 0,3-1 0,0-2 0,3-5 0,3-5 0,8-8 0,-2-10 0,1-11 0,0-5 0,-1-6 0,5-1 0,2-5 0,-1-4 0,6-2 0,-2-3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24575,'-6'2'0,"3"5"0,0 10 0,3 10 0,0 5 0,-3 6 0,-3 6 0,-8 2 0,-4 4 0,-2 3 0,-2-1 0,3-5 0,0-6 0,1-5 0,4-8 0,1-4 0,1-2 0,-2-1 0,-1 1 0,3 0 0,-1-4 0,9-11 0,1-2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24575,'0'4'0,"0"15"0,0 22 0,0 23 0,0 13 0,0 21-792,0-45 0,0 2 792,0 7 0,0 3 0,0 6 0,0-1 0,0-1 0,0-1 0,0 2 0,0-1 0,0-3 0,0-1 0,0-3 0,0-1 0,0 2 0,0-1 0,0 1 0,0-1 0,0-4 0,0 1 0,0 7 0,0 1 0,0-4 0,0 1 0,0 7 0,0 1 0,0-3 0,0-1 0,0-7 0,0 0 0,0-1 0,0 0 0,0-8 0,0 0-116,0 3 0,0 1 116,0-2 0,0 0 0,0-2 0,0-1 0,0 44 0,0 3 0,0-5 0,0-9 0,0-4-111,0-6 111,0-1 0,0 8 0,0 0 0,0-2 0,0-1 0,0-6 0,0-3 0,0-3 1155,0 1-1155,0-1 651,0 4-651,0 1 121,0-1-121,0 3 0,0-7 0,0 4 0,0 4 0,0 3 0,0 4 0,0-3 0,0-5 0,0-4 0,0-2 0,0 0 0,0 0 0,0 3 0,0 2 0,0-1 0,0-2 0,0-9 0,0-11 0,0-9 0,0-9 0,0-4 0,0-1 0,0-2 0,0-3 0,0 0 0,0 1 0,0 6 0,0 3 0,0 1 0,0-1 0,0-3 0,0 0 0,0-2 0,0 1 0,0-4 0,0-5 0,0-2 0,0-2 0,0 1 0,0 0 0,0-2 0,0 0 0,0 0 0,0-1 0,0 0 0,0-1 0,3-2 0,2-1 0,4-1 0,2-4 0,1 0 0,-1-3 0,-1 0 0,0 0 0,1 0 0,4 0 0,3 0 0,4 0 0,5 0 0,0 0 0,3 0 0,2 0 0,4 0 0,1 0 0,-5 0 0,3 0 0,-4 0 0,-3 0 0,-3 0 0,-5 0 0,-3 0 0,0 0 0,0 0 0,-4 0 0,0 0 0,-3-2 0,-3-10 0,-7-12 0,-4-15 0,-3-14 0,-5-7 0,0-4 0,-4-5 0,3-6 0,2-1 0,0-5 0,3-4-630,-1-9 630,4 44 0,1-1 0,1 0 0,0 1 0,-3-46 0,2 5 0,3 1 0,1 0 0,-1 5-123,1 7 123,0 1 0,0 0 0,0-5 0,0-4 0,0 8 0,0 7 0,0 6 0,0-1 0,0-5 0,3 0 0,1 0 626,3-1-626,1-1 0,-3-4 0,3-6 0,-3 3 0,0-3 0,-1 2 0,0 3 0,0-13 0,2 8 0,1 4 0,-3-2 0,3 9 0,-2-11 0,0-2 0,2 1 0,-2 1 0,0 5 0,-2 4 127,-2 2-127,-1 4 0,0 2 0,0-1 0,4-3 0,1-1 0,-1-4 0,4-4 0,-3 9 0,-1-1 0,0 5 0,-4 3 0,0-5 0,0 5 0,0 6 0,0 4 0,0 9 0,0 5 0,0 3 0,0 6 0,0 1 0,0 2 0,0 3 0,0-7 0,0 0 0,0 0 0,0-7 0,0-2 0,0-5 0,0 0 0,0 4 0,0 3 0,0 4 0,0 2 0,0 3 0,0 4 0,0 1 0,0 1 0,0-1 0,0-7 0,0 0 0,0 2 0,0-1 0,0 3 0,0 1 0,0-1 0,-2 6 0,-1 2 0,-1 2 0,2 4 0,-1 2 0,-1 1 0,1 1 0,-3 0 0,3-6 0,0-1 0,-2 2 0,2 0 0,-2 2 0,-4 3 0,0 2 0,-3 3 0,1 4 0,1 0 0,0 0 0,-1 0 0,-3 0 0,-4 0 0,-5 0 0,-3 0 0,-1 0 0,-4 0 0,-2 0 0,1 0 0,0 0 0,4 3 0,1 0 0,0 1 0,1-1 0,4-3 0,1 0 0,4 0 0,2 0 0,-1 0 0,3 2 0,2 3 0,4-1 0,4 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5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 24575,'0'-2'0,"0"8"0,0 9 0,-3 11 0,-3-1 0,0-4 0,-2-6 0,2-5 0,2 2 0,1 0 0,2 1 0,0 0 0,1-6 0,0-1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24575,'-8'0'0,"-6"5"0,-8 11 0,-5 8 0,-1 11 0,4 1 0,0-4 0,2-2 0,2-3 0,5-3 0,4-1 0,-1 0 0,2 1 0,-2 0 0,1-3 0,0-4 0,1-2 0,5-2 0,2 0 0,2-1 0,1-1 0,-1-1 0,1-5 0,0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24575,'-15'0'0,"-7"18"0,-11 18 0,-5 14 0,0 6 0,3-11 0,4 2 0,0 4 0,0 4 0,4-5 0,5-14 0,4-11 0,3-3 0,3 0 0,-2-3 0,2 1 0,1-7 0,1-2 0,2 4 0,-1-1 0,1 6 0,-4 2 0,-5 6 0,-2-2 0,-4-2 0,3-1 0,0-2 0,2 1 0,5-4 0,2-5 0,8-7 0,0-1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24575,'0'8'0,"-10"9"0,-6 7 0,-17 15 0,-4 9 0,-1 3 0,-6 12 0,9-3 0,1 7 0,4 3 0,3-1 0,0-2 0,3-5 0,3-5 0,8-8 0,-2-10 0,1-11 0,0-5 0,-1-6 0,5-1 0,2-5 0,-1-4 0,6-2 0,-2-3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24575,'-6'2'0,"3"5"0,0 10 0,3 10 0,0 5 0,-3 6 0,-3 6 0,-8 2 0,-4 4 0,-2 3 0,-2-1 0,3-5 0,0-6 0,1-5 0,4-8 0,1-4 0,1-2 0,-2-1 0,-1 1 0,3 0 0,-1-4 0,9-11 0,1-2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24575,'-15'0'0,"-1"0"0,-9 0 0,-12 0 0,-3 4 0,-14 21 0,0 18 0,8 19 0,3 20 0,19 2 0,11-5 0,8 2 0,5-5 0,0-4 0,0-3 0,4-16 0,12-11 0,15-6 0,27-3 0,18-6 0,7-7 0,8-8 0,-10-6 0,4-4 0,-1-8 0,-8-9 0,-4-7 0,-18-11 0,-9-2 0,-11-3 0,-11-1 0,-7-1 0,-6 1 0,-7-2 0,-1-2 0,-7 1 0,-13-2 0,-13-1 0,-11 3 0,-4 3 0,5 6 0,3 7 0,3 2 0,4 3 0,1 5 0,5 0 0,3 6 0,5 3 0,4 0 0,3 1 0,0-1 0,4 3 0,1 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24575,'6'0'0,"14"0"0,29 0 0,36 0 0,-33 0 0,4 0 0,12 0 0,6 0 0,-7 0 0,4 0 0,2 0-2835,7 0 1,2 0 0,0 0 2834,-1 0 0,-1 0 0,-1 0 0,-4 0 0,-2 0 0,-5 0 542,5 0 0,-6 0-542,-9 0 0,0 0 0,0 0 0,0 0 0,-6 0 0,-1 0 0,3 0 0,0 0-81,-3 0 0,0 0 81,38 0 0,-4 0 0,-14 0 0,-11 0 0,-11 0 6389,-14 0-6389,-6 0 938,-7 0-938,-7 2 63,-6 2 1,-7-1-1,-2 1 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74 24575,'-28'-13'0,"2"3"0,7 10 0,-1 0 0,2 0 0,1 7 0,6 16 0,5 14 0,4 11 0,1 4 0,0 13 0,1 7 0,0 2 0,0-2 0,0-8 0,0-1 0,14-4 0,12-10 0,12-16 0,6-7 0,-1-10 0,1-6 0,4-3 0,6-4 0,-2-2 0,-2-8 0,-8-8 0,-8-14 0,-6-14 0,-5-8 0,-4-9 0,-6-1 0,-5-5 0,-7 0 0,-21-5 0,-16 6 0,-11 14 0,-9 6 0,2 7 0,-6 1 0,-4 0 0,2 8 0,3 6 0,8 6 0,6 5 0,21 7 0,8 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 24575,'-10'0'0,"-5"0"0,-14 3 0,-11 15 0,-13 32 0,1 31 0,29-27 0,5 4-726,2 6 1,5 2 725,5 0 0,3-1 0,-1 2 0,3-1 0,5-5 0,3-2 67,18 36-67,29-13 0,17-23 0,1-22 0,10-11 0,-14-23 0,5-1 0,-10-11 0,-13-12 0,-5-21 0,-16-11 0,-7-9 0,-11-7 1082,-7 1-1082,-3-4 0,0 7 302,-4 6-302,-5 9 0,-10 7 0,-11 3 0,-9 8 0,0 3 0,-1 1 0,5 3 0,3 2 0,3 3 0,6 5 0,9 8 0,5 2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24575,'0'11'0,"0"20"0,0 23 0,0 26 0,0 19-822,0 0 822,0-13 0,14-5 0,18-18 0,16-18 0,18-13 0,5-25 0,2-5 270,-3-5-270,-10-11 0,-9-16 137,-8-16-137,-12-14 0,-7-17 0,-9 1 0,-6-4 0,-4 2 0,-11 11 0,-10-1 0,-16 11 415,-10 12-415,-1 12 0,-4 16 0,5 9 0,3 7 0,6 1 0,15 0 0,7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88 24575,'-8'6'0,"-3"-3"0,-4-1 0,-6 4 0,-2 10 0,6 11 0,4 19 0,10 23 0,3 18 0,-1 3 0,1 4 0,0-8 0,11-15 0,19-9 0,28-29 0,26-16 0,14-10 0,-7-6 0,-2-5 0,-11-7 0,-13-12 0,-1-29 0,-22-11 0,-14-12 0,-12-2 0,-13 12 0,-7-5 0,-11 6 0,-16 3 0,-16 4 0,-10 6 0,-5 8 0,-1 9 0,4 12 0,2 6 0,9 5 0,20 5 0,9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110 750 24575,'-14'-11'0,"3"4"0,-2 2 0,-4 5 0,-2 11 0,1 7 0,5 15 0,9 14 0,4 0 0,0 1 0,0-9 0,0-3 0,7-3 0,12-3 0,25-9 0,21-10 0,17-7 0,-32-3 0,1-1 0,43 1 0,-42-7 0,-1-4 0,-1-3 0,-3-6 0,27-38 0,-40 18 0,-5-4 0,2-49 0,-22 39 0,-3-3-2108,-3-2 1,-3 0 2107,-4 3 0,-4 0 0,-6-1 0,-4 2-239,-28-34 239,-15 14 0,-10 8 0,-3 15 0,-8 5 0,4 16 0,8 13 0,11 10 0,12 5 0,11 1 0,17 1 0,7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322 236 24575,'-28'0'0,"-1"0"0,-2 0 0,-3 0 0,-1 0 0,4 6 0,-3 13 0,12 12 0,5 19 0,7 18 0,6 0 0,3 7 0,0-6 0,1-6 0,0-3 0,2-15 0,16-13 0,11-15 0,10-7 0,6-5 0,0-15 0,5-20 0,-10-23 0,-12-25 0,-18 0 0,-10-3 0,0-3 0,-2 11 0,-13-6 0,-13 7 0,-16 11 0,-8 3 0,5 15 0,3 15 0,7 11 0,5 11 0,5 4 0,13 2 0,6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24575,'0'-4'0,"12"19"0,21 19 0,1 3 0,6 3-913,1 1 0,5 1 913,21 17 0,7 2-955,-17-14 0,2 1 0,2-1 955,5 1 0,2-1 0,3 2-816,-10-7 0,3 2 0,1-1 1,-1-2 815,17 7 0,0-1 0,0-1 0,0 0 0,0-1 0,-1-2-462,-7-6 0,-2-1 0,-3-3 462,14 4 0,-6-3 0,-14-7 0,-5-4 0,30 10 0,-14-2 808,-7-3-808,-17-12 625,-11-6 0,-20-7 1,-6 1-1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21881,'0'-5'0,"0"20"1299,0 13-1299,0 29 0,0 1 0,0 0 0,0 7 454,0-10-454,0 0 231,0-14-231,0-16 0,0-14 0,0-4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24575,'13'-6'0,"19"-8"0,12-9 0,22-15 0,4 1 0,-5 1 0,-2 5 0,-21 11 0,-8 5 0,-18 7 0,-6 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24575,'-8'0'0,"38"4"0,14 4 0,45 8 0,-35-6 0,1-2-588,2 1 0,1-2 588,6-1 0,1 0 0,-3-4 0,-1 0 0,-3 1 0,-1-1 0,4-1 0,0 0 0,-7-1 0,-1 0 0,1 1 0,-1-1 288,32 0-288,-23 0 0,-21 0 0,-14 0 0,-15 0 0,-5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24575,'0'21'0,"0"27"0,0 13 0,0 20 0,0 1 0,0-10 0,0 5 0,0-11 0,0-3 0,0-12 0,0-7 0,0-8 0,0-5 0,0-4 0,0-9 0,0 0 0,0-4 0,0-4 0,0-3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0 775 24575,'9'-12'0,"22"-18"0,21-37 0,-16 23 0,3-1-1169,6-4 1,2-1 1168,-1-1 0,2 0 0,12-9 0,0 3 0,-14 14 0,-3 3 0,1-4 0,-5 4 747,4-1-747,-20 18 96,-4 6 1,-10 9-1,-3 6 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24575,'-6'3'0,"3"12"0,1 15 0,17 28 0,18 19-693,-6-32 0,6 0 693,9 9 0,5 1 0,4 3 0,5 1 0,10 8 0,3 2-730,-21-23 0,0 0 1,2 0 729,0-1 0,2 0 0,-1 0 0,1-1 0,0 0 0,0-2 0,19 18 0,0-1 0,1-1 0,-3-1 0,-9-9 0,-2-3-613,-8-7 1,-1-1 612,-4 0 0,-1-2 0,30 23 0,-4 1 0,-8-15 846,-17-18-846,-10-5 2470,-8-7-2470,-10-2 0,-7-5 0,-4-4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24575,'-5'4'0,"30"13"0,37 25 0,-3-5 0,7 3-4744,9 4 0,3 1 4744,-2-2 0,6 0 0,-1-3 0,8 0 0,1 0-505,1-2 1,1-1-1,2 0 505,-16-7 0,2 1 0,1-1 0,-1 0 0,3 1 0,1-1 0,0-1 0,-4-3-32,8 0 1,-3-4-1,0 1 32,4 2 0,-1 1 0,-3-2-409,-12-3 1,-2-1-1,-2-1 409,25 7 0,-4-1 1111,-14-3 1,-3-3-1112,-10-5 0,-2-1 1533,-5 0 1,-4 0-1534,28 4 3021,-29-5-3021,-17-4 619,-9-4 0,-15-1 0,-3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24575,'37'0'0,"34"0"0,-20 0 0,5 0-4916,19 0 1,3 0 4170,-8 0 0,3 0 745,-7 0 0,5 0 0,2 0 136,12 0 0,3 0 0,2 0-136,5 0 0,2 0 0,2 0 0,-18 0 0,3 0 0,0 0 0,-3 0-83,13 0 0,-4 0 1,-2 0 82,-13 0 0,-2 0 0,-2 0 0,22 0 0,-5 0-222,-13 0 1,-4 0 221,-13 0 0,-2 0 0,-1 0 0,-4 0 0,29 0 4396,-23 0-4396,-15 0 609,-9 0 0,-19 0 0,-3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24575,'0'18'0,"0"24"0,0 28 0,0-17 0,0 5 0,0 12 0,0 4-1633,0 14 1,0 2 1632,0 8 0,0 3 0,0-30 0,0 2 0,0 3 0,0 13 0,0 3 0,0 1-1140,0 1 0,0 0 0,0 2 1140,0-20 0,0 2 0,0-1 0,0 1 0,0-2 0,0 0 0,0 0 0,0-1-861,0 18 1,0-1-1,0 0 861,-1 1 0,-1 0 0,0-2-436,1-13 1,-1-2 0,0-3 435,-2 24 0,1-5 225,1-16 1,-1-5-226,3-13 0,0-2 1570,-2-2 1,0-3-1571,-2 26 0,-1-25 3108,1-17-3108,4-15 547,0-6 1,0-5-1,0-4 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24575,'0'-3'0,"0"16"0,0 27 0,0 22 0,0 13 0,0 10 0,0 5-1488,0-16 0,0 4 1,0 1 1487,1 8 0,1 1 0,0-1 0,0-7 0,2 0 0,0 1 0,2 10 0,1 2 0,2 0 0,2-4 0,2-1 0,1 0 0,0-1 0,2-1 0,0 0 0,1-3 0,1 0 0,-1-1 0,0-5 0,0 0 0,0-2-211,-2-3 0,0-2 0,-1-2 211,5 19 0,-1-5 0,-2-10 0,1-5 0,-3-11 0,0-2 0,10 34-252,1 0 252,0-10 0,-3-3 0,1-4 0,-2-6 0,-2-10 0,0-9 0,-4-6 3063,-2-4-3063,-4-8 487,-2-5 0,-4-13 1,-3-4-1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24575,'0'-8'0,"0"30"0,7 10 0,8 37 0,27 13 0,-7-32 0,4 0 0,4 1 0,3 0-1443,12 5 1,4 0 1442,5 3 0,3-2 0,5 1 0,1-1 0,1 0 0,0-1 0,-5-4 0,-1-2 0,-3-5 0,-2 1 0,-1-1 0,-1 0 0,3 1 0,-1-1 121,-9-6 1,-3-2-122,-5-1 0,-1-1 0,33 20 0,-14-9 0,-10-6 0,-15-13 0,-13-6 0,-14-10 0,-7-5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2130 24575,'13'-9'0,"14"-12"0,22-22 0,23-21 0,-27 26 0,4-1-1228,6-6 0,4 0 1228,13-4 0,5 0-1060,6-3 0,3 0 1060,-26 18 0,1 0 0,1 1 0,2-1 0,1 0 0,-1 0 0,-1-1 0,-1-1 0,0 1 0,-3 2 0,1 0 0,-2-1 0,27-16 0,-2-1 0,-2 1 0,-1 0-672,-3 5 1,0-1 671,0-3 0,0 0 0,-3 2 0,-2 1 0,-9 5 0,-3 1 0,-6 2 0,-3 1-257,-4 2 0,-1 1 257,-5 3 0,-2-1 0,37-28 1258,-9 6-1258,-13 11 2603,-11 9-2603,-4 7 0,-7 8 0,-6 4 1652,-6-1-1652,-2 2 717,1 0-717,3-2 203,3 3-203,-3 0 0,0 0 0,0 1 0,1-1 0,-1 0 0,0 1 0,-4 0 0,-2-1 0,-1 4 0,-4 3 0,-5 4 0,-1 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2768 24575,'0'-23'0,"0"-22"0,0-28 0,-1 23 0,2-4-4147,0-13 0,2-2 4147,3-2 0,2-1 0,4-8 0,2-2 72,4-3 0,1-2-72,1-3 0,-1-3 0,-6 24 0,-1-1 0,0 0-69,-1 0 1,0 0 0,1 0 68,-1 0 0,1 0 0,-1 1 0,0 2 0,1 0 0,-1 2-399,5-19 0,-1 3 399,-2 7 0,-1 4 1340,-2 11 0,-1 2-1340,-1 5 0,-1 2 0,5-43 1801,-4 23-1801,-4 13 2443,-1 23-2443,-3 5 1286,0 8-1286,0 5 943,0-1-943,0 0 0,0 7 0,0 2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24575,'0'20'0,"0"8"0,0 16 0,0 16 0,0 4 0,0-3 0,0-6 0,7-15 0,12 0 0,14-7 0,16-8 0,15-9 0,12-9 0,-5-6 0,5-4 0,-16-8 0,-9-10 0,-7-12 0,-19-11 0,-4-10 0,-10-4 0,-3-3 0,-5 6 0,-2 1 0,-3 8 0,-3 10 0,-9 5 0,-8 9 0,-4 3 0,-7 2 0,3 7 0,0 3 0,5 3 0,12 4 0,5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250 201 24575,'-13'-6'0,"2"3"0,-4 0 0,-1 3 0,1 0 0,-8 0 0,1 0 0,-5 0 0,0 5 0,1 18 0,2 14 0,9 11 0,4 11 0,10-7 0,1 4 0,-3-5 0,3-16 0,12-7 0,12-13 0,23-6 0,15-3 0,4-4 0,0-2 0,-7 1 0,-6-7 0,-9-9 0,-7-11 0,-14-15 0,-10-9 0,-6-2 0,-7-8 0,1-5 0,-1-2 0,-2 8 0,-5 13 0,-7 13 0,-6 7 0,-4 0 0,-1 7 0,-4 4 0,14 9 0,1 2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24575,'0'-12'0,"0"6"0,0 8 0,0 25 0,0 16 0,0 9 0,0 9 0,0-7 0,0-3 0,2-8 0,13-10 0,16-9 0,17-8 0,15-8 0,7-7 0,2-4 0,-1-12 0,-5-13 0,-12-5 0,-9-4 0,-13 6 0,-12 1 0,-7-12 0,-6-2 0,-5-7 0,-13 2 0,-16 2 0,-18 2 0,-10 8 0,-2 2 0,5 11 0,4 2 0,3 7 0,7 5 0,2 4 0,18 2 0,3 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24575,'-22'18'0,"7"-1"0,0 9 0,11 0 0,0 1 0,3 13 0,1 3 0,0 9 0,-1 12 0,1-10 0,0 5 0,4-12 0,11-15 0,22-1 0,19-16 0,15 1 0,10-7 0,-6-6 0,3-8 0,-5-8 0,-10-12 0,-2-19 0,-18-14 0,-17-15 0,-14 1 0,-11 6 0,0 1 0,-7 9 0,-10 5 0,-17 8 0,-14 13 0,-10 5 0,-7-2 0,1 6 0,1 3 0,10 3 0,11 6 0,20 4 0,8 2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53 578 24575,'-5'10'0,"2"5"0,0 13 0,3 12 0,0 15 0,0 7 0,0 0 0,3-5 0,16 6 0,21-5 0,14-8 0,19-8 0,3-23 0,-6-6 0,-1-5 0,-11-8 0,-8 0 0,-1-5 0,-4-9 0,-7-15 0,-8-14 0,-11-23 0,-12-18 0,-4-2-538,-3-12 538,1 7 0,-1-3 0,0 43 0,0 1 0,-11-37 0,-13 8 0,-8 19 0,-13 10 0,0 12 0,-5 8 0,-11 1 0,-6 8 0,-9 0 0,0 6 0,3 4 0,5 6 0,9 3 0,25 1 0,10 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24575,'0'-5'0,"0"20"0,0 26 0,3 38 0,12 17 0,-2-39 0,4 2 0,12 17 0,4 2 0,4 2 0,2 0-897,-1 2 0,1-1 897,-4-4 0,-3-5 0,-11-22 0,-2-3 0,13 34-468,-7-15 468,-3-11 0,-4 1 0,-3-8 0,-4-11 0,-6-17 0,1-9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1329 24575,'-5'-2'0,"10"-15"0,24-21 0,27-24 0,-12 17 0,7-4-2835,-2 4 1,3-3 0,0 1 2834,18-17 0,1 0 0,-14 12 0,2-2 0,-1 1 70,-4 4 1,-1 2 0,-2 1-71,13-13 0,-1 1 0,11-9 0,-2 1 0,-23 18 0,-3 2-83,-3 4 0,-3 2 83,16-18 0,-26 23 0,-13 19 0,-11 7 0,-4 6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 24575,'-3'-5'0,"13"7"0,19 15 0,21 16 0,22 17 0,3 3 0,7 3-1154,-39-27 0,0 1 1154,37 24 0,0-3 0,-14-10 0,-12-11 0,-7-8 0,-9-6 0,-2 0 0,-7-2 0,-8-4 2308,-4-4-2308,-7-6 0,-5 0 0,0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24575,'0'34'0,"0"14"0,0 20 0,4 27 0,0-45 0,2 0-588,3 6 1,2 0 587,-1-2 0,2-2 0,12 42 0,2-2 0,-2-9 0,1 1 0,-6-14 384,-6-15-384,-5-18 48,-4-12 1,-4-15 0,0-4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3 922 24575,'-3'-24'0,"3"-14"0,16-21 0,20-20 0,-11 36 0,3 0 0,1-2 0,1 0 0,20-34 0,-5 7 0,0-2 0,-4 6 0,0-1 0,-8 9 0,-11 15 0,-9 12 0,-6 8 0,-5 13 0,0 3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 24575,'-3'-5'0,"14"2"0,19 1 0,30 2 0,26 0 0,4 0 0,4 0-601,-6 0 601,-6 0 0,-2 0 0,-16 0 148,-11 0-148,-12 0 0,-9 0 0,-4 0 0,-6 0 0,-4 0 453,-3 0-453,1 0 0,-1 0 0,-5 0 0,-2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 24575,'-9'-6'0,"22"10"0,48 25 0,-6-3 0,9 5-4916,20 10 1,7 4 4418,-21-13 1,3 1-1,0 0 497,-2-3 0,0 0 0,1 0-243,6 0 1,0 1 0,0-2 242,-6-3 0,0-1 0,0 0 245,0-1 1,0-1-1,0 0-245,3 0 0,1-1 0,-3 0 0,22 4 0,-3-1 0,1 0 0,-3-2 0,-13-3 0,-4-2-274,-9-3 0,-2-1 274,-5-2 0,-2 0 4270,24 3-4270,-23-5 970,-24-6 1,-16-3 0,-7-1-1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24575,'15'0'0,"22"0"0,32 0-4916,-19-2 1,3-3 4170,0 1 0,1-3 745,19-6 0,4-3 385,8-6 1,4-3-386,-24 8 0,2-1 0,1 0 0,8-3 0,2 0 0,-2-1 0,-9 4 0,-2-1 0,-2 2 0,21-5 0,-4 2 803,-11 1 0,-3 2-803,-9 4 0,-1 1 0,-6 2 0,0 0-97,43-8 97,-22 7 0,-19 4 5666,-11 3-5666,-7 1 2581,-7 3-2581,-2 0 620,-4 0-620,-4 0 174,1 0-174,-2 0 0,-1 0 0,0 0 0,-4 0 0,0 0 0,-5 0 0,-1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21536,'0'-5'0,"0"19"1458,0 35-1458,0 21 0,0 14 0,0-18 0,0 3 0,0 4-1569,0 23 1,0 5-1,0 2 1569,1-26 0,-1 2 0,1-1 0,1-1 0,2 20 0,1-3 0,1 2 0,1 2 0,0 1 0,2-2 0,0-8 0,1-1 0,0 1 0,0 7 0,0 2 0,0 0 0,0-3 0,0 0 0,0-1 0,-1-1 0,0-1 0,-1-3 0,-2-12 0,1-3 0,-2-2 0,2 15 0,-1-4 0,-3-11 0,-1-2 263,0-7 1,1-1-264,-1 2 0,0-1 0,1-2 0,-1-1 182,0-8 1,1-2-183,1 34 0,6-12 0,-2-11 3993,3-9-3993,5-4 1084,-4-4-1084,1-5 318,0-5-318,-6-7 0,-1-9 0,-3-3 0,-1-5 0,0 2 0,1 2 0,1 5 0,0 4 0,2 4 0,3 2 0,-2 4 0,2 1 0,-2-6 0,-3-5 0,1-6 0,-1-5 0,-1-5 0,-1-2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2685 1 24575,'0'22'0,"-3"10"0,-10 16 0,-13 14 0,-23 21-1796,13-33 1,-4 1 1795,-8 10 0,-4 2 0,-10 6 0,-5 3-1456,9-10 0,-3 3 0,-3 1 1456,12-12 0,-3 1 0,0-1 0,1 1 0,-16 15 0,0 0 0,1 0-1017,-1 1 0,1 0 0,2-3 1017,10-11 0,3-3 0,0-1 0,2 0 0,-1 0 0,0 0-437,-6 3 1,0 1 0,1-3 436,7-7 0,1-2 0,0-1-28,-23 22 1,2-3 27,7-6 0,3-2 0,7-10 0,1 0 1067,4 0 1,1-1-1068,6-7 0,2-1 5073,-22 28-5073,10-3 2456,11-10-2456,13-3 1929,4-9-1929,8-6 781,0-8-781,5-8 0,5-5 0,4-2 0,1 1 0,-4-2 0,4-2 0,-4-4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1332 2947 24575,'0'-13'0,"-11"-18"0,-9-25 0,-19-31 0,12 30 0,-4-4-1166,-4-8 0,-4-3 1166,-4-13 0,-2-2-944,15 26 1,0-1-1,0-1 944,-2-4 0,-1-1 0,1 1 0,3 4 0,1-1 0,0 3 0,-13-26 0,1 4-89,1 4 0,2 3 89,5 11 0,1 1 0,-6-11 0,0 1 0,1 6 0,1 2 0,2 1 0,1 2 0,2 5 0,2 2-14,-14-30 14,3 7 0,8 12 0,3 7 943,9 10-943,7-2 2739,-2 5-2739,2 0 1654,-1 6-1654,0 5 0,2 3 19,3 3-19,2 1 0,1 5 0,-1 3 0,2 5 0,1 3 0,0 0 0,0 1 0,-2 3 0,2 3 0,1 3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24575,'18'0'0,"18"0"0,19 0 0,34 0 0,-26 0 0,4 0-2071,7 0 1,5 0 2070,16-3 0,5-3-952,-31 1 0,1-1 0,1-2 952,3-3 0,1-2 0,0 0 0,6-2 0,1 0 0,-1 0 0,-1-2 0,0 0 0,-1 0 39,-8 2 0,-1 0 0,-2 0-39,20-6 0,-4-1 0,-9 0 0,-5 0-313,-12 5 0,-3 0 313,-3 1 0,-3 1 1551,29-2-1551,-28 7 0,-17 3 3226,-13 4-3226,-7 0 0,-8 3 0,0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1 960 24575,'5'-12'0,"20"-12"0,20-23 0,-8 14 0,5-4 0,25-19 0,8-4 0,-19 15 0,2-1 0,1 1-1482,4-1 0,1 1 0,-1 1 1482,-6 4 0,-2 1 0,-2 4 0,8-2 0,-5 3 0,-6 3 0,-4 1 0,31-18 1363,-7 6-1363,-19 11 724,-11 12-724,-9 3 0,-8 7 0,-5 3 0,-10 5 0,-1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2756 24575,'0'-24'0,"9"-16"0,16-26 0,-1 21 0,5-3 0,15-18 0,6-4-1334,-8 17 1,4-2 0,1 1 1333,3-2 0,2 1 0,1 0 0,2-1 0,2 0 0,1 2 0,1 2 0,1 1 0,0 1 0,0-1 0,1 0 0,0 0 0,3-2 0,0 0 0,0 1 0,-2 3 0,-2 1 0,-1 2 0,13-11 0,-4 3-41,-11 8 1,-4 2 40,-8 6 0,-3 1 0,28-26 0,-1 5 0,-12 8 0,-8 8 0,-7 1 0,-4 4 2903,-7 4-2903,-1 3 1178,4-3-1178,1-6 0,12-4 0,1-7 0,4-3 0,6-3 0,-1-4-2879,2 1 2879,-9 9 0,-10 7 0,-5 5 0,-6 5 0,-2 1 0,-5 6 0,-8 8 2879,0 3-2879,-2 5 0,-6 6 0,0 1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24575,'0'4'0,"0"15"0,0 22 0,0 23 0,0 13 0,0 21-792,0-45 0,0 2 792,0 7 0,0 3 0,0 6 0,0-1 0,0-1 0,0-1 0,0 2 0,0-1 0,0-3 0,0-1 0,0-3 0,0-1 0,0 2 0,0-1 0,0 1 0,0-1 0,0-4 0,0 1 0,0 7 0,0 1 0,0-4 0,0 1 0,0 7 0,0 1 0,0-3 0,0-1 0,0-7 0,0 0 0,0-1 0,0 0 0,0-8 0,0 0-116,0 3 0,0 1 116,0-2 0,0 0 0,0-2 0,0-1 0,0 44 0,0 3 0,0-5 0,0-9 0,0-4-111,0-6 111,0-1 0,0 8 0,0 0 0,0-2 0,0-1 0,0-6 0,0-3 0,0-3 1155,0 1-1155,0-1 651,0 4-651,0 1 121,0-1-121,0 3 0,0-7 0,0 4 0,0 4 0,0 3 0,0 4 0,0-3 0,0-5 0,0-4 0,0-2 0,0 0 0,0 0 0,0 3 0,0 2 0,0-1 0,0-2 0,0-9 0,0-11 0,0-9 0,0-9 0,0-4 0,0-1 0,0-2 0,0-3 0,0 0 0,0 1 0,0 6 0,0 3 0,0 1 0,0-1 0,0-3 0,0 0 0,0-2 0,0 1 0,0-4 0,0-5 0,0-2 0,0-2 0,0 1 0,0 0 0,0-2 0,0 0 0,0 0 0,0-1 0,0 0 0,0-1 0,3-2 0,2-1 0,4-1 0,2-4 0,1 0 0,-1-3 0,-1 0 0,0 0 0,1 0 0,4 0 0,3 0 0,4 0 0,5 0 0,0 0 0,3 0 0,2 0 0,4 0 0,1 0 0,-5 0 0,3 0 0,-4 0 0,-3 0 0,-3 0 0,-5 0 0,-3 0 0,0 0 0,0 0 0,-4 0 0,0 0 0,-3-2 0,-3-10 0,-7-12 0,-4-15 0,-3-14 0,-5-7 0,0-4 0,-4-5 0,3-6 0,2-1 0,0-5 0,3-4-630,-1-9 630,4 44 0,1-1 0,1 0 0,0 1 0,-3-46 0,2 5 0,3 1 0,1 0 0,-1 5-123,1 7 123,0 1 0,0 0 0,0-5 0,0-4 0,0 8 0,0 7 0,0 6 0,0-1 0,0-5 0,3 0 0,1 0 626,3-1-626,1-1 0,-3-4 0,3-6 0,-3 3 0,0-3 0,-1 2 0,0 3 0,0-13 0,2 8 0,1 4 0,-3-2 0,3 9 0,-2-11 0,0-2 0,2 1 0,-2 1 0,0 5 0,-2 4 127,-2 2-127,-1 4 0,0 2 0,0-1 0,4-3 0,1-1 0,-1-4 0,4-4 0,-3 9 0,-1-1 0,0 5 0,-4 3 0,0-5 0,0 5 0,0 6 0,0 4 0,0 9 0,0 5 0,0 3 0,0 6 0,0 1 0,0 2 0,0 3 0,0-7 0,0 0 0,0 0 0,0-7 0,0-2 0,0-5 0,0 0 0,0 4 0,0 3 0,0 4 0,0 2 0,0 3 0,0 4 0,0 1 0,0 1 0,0-1 0,0-7 0,0 0 0,0 2 0,0-1 0,0 3 0,0 1 0,0-1 0,-2 6 0,-1 2 0,-1 2 0,2 4 0,-1 2 0,-1 1 0,1 1 0,-3 0 0,3-6 0,0-1 0,-2 2 0,2 0 0,-2 2 0,-4 3 0,0 2 0,-3 3 0,1 4 0,1 0 0,0 0 0,-1 0 0,-3 0 0,-4 0 0,-5 0 0,-3 0 0,-1 0 0,-4 0 0,-2 0 0,1 0 0,0 0 0,4 3 0,1 0 0,0 1 0,1-1 0,4-3 0,1 0 0,4 0 0,2 0 0,-1 0 0,3 2 0,2 3 0,4-1 0,4 1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6:3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36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24575,'34'0'0,"-3"0"0,29 0 0,-11 0 0,1 0 0,-5 0 0,0 0 0,4 0 0,4 0 0,6 0 0,0 0 0,-1 0 0,-2 0 0,-8 0 0,-8 0 0,-10 0 0,-8 0 0,-2 0 0,-2 0 0,-2 0 0,2 0 0,-2 0 0,-1 0 0,1 0 0,-2 0 0,1 0 0,-5 0 0,-4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24575,'0'-3'0,"0"10"0,0 12 0,0 13 0,0 13 0,0 7 0,0 11 0,0 8 0,0 1 0,0-1 0,0 0 0,0-7 0,0-12 0,0-9 0,0-13 0,0-4 0,5-7 0,10-10 0,7-6 0,11-2 0,2-1 0,-2 0 0,-2 3 0,-7 0 0,-2 1 0,-2-1 0,-6-3 0,0 2 0,-4 0 0,1 1 0,2 0 0,-6-2 0,-2-1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12 24575,'-8'-6'0,"-3"3"0,-6 1 0,-6 2 0,3-1 0,-4 1 0,4 0 0,2 0 0,3 0 0,3 0 0,0 0 0,2 2 0,4 2 0,1 4 0,2 2 0,0 2 0,0 1 0,3-1 0,-1 0 0,1 1 0,0-1 0,-1 1 0,7-1 0,7-2 0,7 0 0,7 0 0,-4-3 0,0 3 0,-4-4 0,-1-2 0,-1 1 0,-2-3 0,-2 2 0,0-2 0,-1-1 0,1 1 0,-6-1 0,-1 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14 623 24575,'0'-22'0,"0"-4"0,0-7 0,0 0 0,0-6 0,0-2 0,0-5 0,-2 1 0,-2 3 0,1 1 0,0 3 0,2-3 0,1 5 0,0 3 0,0 6 0,0 7 0,0 4 0,0 2 0,2 1 0,9 4 0,5 4 0,10 4 0,8 0 0,0 1 0,-2 0 0,-4 0 0,-7 0 0,-5 0 0,0 0 0,-4 0 0,-2 0 0,1 0 0,-3 2 0,-2 3 0,-2 6 0,-3 3 0,0-4 0,-1-2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24575,'-4'0'0,"10"0"0,11 0 0,14 0 0,9 0 0,4 0 0,1 0 0,-3 0 0,-8 0 0,-5 0 0,-7 0 0,-4 0 0,-8 0 0,-4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24575,'0'10'0,"0"12"0,0 16 0,0 11 0,0 9 0,0 1 0,0 2 0,0 0 0,0-2 0,0-6 0,0-8 0,0-2 0,0-8 0,0-6 0,0 0 0,0-6 0,0-10 0,0-3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24575,'-3'0'0,"9"0"0,11 0 0,9 0 0,4 0 0,0 0 0,-3 0 0,1 0 0,4 0 0,-3 0 0,-3 0 0,-5 0 0,-6 0 0,-8 0 0,-1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24575,'0'13'0,"0"10"0,0 16 0,0 13 0,0 12 0,0 10 0,0-7 0,0 1 0,0 9 0,0-10 0,0 3 0,0-9 0,0-19 0,0-6 0,0-14 0,0-21 0,0-17 0,0-8 0,0-6 0,0 0 0,0-13 0,0-6 0,0-9 0,0-6 0,0 3 0,3 0 0,4 5 0,7 4 0,5 4 0,2 3 0,1 8 0,-1 4 0,2 6 0,1 7 0,-2 5 0,-2 3 0,-1 3 0,2 3 0,4 2 0,2 2 0,0 2 0,0-1 0,-3 1 0,0 3 0,-3 6 0,-3 7 0,-4 8 0,-7 2 0,-4 5 0,-3 4 0,0 3 0,0 4 0,-8 5 0,-10 6 0,-12 8 0,-11 5 0,-1-2 0,-4-3 0,6-11 0,6-9 0,4-6 0,11-9 0,4-5 0,5-5 0,6-4 0,1 0 0,3 0 0,0-1 0,0 0 0,5-1 0,3 1 0,7 2 0,5 3 0,3 0 0,3 1 0,1 0 0,0 0 0,1 0 0,0 1 0,-4-2 0,-4-2 0,-4-2 0,-4 0 0,-1-1 0,-5-5 0,-2-2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24575,'0'7'0,"0"4"0,0 6 0,0 4 0,0 1 0,0-4 0,0-2 0,0-3 0,0-6 0,0-1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26 24575,'0'-8'0,"-5"2"0,-5 1 0,-6 2 0,-7 3 0,-2 0 0,-4 0 0,-6-3 0,-2 2 0,1 3 0,4 7 0,3 7 0,7 1 0,4-2 0,8-2 0,6 0 0,1-1 0,5-3 0,8-3 0,11-4 0,8-2 0,7 0 0,-4 0 0,-2 0 0,-5 0 0,-6 0 0,-2 0 0,-4 0 0,-1 0 0,0 7 0,-4 13 0,-2 19 0,-3 26 0,-3 20 0,1 8 0,-1 5 0,0-47 0,0 0-276,0 1 1,0 0 275,-2 0 0,-3 0 0,-10 40 0,-13-18 0,-11-19 0,0-15 0,-1-14 0,2-12 0,4-7 0,2-4 0,5-3 551,6 0-551,0 0 0,1 0 0,11 0 0,0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24575,'0'-17'0,"0"19"0,0 18 0,0 34 0,0 13 0,0 12 0,0 7 0,0 1-465,0 6 465,0-3 0,0 5 0,0-4 0,0-12 0,0-14 0,0-21 0,0-12 0,0-6 0,0-13 0,0-15 465,0-12-465,0-13 0,0-3 0,0 5 0,3 5 0,3 7 0,2 7 0,2 3 0,1 3 0,-1 0 0,2 0 0,3 3 0,1 5 0,1 7 0,-1 7 0,-1 4 0,-2-2 0,1-1 0,-1-2 0,0-4 0,-3-2 0,-4-3 0,-4-5 0,-2-2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24575,'0'2'0,"0"9"0,0 19 0,0 36 0,0 11 0,0 6 0,0 0 0,0-8 0,0 10 0,0 6 0,0-6 0,0-6 0,0-7 0,0-5 0,0-5 0,0-15 0,0-11 0,0-14 0,0-8 0,0-5 0,0-5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24575,'18'0'0,"7"0"0,15 0 0,3 0 0,6 0 0,-8 0 0,-8 0 0,-14 0 0,-7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1 24575,'-8'0'0,"-2"9"0,-2 6 0,1 6 0,-4 6 0,2 3 0,0 2 0,-2-2 0,1-3 0,-2-5 0,0 1 0,2-3 0,1-3 0,-3-1 0,2 1 0,1-1 0,1 0 0,-2-4 0,-2 3 0,6-7 0,1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24575,'0'16'0,"-3"7"0,-7 11 0,-6 10 0,-10 6 0,-2-4 0,0-3 0,-1-7 0,6-3 0,-2-1 0,1-3 0,2-1 0,1-3 0,1-6 0,5-5 0,1-7 0,4 0 0,6-4 0,1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24575,'0'8'0,"0"2"0,0 13 0,-3 10 0,-3 13 0,-12 14 0,-6 9 0,-6 12-537,-4 12 537,8-7 0,0-6 0,4-4 0,5-14 0,1-2 0,6-14 0,4-17 0,3-8 0,0-12 0,2-3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24575,'-8'0'0,"-8"11"0,-12 5 0,-3 11 0,-6 5 0,5-2 0,6-2 0,3-9 0,9-5 0,3-3 0,6-6 0,1-1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4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 24575,'-14'18'0,"-3"1"0,-6 6 0,1 0 0,-3 4 0,4-6 0,3-5 0,3-3 0,8-10 0,3 1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5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3 24575,'0'-2'0,"0"8"0,0 9 0,-3 11 0,-3-1 0,0-4 0,-2-6 0,2-5 0,2 2 0,1 0 0,2 1 0,0 0 0,1-6 0,0-1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24575,'-8'0'0,"-6"5"0,-8 11 0,-5 8 0,-1 11 0,4 1 0,0-4 0,2-2 0,2-3 0,5-3 0,4-1 0,-1 0 0,2 1 0,-2 0 0,1-3 0,0-4 0,1-2 0,5-2 0,2 0 0,2-1 0,1-1 0,-1-1 0,1-5 0,0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0 24575,'-15'0'0,"-7"18"0,-11 18 0,-5 14 0,0 6 0,3-11 0,4 2 0,0 4 0,0 4 0,4-5 0,5-14 0,4-11 0,3-3 0,3 0 0,-2-3 0,2 1 0,1-7 0,1-2 0,2 4 0,-1-1 0,1 6 0,-4 2 0,-5 6 0,-2-2 0,-4-2 0,3-1 0,0-2 0,2 1 0,5-4 0,2-5 0,8-7 0,0-1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24575,'0'8'0,"-10"9"0,-6 7 0,-17 15 0,-4 9 0,-1 3 0,-6 12 0,9-3 0,1 7 0,4 3 0,3-1 0,0-2 0,3-5 0,3-5 0,8-8 0,-2-10 0,1-11 0,0-5 0,-1-6 0,5-1 0,2-5 0,-1-4 0,6-2 0,-2-3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47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24575,'-6'2'0,"3"5"0,0 10 0,3 10 0,0 5 0,-3 6 0,-3 6 0,-8 2 0,-4 4 0,-2 3 0,-2-1 0,3-5 0,0-6 0,1-5 0,4-8 0,1-4 0,1-2 0,-2-1 0,-1 1 0,3 0 0,-1-4 0,9-11 0,1-2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24575,'-5'6'0,"3"11"0,0 20 0,2 24 0,0 7 0,0 31 0,-2 0 0,2-47 0,2 0 0,2 3 0,4-1 0,21 32 0,23-12 0,13-25 0,3-19 0,6-17 0,-3-5 0,3-13 0,-7-14 0,-9-18 0,-11-18 0,-14-9 0,-11-10 0,-12 0 0,-4 0 0,-7 9 0,-6 12 0,-13 9 0,-15 8 0,-10 5 0,-8 8 0,-3 5 0,1 6 0,5 3 0,6 4 0,9 5 0,6 0 0,11-1 0,6 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1919 24575,'-4'1'0,"11"-8"0,18-19 0,40-40 0,-11 11 0,6-6-1028,-11 10 1,2-2-1,1-1 1028,4-6 0,3 0 0,0-2-839,4-5 1,2-1-1,1 0 839,3-3 0,1-1 0,-1 2 0,-6 3 0,0 2 0,-1 0-515,-2 3 0,0 1 0,-3 2 515,-6 8 0,-3 2 0,-1 1-336,13-16 1,-3 3 335,0 3 0,-3 3 824,-15 13 0,-3 4-824,11-14 3116,-21 28-3116,-12 8 0,-5 9 0,-5 3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204 293 24575,'-19'-9'0,"5"4"0,-5 1 0,-8 4 0,-6 3 0,-6 14 0,10 10 0,15 16 0,6 11 0,8 1 0,-1 0 0,0-10 0,3-11 0,6-9 0,19-12 0,18-7 0,20-16 0,11-23 0,3-26 0,-9-12 0,-16-6 0,-16-3 0,-18 6 0,-5 5 0,-13 10 0,-15 19 0,-20 8 0,-11 10 0,-9 9 0,-5 6 0,4 4 0,4 1 0,10 3 0,10 2 0,6 6 0,5 4 0,8-4 0,4-1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 24575,'-1'-4'0,"15"2"0,37 0 0,48 2 0,-23 0 0,7 0-1032,-15 0 1,2 0-1,2 0 1032,5 0 0,2 0 0,1 0 0,6 0 0,2 0 0,0 0 0,2 0 0,0 0 0,-2 0 0,-9 0 0,-3 0 0,-1 0-119,26 0 0,-6 0 119,-19 0 0,-6 0 0,-16 0 0,-4 0 0,41 0 0,-35 0 0,-22 0 0,-23 0 0,-5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35 244 24575,'0'14'0,"0"8"0,0 19 0,0 14 0,2 2 0,9 1 0,14-6 0,13-9 0,8-12 0,4-14 0,7-15 0,0-3 0,-7-10 0,-13-14 0,-17-16 0,-8-26 0,-4-3 0,-6-5 0,-7 4 0,-15 7 0,-14 2 0,-12 10 0,-2 11 0,0 16 0,-1 9 0,5 6 0,0 6 0,6 3 0,7 1 0,6 0 0,13 0 0,7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1149 21666,'-2'4'0,"13"-1"1399,32-11-1399,1-8 0,7-4 0,19-11 0,6-6-824,-11 4 0,4-4 0,0-1 824,4-4 0,1-1 0,2 0-496,6-3 1,2-1 0,-2 2 495,-7 4 0,0 1 0,-3 1 0,-6 5 0,-2 1 0,-1 1-199,24-11 1,-4 2 198,-17 10 0,-4 1 0,-7 4 0,-4 2 0,15-6 1927,-29 16-1927,-21 9 2647,-8 1-2647,-10 3 1291,-7 1-1291,-2 0 0,1 19 0,2 8 0,3 25 0,7 6 0,11 4 0,22 0 0,26-7 0,13-16 0,11-16 0,2-14 0,6-13 0,-7-14 0,-15-17 0,-19-18 0,-26-24 0,-7 4 0,-15-3 0,-14 9 0,-15 15 0,-20-1 0,-14 13 0,-13 11 0,-2 12 0,5 8 0,8 5 0,13 3 0,11 1 0,10 0 0,12 0 0,5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24575,'0'5'0,"16"23"0,33 38 0,-5-12 0,8 3-1652,-7-11 1,4 0 0,2 2 1651,12 8 0,4 2 0,1-1 0,3 2 0,3-1 0,1 0-570,-14-11 1,0 0 0,1 0 0,0 0 569,17 13 0,-1 1 0,-1-2 0,-5-3 0,-1 0 0,-1-1-22,-1 1 0,-1-1 0,-3-1 22,-10-8 0,-2 0 0,-2-2-285,22 19 1,-5-3 284,-16-14 0,-5-3 1873,21 20-1873,-17-15 2999,-16-16-2999,-11-10 2110,-10-9-2110,-9-9 884,-3-5-884,-2-4 0,1-7 0,-1-8 0,0-9 0,0-7 0,0-5 0,0 0 0,0 1 0,0 8 0,0 7 0,-2 9 0,-1 8 0,-6 6 0,-6 18 0,-3 26 0,3 26 0,6 18 0,5 12 0,7-1 0,16-4 0,20-10 0,19-18 0,20-16 0,2-18 0,-2-14 0,-6-11 0,-17-15 0,-10-25 0,-14-18 0,-14-23 0,-21-10 0,-20 6 0,-15 6 0,-17 15 0,-7 12 0,-5 9 0,7 12 0,8 11 0,11 10 0,8 4 0,14-1 0,6 1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24575,'-9'7'0,"14"38"0,11 7 0,8 8 0,3 1 0,6 6 0,3 3-2301,0-3 0,3 2 1,2 3-1,4 3 2301,0-3 0,4 3 0,2 2 0,1 0 0,1 0-519,3 3 0,1 0 0,1 1 0,1-1 0,0-1 519,0 0 0,1 0 0,0-1 0,0 0 0,2-1 0,-1 0 0,1-1 0,0 0 0,1-1 0,-2-2 0,-3-4 0,0-1 0,0-2 0,-1 0 0,-1 0-12,-1-4 1,-1 0 0,0-1-1,-1 0 1,-1-2 11,9 9 0,0-1 0,-2-2 0,-2-2-325,8 8 0,-2-2 0,-4-4 325,-9-11 0,-3-2 0,-1-2 1165,16 19 1,-5-4-1166,-13-15 0,-5-4 4118,13 9-4118,-22-23 3489,-13-18-3489,-7-5 2241,-8-9-2241,-7-9 651,-8-5-651,-4-5 0,-4 1 0,-4 0 0,-4-1 0,-3 2 0,-6-1 0,-3 5 0,-4 6 0,-2 4 0,-3 3 0,5 10 0,10 10 0,12 14 0,12 14 0,5-4 0,12-1 0,20-4 0,16-7 0,23-2 0,11-8 0,2-7 0,1-6 0,-12-2 0,-16-3 0,-16-6 0,-11-9 0,-9-15 0,-6-8 0,-5-5 0,-3 0 0,-1 6 0,-3 3 0,-6 6 0,-11 6 0,-10 3 0,-7 2 0,-4 3 0,18 5 0,5 4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103 436 24575,'-14'-1'0,"2"1"0,-3 12 0,1 15 0,1 19 0,-2 19 0,5 12 0,4 14 0,4-41 0,1 1 0,0 44 0,7-9 0,14-13 0,26-18 0,27-15 0,-21-26 0,4-5-425,9-4 0,1-3 425,6-6 0,0-3 0,4-6 0,-3-5 0,-9-3 0,-4-5-96,-7-3 0,-5-3 96,-8-5 0,-5-4 0,-7-4 0,-5-3 0,-2-7 0,-5-2 0,-5 1 0,-7-1 0,-8 1 0,-7 0 0,-9 0 0,-8 1-354,-11 0 1,-5 3 353,0 1 0,-3 5 0,-2 5 0,-2 5 0,1 5 0,-1 3-105,1 4 0,-1 3 105,0 1 0,1 1 801,-31-5-801,18 12 48,21 9 0,19 3 0,6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24575,'-11'1'0,"27"20"0,47 36 0,3-2 0,11 8-2415,-8-8 1,6 3 0,2 2 2414,-7-6 0,3 1 0,1 1 0,1 0-629,2 2 1,0 0 0,2 0 0,-1 0 628,2 0 0,0 0 0,0-1 0,-3-2 0,-9-7 0,-1-1 0,-1-1 0,-3-2 199,11 6 0,-3-1 0,-1-4-199,-7-4 0,-1-3 0,-3-2-224,11 5 0,-3-2 224,-4-3 0,-3-2 1326,-13-8 0,-5-2-1326,21 14 4139,-18-12-4139,-11-2 0,-16-14 0,-10-3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24575,'-3'-4'0,"13"3"0,38 19 0,39 15 0,-20-10 0,7 3-845,14 5 1,3-2 844,-2-6 0,1-2 0,1-2 0,-1-1 0,-7-5 0,-1-2 0,-5-2 0,-3-2 204,-9 1 1,-4-1-205,33 2 0,-36-4 0,-25-5 0,-13 1 0,-9-1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66 24575,'-6'0'0,"7"0"0,11 0 0,25 0 0,26 0 0,26 0 0,-31 0 0,4 0-740,11 0 0,4 0 740,12-2 0,3 0 0,2-2 0,1-1 0,3-1 0,-2-2 0,-12 0 0,-2 0 0,-1 1 0,-2 1-221,-9 2 1,-3 1 220,-11 2 0,-1 0 0,-3 1 0,-3-1 0,20 1 0,-15 0 0,-22 0 361,-13 0 0,-13 0 1,0 0-1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1279 24575,'48'-37'0,"17"-8"0,-8 3 0,7-4-1457,-9 6 1,5-2 0,0 0 1456,3-1 0,1 1 0,2-2-575,9-6 0,2-2 1,-1 2 574,-3 5 0,0 2 0,-1 0 0,-1 2 0,-1 1 0,0 0-54,-4 1 1,-1 2 0,-1 0 53,22-12 0,-3 3-222,-14 6 1,-5 1 221,-14 10 0,-3 2 1757,32-16-1757,-29 15 2422,-14 7-2422,-15 10 0,-15 5 0,-3 6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0:40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2649 24575,'13'-20'0,"22"-28"0,-2 3 0,6-5-2143,17-19 1,6-6 2142,-14 18 0,3-2 0,2-1-1032,10-11 1,4-2-1,0-1 1032,-11 14 0,1-1 0,1 0 0,-1 0 0,0 1 0,0 0 0,0 1 0,0-1 0,2-1 0,1 0 0,0 0 0,-1 1-142,-5 6 1,0 0 0,-1 2 0,0-1 141,15-15 0,1 1 0,-2 2 0,-5 5 0,-1 1 0,-2 3-316,-5 5 0,-1 2 0,-2 2 316,16-14 0,-3 3 579,-14 13 1,-3 3-580,-2 3 0,-3 1 3101,19-15-3101,-13 9 2672,-14 13-2672,-11 10 1515,-6 4-1515,-2 1 111,-5 4 1,-5 5-1,-3 3 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24575,'0'-14'0,"0"20"0,0 27 0,0 52-4252,0-4 1,0 10 4251,0-19 0,0 3 0,0 3 0,0 18 0,0 4 0,0-1-287,0-2 1,0-2 0,0 0 286,0-4 0,0-1 0,0 2 0,0-16 0,0 1 0,0 2 0,0-2-737,0 2 0,0-2 0,0 2 1,0 2 736,0 10 0,0 3 0,0 1 0,0-1 0,0-1 0,0 0 0,0-1 0,0 0-453,0-6 1,0 0 0,0-2 0,0 0 452,0-4 0,0-1 0,0-1 0,0-2 556,0 16 0,0-3 0,0-1-556,0-5 0,0-1 0,0-2 0,0-9 0,0-2 0,0-2 0,0 15 0,0-3 467,0-6 1,0-2-468,0-10 0,0-1 1329,0 2 0,0 0-1329,0 2 0,0 0 0,0-5 0,0-3 0,0-2 0,0-2 3304,0 41-3304,0-12 0,0-8 2759,-6-9-2759,-2-3 1828,0-5-1828,1-6 0,4-1 0,-1-10 966,-3-1-966,0-3 0,4-3 0,-1 0 0,3-6 0,0-4 0,1-5 0,0-3 0,0-1 0,0 0 0,14-3 0,11-4 0,24-3 0,24-3 0,25 0-993,-33 0 1,5 0 992,9 0 0,5 0 0,-19 0 0,3 0 0,1 0-1066,7 0 0,2 0 0,2 0 1066,7 0 0,2 0 0,2 0 0,7 0 0,2 0 0,1 0 0,-23 0 0,0 0 0,1 0 0,1 0-853,1 0 1,0 0 0,0 0 0,1 0 852,-1 0 0,0 0 0,1 0 0,-1 0 0,1 0 0,-1 0 0,0 0 0,0 0 0,-3-1 0,1 0 0,-2-1 0,0 0-737,21 0 1,-1 0 0,-2-1 736,-5 1 0,-1 0 0,-4 0 0,-15-1 0,-4 0 0,0 1 0,29 0 0,-2 0 83,-11 0 0,-3 0-83,-8 0 0,0-1 0,6 1 0,0-1 676,-14 0 0,-2 1-676,0-1 0,-1 0 1455,-4 0 1,-2 1-1456,40 1 3220,-16 1-3220,-14-1 1535,-10 1-1535,-7 0 1190,-6 0-1190,-5 0 427,-6 0-427,-7 0 0,-4 0 0,-2 0 0,-3 0 0,1 0 0,-1 0 0,-2-2 0,1-4 0,0-5 0,0-7 0,1-9 0,0-16 0,-1-18 0,-5-22 0,-5 29 0,-2-4-837,0-10 0,-1-5 837,0-15 0,0-4-2077,0 21 1,0-2 0,0-1 2076,0-1 0,0-1 0,0 0 0,0-3 0,0-2 0,0-1-932,0-3 1,0-2 0,0 0 931,-1-2 0,1-1 0,1 0-656,0-7 0,0-1 0,1 1 656,0 2 0,0 0 0,0 1 0,0 3 0,0 0 0,1 3-107,-1 8 1,0 2-1,-1 1 107,0 9 0,-1 0 0,0 1 0,1-1 0,-1 0 0,0 1 0,0-19 0,0 1 1415,0 1 0,0 1-1415,0 4 0,0 3 0,0 15 0,0 1 1189,0-3 0,0 0-1189,0 4 0,0 1 0,0-42 0,0 3 0,0 5 0,0-2 0,0 41 0,0 1 0,0 0 0,0 1 0,0 0 0,0 0 0,0-46 0,-3 10 0,-5 7 3052,-3 12-3052,-1 9 2134,0 8-2134,1 6 1531,3 4-1531,-3 2 0,2 4 871,2 1-871,0-4 189,1-2-189,1-7 0,1-2 0,0-2 0,0 1 0,0 4 0,0 3 0,-2 3 0,1 6 0,1 4 0,0 6 0,1 9 0,0 3 0,-4 5 0,0 4 0,-4 0 0,-5 3 0,-11 0 0,-13 0 0,-20 0 0,-27 0-661,34 0 0,-3 0 661,-14 0 0,-3 0 0,-9 0 0,-4 0-1365,-11 0 0,-3 0 1365,27 0 0,-2 0 0,0 0-912,-5 0 1,-2 0 0,1 0 911,-3 1 0,-1 1 0,1 0 0,0 1 0,0 1 0,1 1 0,0 1 0,1 0 0,1 0 0,1 0 0,1 1 0,1-2 0,7 0 0,2 0 0,1 0 0,-23 1 0,2 1-546,10-1 0,2 1 546,7 1 0,0-1 0,-3 1 0,-1 0 0,2-1 0,0 1 0,2-2 0,1 0 140,5 0 0,1 1-140,4-2 0,0 0 0,3-2 0,2-1 1964,-40 3-1964,4-5 0,11 1 0,1-1 0,2 0 2964,6 0-2964,2 0 0,11 0 1543,-3 0-1543,-1 0 884,-1 0-884,-4 0 243,5 3-243,0 0 0,-2 5 0,2-1 0,5 1 0,0 3 0,3-2 0,2-1 0,2-4 0,4-1 0,6 1 0,6 0 0,6-1 0,4-3 0,1 0 0,2 0 0,3 0 0,2 0 0,8 0 0,1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24575,'0'2'0,"0"15"0,0 18 0,0 23 0,0 13 0,0 9 0,0 10 0,0-4 0,0-1 0,0-6 0,0-3 0,0-3 0,0-16 0,0-13 0,0-19 0,0-12 0,0-12 0,0-16 0,0-13 0,0-6 0,0-9 0,0-6 0,0-12 0,0-15 0,0-2 0,0 2 0,0 2 0,0 9 0,0 6 0,2 7 0,2 9 0,2-1 0,1-2 0,0 1 0,0 2 0,1 5 0,1 5 0,2 4 0,2 4 0,0 4 0,-1 5 0,4 5 0,0 2 0,3 0 0,1 2 0,0 1 0,6 0 0,2 3 0,3-1 0,3 0 0,-1 4 0,-1-1 0,0 1 0,-7 0 0,-1 2 0,-3 7 0,-4 5 0,-1 2 0,-6-1 0,-3-3 0,-5 3 0,-2 2 0,0 3 0,0 6 0,-8 5 0,-11 6 0,-13 3 0,-10 0 0,0-3 0,4-6 0,4-5 0,6-4 0,0-4 0,3-4 0,5-7 0,1-1 0,3-2 0,-1-1 0,1 0 0,3-3 0,-2 0 0,0 0 0,1 0 0,6 0 0,2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24575,'0'-3'0,"0"8"0,0 6 0,0 12 0,0 10 0,0 7 0,0 7 0,0 1 0,0 2 0,0 0 0,0 1 0,0-1 0,0-7 0,0-2 0,0-7 0,0-6 0,0-4 0,0-7 0,3-2 0,4-4 0,4-3 0,5-2 0,5-3 0,2-1 0,3-2 0,4 0 0,-1 0 0,-1 0 0,-3 0 0,-4 0 0,-1 0 0,-3-2 0,-1-2 0,-4-2 0,0 0 0,-1 2 0,-1 2 0,-1-1 0,-1 1 0,-4-1 0,-1 1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24575,'14'0'0,"6"0"0,10 0 0,8 0 0,-1 0 0,2 0 0,-3 0 0,-4 0 0,-2 0 0,-8 0 0,-4 0 0,-4 0 0,-9 0 0,1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1:39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24575,'0'10'0,"0"2"0,0 19 0,0 0 0,0 9 0,0 1 0,0 6 0,0 2 0,0 2 0,0 7 0,0-8 0,0 1 0,0-1 0,0 2 0,0 9 0,0 2 0,0 7 0,0 5 0,0 3 0,0 4 0,0 0 0,0 3 0,0-2 0,0-1 0,0 0 0,0-1 0,0 0 0,0-10 0,0-2 0,0-3 0,3 6 0,1 13 0,0 4-510,0 5 510,-3 0 0,-1-5 0,0-4 0,0-2 0,0-5 0,4 1 0,1-3 0,0 0 0,-2 4 0,-3-8-73,0 2 73,0 0 0,0 3 0,0 12 0,0 5 0,0 1 0,0-1 0,0-7 0,0-2 0,0-2 0,0 1 0,0 4 0,0 1 0,0-6 0,0-2 0,0-7 0,0-8 0,0-1 0,0 0 0,0 3 0,0 7 0,0 4 0,0 0 0,0 3 0,0-4 0,0-4 0,0-6 0,0-6 507,0-6-507,0-5 76,0 2-76,0-4 0,0-4 0,-2-3 0,-1-4 0,-1 1 0,0 4 0,3-2 0,1-3 0,-1-4 0,1-5 0,0 0 0,0-2 0,0 1 0,0 3 0,0 1 0,0 0 0,0-1 0,0-4 0,0-3 0,0-1 0,0-3 0,0-2 0,0-1 0,0-4 0,0 1 0,0-2 0,0 0 0,0 1 0,0-1 0,0 1 0,0-1 0,0 0 0,0 1 0,0-2 0,2-1 0,3-7 0,4-4 0,2-2 0,1-3 0,0 3 0,0-4 0,0 1 0,0 0 0,-1-1 0,-1 1 0,1-2 0,-1 2 0,2 2 0,0-2 0,1 2 0,-1 1 0,1 0 0,-1 2 0,-2-2 0,-1 0 0,0-1 0,0 2 0,3 1 0,0 1 0,-2 0 0,1 0 0,0 0 0,0 0 0,1 0 0,1 0 0,-2 0 0,1 0 0,-1 0 0,0 0 0,-2-5 0,-3-7 0,-4-7 0,-2-4 0,0-3 0,0-5 0,0-8 0,0-8 0,0-10 0,0-6 0,0-8 0,0-9 0,4-14-684,2-5 684,-4 48 0,1-1 0,0 1 0,-2 1 0,0-40 0,-1-2 0,0 11 0,0 10 0,0 5 0,0 6 0,0-6 0,0-6 0,2 1 0,2 0 0,0 3 0,0 5 0,-3 6 0,-1 5 0,0 9 684,0 2-684,0 0 0,0 1 0,0-4 0,0 1 0,0 3 0,0-2 0,0-1 0,0-2 0,0-4 0,0 0 0,0-1 0,0-1 0,0-3 0,0-2 0,0-1 0,3-2 0,1 3 0,4 5 0,-1 6 0,-3 5 0,0 6 0,-4 2 0,2-2 0,1-1 0,1-5 0,2-3 0,-2-5 0,1-2 0,-2-1 0,-2 1 0,-1 3 0,0-3 0,0-2 0,0 2 0,0-4 0,0 5 0,0-1 0,0 4 0,0 3 0,0 0 0,0-5 0,0-6 0,0-2 0,0-2 0,0-2 0,0-2 0,0 2 0,0-1 0,0 1 0,0 3 0,0-3 0,0 6 0,0 4 0,0 2 0,0 8 0,0-1 0,0-2 0,0-2 0,0-3 0,0 2 0,0 0 0,0 4 0,0 0 0,0 4 0,0 5 0,0-3 0,0 3 0,0 1 0,0 1 0,0 4 0,0 1 0,0 1 0,0 2 0,0-1 0,0-3 0,0-4 0,0-1 0,0-3 0,0 2 0,0 0 0,0-2 0,0 2 0,0-3 0,0 0 0,0 0 0,0 1 0,0 3 0,0 4 0,0 5 0,-2 2 0,-1 1 0,0-1 0,0 4 0,2 0 0,1 3 0,-1 1 0,1 0 0,0 1 0,0-1 0,0-2 0,0-2 0,0 1 0,0-2 0,0 3 0,0 0 0,0 1 0,0 3 0,0-1 0,-3 1 0,0 2 0,-2 2 0,-3 0 0,-1 1 0,-3 0 0,1 0 0,1 3 0,-1 0 0,0 3 0,-1 0 0,-3 0 0,-1 0 0,0 0 0,-3 0 0,2 0 0,-3 0 0,-1 0 0,5 0 0,-3 0 0,2 0 0,1 0 0,2 0 0,4 0 0,-1 0 0,0 0 0,-1 0 0,0 0 0,-1 0 0,1 0 0,-1 0 0,0 0 0,1 0 0,-1 0 0,2 0 0,4 0 0,3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5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24575,'0'30'0,"0"16"0,0 37 0,0-33 0,0 2 0,0 11 0,0 4-1097,0 11 0,0 4 1097,0 9 0,0 3-1169,0-22 1,0 2 0,0 2 1168,0 6 0,0 2 0,0 1 0,0 2 0,0 0 0,0 0 0,0 0 0,0 0 0,0-1 0,0 1 0,0-1 0,0-2 0,0-14 0,0-3 0,0 1 0,0 4 0,0 1 0,0-2 0,0 22 0,0-2 0,0 2 0,0 1-246,0-25 1,0 2 0,0-2 245,0 23 0,0-3-570,0 3 1,0-3 569,0-14 0,0-2 0,0-8 0,0-1 55,0-2 1,0 1-56,0-1 0,0 0 0,0-4 0,0 0 1164,0-3 1,0-2-1165,0 37 0,0-5 0,0-14 2176,0-1-2176,0 4 0,0 2 0,0 9 0,0 3 0,0-3 0,0-2 0,0 1 0,0-1 0,0 6 0,0-4 0,0-2 0,0-5 0,0-7 0,0-2 0,0-6 0,0-8 1546,0-4-1546,0-4 940,0 1-940,0 5 472,0-3-472,0 0 0,3-3 0,0-4 0,1-6 0,-1-4 0,-2-1 0,-1 1 0,0 3 0,0-1 0,3-3 0,0 2 0,1-8 0,-1-1 0,-3-4 0,0-7 0,0 1 0,0-2 0,0 0 0,2-2 0,4-4 0,1-4 0,4-2 0,-1-1 0,2 0 0,0 0 0,0 0 0,3 0 0,2-3 0,-1-3 0,3-4 0,-3 1 0,4-1 0,-1 4 0,-2 0 0,-1 0 0,1 1 0,0-2 0,3 2 0,-1 2 0,-1-1 0,-2 1 0,-3-1 0,0 1 0,0 3 0,0-1 0,-4-1 0,-2-4 0,-2-2 0,-3-3 0,1-5 0,0-5 0,-2-10 0,2-10 0,1-18 0,4-17 0,0-16-645,-4 37 0,1-1 645,2-8 0,0-1 0,-1 3 0,0-2 0,2-10 0,-1-2 0,-1-4 0,-1 2 0,-1 10 0,-1 2 0,0-9 0,-1 0 0,-2 9 0,0 2 0,0-1 0,0-1 0,0-13 0,0-1 0,0 4 0,0 0 0,0-1 0,0 1 0,0-1 0,0 2 0,0 7 0,0 1 0,0-5 0,0 0 0,0 4 0,0 1 0,0 3 0,0 0 0,0-5 0,0 2 0,0 7 0,0 1 0,0 1 0,0 0 0,0 1 0,0 2 0,0-42 0,0 12 0,0 4-146,0 6 146,0-2 0,0-9 0,3-1 0,1 2 0,4 1 0,1 1 0,-1-2 0,1 2 0,-4 5 0,3 6 0,-4 6 0,1 5 0,-2 3 0,-3 8 0,0 4 0,0 0 1280,0-1-1280,0-9 156,0 0-156,0-4 0,3 0 0,1 2 0,0-2 0,0 3 0,-4 5 0,4 2 0,0-1 0,0 1 0,-1-5 0,-3 2 0,0 4 0,0 2 0,0 5 0,0-2 0,0 0 0,0 1 0,0 5 0,0 4 0,0 5 0,0 1 0,0 0 0,0 0 0,0 0 0,0 4 0,-3 0 0,-1 1 0,-2 3 0,-1 2 0,2 4 0,-1 3 0,3 1 0,0-5 0,0-1 0,0-3 0,-1 0 0,1-1 0,3-3 0,-1 2 0,-2-2 0,0 2 0,-1 4 0,-2 4 0,3 4 0,-2 3 0,-3 0 0,1 1 0,-7 2 0,-1 0 0,-4 2 0,-3 0 0,-1 1 0,-4 0 0,0 0 0,-1 0 0,3-1 0,2 1 0,2 0 0,4 0 0,2 0 0,8 0 0,2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6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24575,'0'17'0,"-4"5"0,-6 12 0,-9 6 0,-7 2 0,-3-1 0,1-1 0,1-3 0,1-2 0,5-4 0,5-9 0,5-4 0,9-9 0,-2-3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7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 24575,'0'27'0,"-8"12"0,-8 13 0,-14 14 0,-9 14 0,0-5 0,-4 6 0,1-3 0,1-6 0,3-6 0,8-12 0,9-16 0,9-17 0,5-7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8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1 24575,'0'10'0,"0"6"0,0 18 0,0 14 0,-10 20 0,-8 16 0,-12 9-528,-5-1 528,7-7 0,1-1 0,9-4-95,0-1 95,5-16 0,5-18 0,4-18 0,4-13 0,0-6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8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0 24575,'0'23'0,"-11"18"0,-13 21 0,-19 22-1185,11-34 1,-3 1 1184,4-4 0,-2-1 0,-3 3 0,-1-1 118,3-3 0,1-2-118,-20 30 0,2-6 0,20-20 127,11-17 1,8-15 0,7-8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09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24575,'-3'18'0,"-3"4"0,-8 17 0,-2 9 0,1 3 0,-4 7 0,1-6 0,-1-1 0,0-8 0,8-11 0,4-8 0,4-14 0,3-1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0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8191,'-22'44'0,"6"-10"5063,-5 3-5063,5-7 2818,-9 20-2818,1 3 1719,3 9-1719,1-2 6784,2-6-6784,-2-2 0,5-4 0,3-9 0,5-12 0,3-11 0,1-10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1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3 24575,'-8'-3'0,"-4"9"0,-8 12 0,-13 19 0,-7 14 0,-5 6 0,-1-3 0,6-5 0,-6-3 0,1 8 0,-2 1 0,2-4 0,8-8 0,5-14 0,6-8 0,7-5 0,4-6 0,7-5 0,5-2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0 24575,'-18'16'0,"-11"24"0,-11 18 0,-11 25-903,20-35 1,0 0 902,3-4 0,0 1 0,-2 1 0,1 0 274,-29 35-274,2-15 0,5-11 372,4-20-372,13-19 0,14-9 0,8-7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3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626 1 24575,'0'14'0,"-16"17"0,-19 22 0,-14 13 0,-15 10 0,30-34 0,-1 1-435,3-4 1,0 0 434,-3 3 0,1-1 0,1-1 0,2-2 0,-23 33 0,4-1 0,14-14 285,10-11-285,9-14 36,8-9 0,6-11 0,2-5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0 24575,'0'10'0,"0"3"0,0 13 0,0 20 0,0 14 0,-7 22 0,-13 14-414,-6-11 414,-12 1 0,1-12 0,2-8 0,1 1 0,10-15 0,5-11 0,8-14 0,4-13 0,4-6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4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 0 24575,'0'29'0,"-7"10"0,-13 18 0,-14 13 0,-10 13-1017,5-3 1017,17-33 0,-1 0 0,-14 36 0,-1-10 249,1 1-249,11-19 0,2 1 0,6-8 0,3-14 0,5-8 0,3-13 0,4-8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9:52:15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24575,'0'26'0,"0"-3"0,0 13 0,-4 8 0,-6-3 0,-5 8 0,-7-4 0,0-5 0,-1 7 0,-4-1 0,5 3 0,1-1 0,7-9 0,7-7 0,3-9 0,3-4 0,0-8 0,1-5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3:19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 24575,'-13'0'0,"0"0"0,-9 0 0,-10 0 0,-2 3 0,-12 19 0,-1 15 0,8 16 0,2 17 0,16 3 0,10-6 0,7 3 0,4-5 0,0-3 0,0-3 0,3-13 0,11-10 0,13-5 0,23-3 0,15-5 0,6-6 0,7-6 0,-8-6 0,3-4 0,-1-6 0,-7-8 0,-3-6 0,-16-9 0,-7-2 0,-10-2 0,-9-2 0,-7 0 0,-4 0 0,-6-1 0,-2-2 0,-5 1 0,-11-2 0,-12 0 0,-9 2 0,-4 2 0,5 6 0,3 5 0,2 3 0,3 2 0,1 4 0,5 0 0,2 6 0,4 2 0,4 0 0,3 1 0,-1-1 0,4 2 0,0 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24575,'5'0'0,"12"0"0,25 0 0,31 0 0,-28 0 0,3 0 0,10 0 0,6 0 0,-7 0 0,4 0 0,2 0-2835,6 0 1,1 0 0,0 0 2834,0 0 0,-1 0 0,-1 0 0,-4 0 0,-1 0 0,-5 0 542,5 0 0,-6 0-542,-7 0 0,0 0 0,-1 0 0,1 0 0,-5 0 0,-1 0 0,2 0 0,0 0-81,-2 0 0,0 0 81,32 0 0,-3 0 0,-12 0 0,-9 0 0,-10 0 6389,-12 0-6389,-5 0 938,-6 0-938,-7 2 63,-4 1 1,-6 0-1,-2 0 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64 24575,'-24'-12'0,"2"4"0,5 8 0,0 0 0,2 0 0,0 6 0,6 14 0,4 11 0,3 10 0,1 4 0,0 11 0,1 6 0,0 1 0,0-1 0,0-7 0,0-1 0,12-3 0,10-9 0,11-14 0,5-6 0,-1-8 0,1-5 0,3-3 0,5-4 0,-1-1 0,-2-7 0,-7-7 0,-7-12 0,-5-12 0,-4-6 0,-4-9 0,-5 0 0,-4-5 0,-6 1 0,-18-5 0,-14 5 0,-10 12 0,-7 5 0,2 7 0,-5 0 0,-4 0 0,1 7 0,4 6 0,6 4 0,5 5 0,19 5 0,6 2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 24575,'-8'0'0,"-5"0"0,-12 3 0,-9 12 0,-12 28 0,1 26 0,26-22 0,3 3-726,2 5 1,5 1 725,4 1 0,2-1 0,0 1 0,2 0 0,4-5 0,3-1 67,16 30-67,24-10 0,15-21 0,1-18 0,8-10 0,-11-19 0,3-1 0,-8-10 0,-11-10 0,-4-18 0,-14-10 0,-6-7 0,-10-6 1082,-5 1-1082,-3-4 0,-1 6 302,-2 5-302,-5 8 0,-8 7 0,-10 1 0,-8 8 0,0 2 0,0 1 0,4 2 0,2 3 0,3 1 0,5 6 0,8 6 0,4 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24575,'0'10'0,"0"16"0,0 20 0,0 23 0,0 16-822,0 0 822,0-11 0,12-5 0,15-14 0,15-17 0,14-10 0,5-22 0,2-5 270,-3-3-270,-8-10 0,-9-14 137,-6-13-137,-10-13 0,-7-14 0,-7 1 0,-5-4 0,-4 2 0,-9 10 0,-9-2 0,-13 10 415,-9 11-415,-1 9 0,-3 15 0,4 7 0,2 6 0,6 1 0,12 0 0,7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76 24575,'-7'5'0,"-2"-3"0,-4 0 0,-5 3 0,-2 9 0,6 9 0,2 17 0,10 19 0,2 15 0,-1 4 0,1 2 0,0-6 0,9-13 0,17-8 0,24-24 0,22-15 0,12-8 0,-6-5 0,-1-4 0,-10-7 0,-12-9 0,0-26 0,-19-9 0,-12-11 0,-10-1 0,-11 11 0,-7-6 0,-9 7 0,-13 1 0,-14 4 0,-9 5 0,-5 8 0,0 6 0,4 11 0,1 6 0,8 3 0,16 5 0,9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95 644 24575,'-12'-10'0,"2"4"0,-1 2 0,-4 4 0,-1 10 0,1 5 0,3 13 0,9 13 0,3-1 0,0 1 0,0-7 0,0-3 0,6-3 0,10-2 0,22-8 0,18-9 0,14-5 0,-27-3 0,1-1 0,37 0 0,-37-5 0,0-3 0,-1-4 0,-3-4 0,24-33 0,-35 16 0,-4-4 0,2-42 0,-20 33 0,-2-2-2108,-2-1 1,-3-1 2107,-3 3 0,-4-1 0,-5 0 0,-4 2-239,-23-30 239,-14 13 0,-8 6 0,-2 13 0,-7 5 0,3 13 0,6 12 0,11 8 0,9 4 0,11 1 0,13 1 0,7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277 203 24575,'-24'0'0,"-1"0"0,-2 0 0,-2 0 0,-1 0 0,3 5 0,-2 11 0,10 11 0,5 16 0,5 15 0,5 0 0,4 7 0,-1-6 0,1-5 0,0-2 0,1-14 0,15-10 0,9-14 0,8-5 0,6-5 0,0-12 0,3-18 0,-7-20 0,-11-21 0,-16 0 0,-8-2 0,0-3 0,-1 9 0,-12-5 0,-11 7 0,-14 8 0,-7 3 0,5 13 0,2 13 0,7 10 0,3 9 0,5 3 0,11 2 0,5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24575,'0'-3'0,"10"16"0,19 16 0,0 3 0,5 2-913,1 1 0,5 1 913,17 15 0,7 1-955,-15-11 0,1 0 0,3-1 955,3 1 0,3 0 0,2 1-816,-9-6 0,3 2 0,1-1 1,-1-2 815,14 6 0,1-1 0,-1 0 0,1-1 0,-1 0 0,0-2-462,-6-5 0,-2-1 0,-3-3 462,12 4 0,-4-3 0,-13-6 0,-4-3 0,26 8 0,-13-1 808,-5-3-808,-15-11 625,-9-4 0,-18-6 1,-5 0-1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21881,'0'-4'0,"0"17"1299,0 11-1299,0 25 0,0 1 0,0-1 0,0 7 454,0-9-454,0 1 231,0-13-231,0-14 0,0-11 0,0-4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1 199 24575,'11'-5'0,"17"-7"0,9-8 0,20-12 0,3 0 0,-4 1 0,-2 4 0,-18 10 0,-7 4 0,-15 6 0,-5 4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24575,'-7'0'0,"33"3"0,12 4 0,38 7 0,-30-5 0,1-3-588,2 2 0,1-2 588,5-1 0,1 1 0,-3-5 0,0 1 0,-4 1 0,0-2 0,4 0 0,-1 0 0,-6-1 0,0 0 0,0 1 0,0-1 288,27 0-288,-20 0 0,-18 0 0,-12 0 0,-13 0 0,-4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24575,'0'18'0,"0"23"0,0 12 0,0 16 0,0 2 0,0-10 0,0 5 0,0-9 0,0-3 0,0-10 0,0-6 0,0-7 0,0-5 0,0-3 0,0-7 0,0-1 0,0-3 0,0-3 0,0-3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0 665 24575,'8'-10'0,"18"-16"0,19-31 0,-14 19 0,2-1-1169,6-3 1,1-1 1168,0 0 0,1-1 0,11-8 0,-1 3 0,-12 13 0,-2 1 0,1-3 0,-4 4 747,3-1-747,-18 15 96,-2 6 1,-10 7-1,-2 5 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24575,'-5'3'0,"3"9"0,0 14 0,15 24 0,15 16-693,-5-27 0,6-1 693,7 9 0,4 0 0,4 3 0,4 0 0,9 8 0,2 1-730,-18-19 0,0-1 1,2 1 729,0-2 0,2 1 0,-2-1 0,2 0 0,0 0 0,-1-2 0,17 15 0,0 0 0,1-1 0,-3-1 0,-7-8 0,-2-2-613,-7-7 1,-1 0 612,-4 0 0,0-2 0,25 20 0,-2 0 0,-8-12 846,-15-16-846,-8-4 2470,-6-6-2470,-10-1 0,-5-5 0,-4-4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24575,'-4'3'0,"25"12"0,33 21 0,-4-4 0,7 2-4744,7 4 0,3 1 4744,-1-3 0,4 1 0,-1-2 0,8-1 0,0 0-505,1-1 1,1-1-1,2 0 505,-14-7 0,1 2 0,2-1 0,-1-1 0,2 2 0,1-1 0,0-1 0,-3-3-32,6 0 1,-2-3-1,0 1 32,4 1 0,-2 2 0,-2-3-409,-10-2 1,-2-1-1,-2 0 409,22 5 0,-4 0 1111,-12-4 1,-2-1-1112,-9-5 0,-2-1 1533,-4 0 1,-3 0-1534,24 4 3021,-26-5-3021,-13-3 619,-9-4 0,-12 0 0,-3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24575,'32'0'0,"29"0"0,-18 0 0,6 0-4916,15 0 1,3 0 4170,-7 0 0,3 0 745,-7 0 0,5 0 0,2 0 136,10 0 0,2 0 0,3 0-136,3 0 0,2 0 0,2 0 0,-15 0 0,2 0 0,0 0 0,-2 0-83,10 0 0,-2 0 1,-3 0 82,-10 0 0,-3 0 0,-1 0 0,19 0 0,-4 0-222,-12 0 1,-3 0 221,-11 0 0,-2 0 0,-1 0 0,-3 0 0,24 0 4396,-19 0-4396,-13 0 609,-7 0 0,-17 0 0,-3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24575,'0'15'0,"0"22"0,0 23 0,0-15 0,0 5 0,0 10 0,0 3-1633,0 13 1,0 1 1632,0 7 0,0 3 0,0-26 0,0 2 0,0 2 0,0 11 0,0 3 0,0 1-1140,0 1 0,0-1 0,0 3 1140,0-18 0,0 2 0,0-1 0,0 1 0,0-2 0,0 1 0,0-1 0,0-1-861,0 16 1,0-1-1,0 0 861,0 1 0,-2 0 0,0-2-436,1-11 1,0-2 0,-1-2 435,-2 20 0,2-4 225,0-14 1,0-4-226,2-11 0,0-2 1570,-2-2 1,0-2-1571,-1 22 0,-2-21 3108,2-15-3108,3-13 547,0-5 1,0-4-1,0-4 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24575,'0'-3'0,"0"14"0,0 23 0,0 20 0,0 10 0,0 9 0,0 4-1488,0-13 0,0 3 1,0 1 1487,1 6 0,1 2 0,-1-2 0,1-5 0,1 0 0,1 0 0,1 9 0,1 2 0,2 0 0,1-3 0,2-2 0,1 1 0,0-2 0,2 0 0,0 0 0,0-3 0,2 0 0,-2 0 0,1-5 0,0 0 0,-1-2-211,-1-2 0,0-2 0,-1-1 211,4 15 0,0-3 0,-2-10 0,0-3 0,-2-10 0,0-2 0,9 30-252,0-1 252,1-8 0,-3-2 0,0-4 0,-1-5 0,-1-9 0,-1-8 0,-3-4 3063,-2-5-3063,-3-5 487,-2-6 0,-4-10 1,-2-4-1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24575,'0'-7'0,"0"26"0,6 8 0,7 33 0,23 10 0,-6-27 0,3 0 0,4 1 0,3-1-1443,10 5 1,3 0 1442,4 3 0,3-2 0,5 1 0,0-1 0,1 0 0,0-1 0,-4-4 0,-1-1 0,-3-4 0,-1 0 0,-1 0 0,-1 0 0,2 0 0,0 0 121,-8-6 1,-3-1-122,-4-1 0,-1-1 0,29 17 0,-12-7 0,-10-6 0,-12-11 0,-11-5 0,-12-8 0,-6-5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1828 24575,'11'-7'0,"12"-11"0,19-19 0,20-18 0,-23 22 0,3 0-1228,5-6 0,4 1 1228,11-5 0,4 1-1060,5-2 0,3-1 1060,-23 16 0,2 0 0,0 0 0,2 0 0,1 0 0,-2 0 0,1-1 0,-2-1 0,0 1 0,-2 2 0,0-1 0,-1 0 0,23-14 0,-2-1 0,-1 1 0,-2 1-672,-2 3 1,0-1 671,1-2 0,-1 0 0,-3 2 0,-1 0 0,-8 5 0,-2 1 0,-6 1 0,-2 2-257,-4 1 0,0 0 257,-5 4 0,-2-2 0,32-23 1258,-7 4-1258,-12 10 2603,-9 8-2603,-3 6 0,-7 7 0,-5 3 1652,-4-1-1652,-3 2 717,1 0-717,3-2 203,3 3-203,-3 0 0,0 0 0,-1 1 0,2-1 0,-1-1 0,0 2 0,-4 0 0,-1-1 0,-1 3 0,-4 3 0,-3 3 0,-2 2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2376 24575,'0'-20'0,"0"-18"0,0-25 0,-1 20 0,2-3-4147,0-12 0,1-1 4147,3-2 0,2-1 0,4-6 0,1-3 72,3-2 0,1-1-72,2-4 0,-2-1 0,-5 19 0,-1 0 0,1 0-69,-2 0 1,1 0 0,0 0 68,-1 0 0,2 0 0,-2 0 0,0 3 0,2-1 0,-2 3-399,5-17 0,-1 2 399,-2 7 0,-1 2 1340,-1 11 0,-1 1-1340,-2 4 0,0 2 0,5-37 1801,-4 20-1801,-4 11 2443,0 20-2443,-3 4 1286,0 7-1286,0 5 943,0-2-943,0 0 0,0 7 0,0 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24575,'0'17'0,"0"7"0,0 14 0,0 13 0,0 4 0,0-2 0,0-6 0,6-13 0,10 1 0,13-7 0,13-7 0,13-7 0,10-8 0,-4-5 0,4-4 0,-13-6 0,-9-9 0,-5-10 0,-16-10 0,-4-8 0,-9-4 0,-2-3 0,-5 6 0,-1 1 0,-2 6 0,-4 9 0,-7 5 0,-7 7 0,-3 3 0,-6 1 0,2 6 0,0 3 0,5 3 0,10 3 0,4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215 173 24575,'-11'-6'0,"1"4"0,-3-1 0,0 3 0,0 0 0,-7 0 0,1 0 0,-4 0 0,0 5 0,0 14 0,3 13 0,7 9 0,3 10 0,10-6 0,0 3 0,-3-5 0,3-13 0,10-6 0,11-11 0,19-5 0,13-3 0,4-3 0,0-2 0,-7 1 0,-4-6 0,-8-8 0,-7-10 0,-11-12 0,-9-8 0,-5-1 0,-6-8 0,1-4 0,-1-1 0,-2 6 0,-4 12 0,-6 10 0,-5 7 0,-3 0 0,-2 5 0,-3 5 0,12 6 0,1 3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24575,'0'-10'0,"0"4"0,0 8 0,0 21 0,0 14 0,0 8 0,0 7 0,0-5 0,0-4 0,2-6 0,11-8 0,13-9 0,15-6 0,13-7 0,7-6 0,0-4 0,0-10 0,-4-11 0,-11-4 0,-7-4 0,-12 5 0,-9 2 0,-7-11 0,-5-2 0,-5-6 0,-10 2 0,-14 2 0,-16 1 0,-8 7 0,-2 2 0,4 10 0,4 1 0,3 6 0,5 4 0,2 4 0,16 2 0,2 1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53 124 24575,'-19'16'0,"6"-1"0,1 7 0,8 0 0,1 1 0,2 12 0,1 2 0,0 7 0,-1 11 0,1-9 0,0 5 0,3-11 0,10-12 0,19-1 0,16-15 0,13 2 0,9-6 0,-6-6 0,3-6 0,-4-7 0,-9-10 0,-2-17 0,-15-12 0,-15-13 0,-11 2 0,-11 4 0,1 1 0,-6 8 0,-9 4 0,-14 7 0,-12 12 0,-9 3 0,-6-1 0,1 5 0,1 2 0,8 4 0,10 4 0,17 4 0,7 1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46 496 24575,'-5'9'0,"3"4"0,-1 11 0,3 10 0,0 13 0,0 6 0,0 1 0,3-5 0,13 5 0,18-5 0,13-6 0,15-7 0,4-19 0,-6-6 0,-1-4 0,-9-7 0,-7 0 0,-1-5 0,-4-7 0,-5-12 0,-7-13 0,-10-20 0,-10-15 0,-3-2-538,-3-10 538,0 6 0,0-3 0,0 37 0,0 1 0,-9-31 0,-12 6 0,-6 16 0,-12 9 0,1 11 0,-5 6 0,-10 1 0,-4 7 0,-8 0 0,-1 5 0,4 4 0,3 5 0,9 2 0,21 1 0,8 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24575,'0'-4'0,"0"17"0,0 22 0,3 33 0,9 14 0,0-33 0,2 2 0,11 14 0,3 2 0,4 2 0,2-1-897,-2 3 0,2-2 897,-4-3 0,-3-4 0,-9-19 0,-1-3 0,10 30-468,-5-13 468,-4-10 0,-2 1 0,-3-7 0,-4-9 0,-5-15 0,2-8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1141 24575,'-4'-2'0,"8"-13"0,21-17 0,23-21 0,-10 14 0,6-3-2835,-2 3 1,2-2 0,1 1 2834,15-15 0,1 0 0,-12 10 0,2-1 0,-1 0 70,-4 4 1,-1 2 0,-1 1-71,11-12 0,-1 1 0,10-7 0,-3 0 0,-18 16 0,-4 1-83,-2 4 0,-3 2 83,14-16 0,-22 20 0,-11 16 0,-10 7 0,-3 4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 24575,'-3'-4'0,"12"6"0,15 12 0,19 15 0,19 14 0,3 2 0,5 3-1154,-33-23 0,0 1 1154,31 20 0,1-2 0,-12-9 0,-11-9 0,-6-7 0,-7-6 0,-2 1 0,-6-2 0,-7-3 2308,-3-4-2308,-7-5 0,-4 0 0,1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24575,'0'29'0,"0"12"0,0 18 0,3 22 0,1-38 0,1 0-588,3 5 1,1 0 587,0-1 0,1-3 0,11 37 0,1-2 0,-1-8 0,0 1 0,-5-12 384,-4-12-384,-6-17 48,-2-9 1,-4-14 0,0-2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3 791 24575,'-3'-20'0,"3"-13"0,14-17 0,17-18 0,-10 31 0,3 0 0,1-2 0,1 1 0,17-30 0,-5 6 0,1-1 0,-4 4 0,0 0 0,-6 7 0,-10 14 0,-8 9 0,-5 8 0,-5 11 0,1 2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10 24575,'-3'-5'0,"12"3"0,17 0 0,26 2 0,22 0 0,3 0 0,3 0-601,-4 0 601,-6 0 0,-1 0 0,-14 0 148,-10 0-148,-9 0 0,-9 0 0,-3 0 0,-5 0 0,-3 0 453,-4 0-453,2 0 0,-1 0 0,-4 0 0,-3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 24575,'-8'-5'0,"19"8"0,42 22 0,-6-2 0,8 3-4916,17 9 1,6 4 4418,-18-11 1,3 0-1,-1 0 497,-1-2 0,0 0 0,1-1-243,5 1 1,0 1 0,0-2 242,-5-3 0,-1-1 0,1 1 245,0-1 1,0-2-1,0 1-245,2 0 0,1-1 0,-2 0 0,18 3 0,-2-1 0,1 1 0,-2-2 0,-12-3 0,-4-2-274,-7-2 0,-2-1 274,-4-2 0,-1 1 4270,19 2-4270,-19-5 970,-20-4 1,-14-4 0,-7 0-1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1 371 24575,'13'0'0,"19"0"0,27 0-4916,-16-2 1,2-2 4170,1 1 0,0-3 745,17-6 0,3-1 385,7-6 1,3-3-386,-20 8 0,2-2 0,0 1 0,7-3 0,2 0 0,-2-1 0,-7 3 0,-2 0 0,-2 1 0,18-3 0,-4 0 803,-8 2 0,-4 2-803,-7 2 0,-1 2 0,-5 1 0,0 1-97,37-8 97,-19 7 0,-16 3 5666,-10 3-5666,-6 0 2581,-6 3-2581,-1 0 620,-4 0-620,-4 0 174,2 0-174,-3 0 0,0 0 0,0 0 0,-3 0 0,-1 0 0,-4 0 0,0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21536,'0'-4'0,"0"16"1458,0 30-1458,0 18 0,0 12 0,0-15 0,0 2 0,0 4-1569,0 19 1,0 5-1,0 1 1569,1-22 0,-1 2 0,1-1 0,0-1 0,3 18 0,0-4 0,1 3 0,1 1 0,0 1 0,2-2 0,0-7 0,0 0 0,1 0 0,0 7 0,-1 1 0,1 0 0,-1-2 0,1-1 0,-1 0 0,0-1 0,0-1 0,-1-3 0,-2-10 0,1-2 0,-2-3 0,2 14 0,-1-4 0,-2-9 0,-1-2 263,-1-6 1,2-1-264,-1 2 0,-1-1 0,2-1 0,-1-2 182,-1-6 1,2-2-183,0 29 0,6-10 0,-2-10 3993,2-7-3993,5-4 1084,-4-3-1084,1-5 318,1-4-318,-6-5 0,-1-9 0,-3-2 0,0-4 0,0 1 0,0 2 0,2 4 0,-1 4 0,2 3 0,3 2 0,-2 3 0,2 1 0,-2-5 0,-3-4 0,2-5 0,-2-5 0,0-4 0,-2-2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2305 1 24575,'0'19'0,"-3"8"0,-8 15 0,-11 11 0,-20 18-1796,11-28 1,-4 1 1795,-6 8 0,-3 2 0,-10 5 0,-3 3-1456,7-9 0,-2 3 0,-3 1 1456,10-11 0,-2 1 0,0 0 0,0 0 0,-13 13 0,0 0 0,1 0-1017,-1 1 0,1 0 0,1-3 1017,9-9 0,3-2 0,-1-2 0,3 1 0,-2-1 0,1 1-437,-6 2 1,1 1 0,0-3 436,6-6 0,1-1 0,0-1-28,-20 18 1,3-1 27,5-7 0,2 0 0,7-10 0,0 1 1067,4 0 1,1-2-1068,5-5 0,2-1 5073,-19 24-5073,8-3 2456,10-8-2456,11-3 1929,3-7-1929,7-6 781,1-6-781,3-8 0,5-4 0,3-1 0,1 0 0,-3-1 0,3-2 0,-3-3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1143 2530 24575,'0'-12'0,"-9"-14"0,-8-22 0,-17-27 0,11 26 0,-4-3-1166,-3-7 0,-3-3 1166,-4-11 0,-2-2-944,14 23 1,-1-1-1,0-2 944,-1-2 0,-2-1 0,2 0 0,2 4 0,1-1 0,0 3 0,-11-23 0,0 4-89,2 3 0,1 3 89,5 9 0,0 1 0,-5-9 0,1 0 0,0 6 0,1 1 0,1 1 0,2 2 0,1 4 0,2 2-14,-12-25 14,3 5 0,6 10 0,3 7 943,8 8-943,5-2 2739,-1 5-2739,2-1 1654,-1 6-1654,0 4 0,1 3 19,3 2-19,2 1 0,1 5 0,-1 2 0,1 4 0,2 3 0,-1 0 0,1 0 0,-3 4 0,3 2 0,0 2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24575,'15'0'0,"16"0"0,17 0 0,28 0 0,-22 0 0,4 0-2071,5 0 1,5 0 2070,13-3 0,5-2-952,-27 1 0,2-2 0,0 0 952,2-4 0,1-1 0,1 0 0,4-2 0,2 0 0,-2 0 0,0-1 0,0-1 0,-2 0 39,-6 3 0,-1-1 0,-1 0-39,16-5 0,-3-1 0,-7 0 0,-5 0-313,-10 5 0,-3-1 313,-2 1 0,-3 1 1551,25-1-1551,-25 5 0,-13 3 3226,-12 4-3226,-6-1 0,-7 3 0,1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1 824 24575,'4'-10'0,"18"-11"0,16-19 0,-6 12 0,4-4 0,22-16 0,6-4 0,-16 14 0,2-2 0,1 2-1482,3-2 0,1 1 0,-1 2 1482,-5 2 0,-2 2 0,-2 3 0,8-2 0,-5 3 0,-5 2 0,-4 1 0,27-15 1363,-6 5-1363,-16 10 724,-10 9-724,-7 4 0,-7 5 0,-5 3 0,-8 4 0,-1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44:07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2366 24575,'0'-21'0,"8"-13"0,13-23 0,0 19 0,4-4 0,12-14 0,6-4-1334,-7 14 1,4-1 0,0 1 1333,3-2 0,2 0 0,0 1 0,3-1 0,0 0 0,2 2 0,1 1 0,0 1 0,1 1 0,-1 0 0,2-1 0,-1 0 0,3-2 0,0 1 0,0 0 0,-2 3 0,-1 1 0,-2 2 0,12-10 0,-4 2-41,-9 8 1,-3 1 40,-8 5 0,-1 2 0,23-23 0,-1 4 0,-10 7 0,-7 7 0,-6 1 0,-3 3 2903,-7 4-2903,0 2 1178,3-3-1178,1-4 0,10-4 0,2-6 0,2-2 0,6-3 0,-1-4-2879,2 1 2879,-8 9 0,-9 5 0,-4 4 0,-5 5 0,-2 0 0,-4 6 0,-7 6 2879,0 4-2879,-2 3 0,-5 6 0,1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24575,'-4'5'0,"2"8"0,1 17 0,1 18 0,0 6 0,0 24 0,-2 1 0,2-38 0,2 0 0,1 3 0,3-2 0,17 26 0,18-9 0,11-20 0,2-15 0,4-14 0,-2-4 0,3-10 0,-6-11 0,-7-14 0,-9-15 0,-11-6 0,-8-9 0,-10 0 0,-3 1 0,-6 6 0,-5 10 0,-10 7 0,-11 7 0,-9 3 0,-6 7 0,-2 4 0,0 4 0,5 3 0,4 3 0,7 4 0,5 0 0,9 0 0,4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1520 24575,'-3'1'0,"9"-6"0,13-16 0,33-31 0,-9 8 0,4-4-1028,-8 7 1,1-1-1,2 0 1028,2-6 0,3 1 0,-1-3-839,4-3 1,2 0-1,0-1 839,3-3 0,0 0 0,0 2 0,-5 2 0,0 1 0,-1 1-515,-2 2 0,1 0 0,-3 3 515,-5 5 0,-2 3 0,0-1-336,9-11 1,-2 1 335,0 4 0,-2 1 824,-12 11 0,-2 3-824,8-12 3116,-17 23-3116,-8 7 0,-5 6 0,-4 3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162 232 24575,'-15'-7'0,"3"3"0,-3 1 0,-6 3 0,-5 2 0,-5 12 0,8 7 0,12 13 0,5 9 0,6 1 0,-1-1 0,0-7 0,3-9 0,4-7 0,15-10 0,15-5 0,15-13 0,10-18 0,1-21 0,-6-9 0,-14-5 0,-11-3 0,-16 6 0,-3 3 0,-10 8 0,-12 16 0,-17 5 0,-7 9 0,-8 7 0,-4 4 0,3 4 0,3 0 0,9 3 0,7 1 0,5 5 0,4 4 0,6-4 0,3-1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 24575,'-1'-3'0,"12"2"0,29-1 0,39 2 0,-19 0 0,6 0-1032,-12 0 1,1 0-1,2 0 1032,4 0 0,2 0 0,0 0 0,5 0 0,2 0 0,0 0 0,1 0 0,0 0 0,-1 0 0,-7 0 0,-3 0 0,-1 0-119,21 0 0,-5 0 119,-14 0 0,-6 0 0,-12 0 0,-4 0 0,34 0 0,-29 0 0,-17 0 0,-18 0 0,-5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28 193 24575,'0'11'0,"0"7"0,0 14 0,0 12 0,2 1 0,6 1 0,12-5 0,10-7 0,7-9 0,2-12 0,6-11 0,0-3 0,-5-8 0,-11-11 0,-13-12 0,-6-21 0,-4-3 0,-4-3 0,-6 3 0,-12 5 0,-11 2 0,-10 8 0,-1 8 0,0 14 0,0 6 0,3 5 0,0 5 0,5 2 0,5 1 0,5 0 0,11 0 0,5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3 910 21666,'-2'3'0,"11"0"1399,25-10-1399,1-5 0,5-4 0,15-9 0,6-4-824,-10 3 0,4-3 0,-1-2 824,4-2 0,1-1 0,1 0-496,5-2 1,2-2 0,-2 3 495,-6 2 0,0 2 0,-2 0 0,-4 4 0,-3 1 0,0 0-199,19-8 1,-3 2 198,-14 7 0,-3 1 0,-5 4 0,-4 1 0,13-5 1927,-24 13-1927,-16 7 2647,-7 1-2647,-8 2 1291,-5 1-1291,-1 0 0,0 15 0,1 6 0,3 21 0,6 4 0,8 3 0,18 0 0,20-6 0,11-12 0,8-13 0,2-10 0,5-12 0,-6-10 0,-12-14 0,-15-14 0,-20-19 0,-6 4 0,-12-4 0,-11 8 0,-12 12 0,-15-1 0,-12 11 0,-10 8 0,-2 9 0,5 7 0,5 4 0,11 2 0,9 1 0,8 0 0,9 0 0,4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24575,'0'4'0,"13"18"0,25 30 0,-3-9 0,7 2-1652,-7-8 1,4-1 0,1 2 1651,10 7 0,3 1 0,1-1 0,2 1 0,3 0 0,1 0-570,-12-8 1,0-1 0,1 0 0,0 0 569,14 11 0,-1 0 0,-1-1 0,-4-3 0,-1 1 0,-1-2-22,0 1 0,-1 0 0,-3-1 22,-7-7 0,-2 1 0,-2-2-285,18 14 1,-4-1 284,-13-12 0,-3-2 1873,15 16-1873,-12-12 2999,-13-12-2999,-9-9 2110,-8-7-2110,-7-6 884,-3-5-884,-1-3 0,1-6 0,-1-5 0,0-8 0,0-6 0,0-3 0,0-1 0,0 1 0,0 7 0,0 5 0,-2 8 0,0 5 0,-5 6 0,-5 13 0,-2 22 0,2 19 0,5 16 0,4 8 0,5 0 0,13-3 0,16-9 0,15-13 0,16-13 0,1-15 0,-1-10 0,-5-9 0,-14-13 0,-7-19 0,-11-14 0,-12-18 0,-16-8 0,-16 4 0,-12 5 0,-13 12 0,-6 10 0,-4 6 0,5 11 0,8 8 0,7 7 0,7 4 0,11 0 0,5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24575,'-7'6'0,"11"29"0,9 6 0,6 7 0,2 0 0,5 5 0,3 3-2301,-1-3 0,3 1 1,2 4-1,2 1 2301,1-2 0,3 2 0,1 2 0,1 0 0,1 0-519,3 3 0,0-1 0,1 1 0,0 0 0,1-2 519,0 1 0,0-1 0,1 0 0,0 0 0,1-1 0,-1 0 0,1-1 0,0 0 0,1 0 0,-2-2 0,-2-4 0,0 0 0,0-2 0,-1 1 0,0-1-12,-2-3 1,0 0 0,0-1-1,-1 1 1,-1-2 11,7 6 0,1 0 0,-3-1 0,0-2-325,5 6 0,-1-1 0,-3-4 325,-8-8 0,-1-2 0,-2-1 1165,13 14 1,-4-2-1166,-10-12 0,-4-4 4118,10 8-4118,-17-19 3489,-11-14-3489,-5-4 2241,-6-7-2241,-6-7 651,-6-4-651,-4-4 0,-2 1 0,-4-1 0,-3 0 0,-3 2 0,-4-1 0,-2 3 0,-4 6 0,-1 2 0,-3 3 0,5 8 0,7 8 0,10 11 0,9 11 0,4-3 0,10-1 0,16-3 0,12-6 0,18-1 0,10-7 0,0-5 0,2-5 0,-10-1 0,-13-3 0,-12-4 0,-9-8 0,-7-12 0,-5-6 0,-4-4 0,-2 1 0,-1 3 0,-2 4 0,-5 4 0,-9 4 0,-8 3 0,-5 2 0,-4 2 0,15 4 0,4 4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82 346 24575,'-12'-1'0,"3"1"0,-3 9 0,1 13 0,1 14 0,-2 16 0,4 9 0,3 11 0,4-33 0,0 2 0,0 34 0,6-7 0,11-10 0,20-15 0,22-11 0,-17-21 0,3-4-425,8-3 0,0-2 425,5-5 0,0-3 0,3-4 0,-2-4 0,-7-3 0,-4-4-96,-5-2 0,-3-2 96,-8-4 0,-3-4 0,-6-2 0,-4-3 0,-1-6 0,-4-1 0,-5 1 0,-4-2 0,-8 2 0,-4 0 0,-8-1 0,-6 2-354,-9-1 1,-4 3 353,0 1 0,-2 3 0,-2 5 0,-1 3 0,0 5 0,0 1-105,0 4 0,0 3 105,-1 0 0,2 1 801,-26-4-801,15 9 48,17 8 0,15 2 0,5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24575,'-9'1'0,"22"15"0,37 30 0,2-3 0,9 7-2415,-6-6 1,4 2 0,2 1 2414,-6-4 0,3 0 0,1 2 0,0-1-629,2 2 1,0 0 0,2 0 0,-1 0 628,1 0 0,0 0 0,1-1 0,-3-1 0,-7-6 0,-1-1 0,-1-1 0,-2-1 199,8 5 0,-1-2 0,-2-2-199,-5-3 0,-1-3 0,-2-2-224,8 5 0,-2-2 224,-3-3 0,-2-1 1326,-11-6 0,-4-2-1326,17 11 4139,-14-10-4139,-9-1 0,-13-11 0,-8-2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 24575,'-2'-3'0,"10"2"0,30 15 0,31 12 0,-16-7 0,6 1-845,10 5 1,3-2 844,-1-5 0,0-1 0,1-2 0,0-1 0,-7-4 0,0-1 0,-4-2 0,-2-1 204,-8 0 1,-2-1-205,25 3 0,-28-4 0,-20-4 0,-10 0 0,-7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52 24575,'-5'0'0,"6"0"0,8 0 0,21 0 0,20 0 0,20 0 0,-24 0 0,3 0-740,9 0 0,3 0 740,9-1 0,3-1 0,2-1 0,0-1 0,3-1 0,-2-1 0,-10 0 0,-1-1 0,-1 2 0,-1 0-221,-8 2 1,-2 0 220,-8 3 0,-2-1 0,-1 1 0,-4-1 0,17 1 0,-12 0 0,-18 0 361,-10 0 0,-10 0 1,0 0-1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1013 24575,'38'-29'0,"14"-7"0,-7 3 0,5-4-1457,-6 6 1,3-2 0,1-1 1456,2 0 0,1 1 0,1-2-575,7-5 0,2-1 1,-1 2 574,-2 3 0,0 2 0,-1 0 0,-1 1 0,0 2 0,-1-1-54,-2 1 1,-2 2 0,0 0 53,17-10 0,-2 2-222,-12 6 1,-3 0 221,-11 8 0,-3 1 1757,25-12-1757,-22 12 2422,-11 5-2422,-13 9 0,-11 3 0,-3 5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0:58:4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2098 24575,'10'-15'0,"18"-24"0,-2 4 0,5-5-2143,13-14 1,6-6 2142,-12 15 0,2-2 0,2 0-1032,8-9 1,3-2-1,0-1 1032,-9 12 0,1-2 0,1 1 0,0 0 0,-1 0 0,0 1 0,0 0 0,0-1 0,2 0 0,0 0 0,1-1 0,-1 2-142,-5 4 1,1 0 0,-1 2 0,0-1 141,12-12 0,1 1 0,-2 2 0,-4 3 0,-1 1 0,-1 3-316,-4 4 0,-1 1 0,-2 2 316,13-12 0,-2 3 579,-11 11 1,-3 1-580,-2 3 0,-1 1 3101,14-12-3101,-10 8 2672,-11 9-2672,-9 8 1515,-4 4-1515,-2 0 111,-5 4 1,-3 3-1,-2 3 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32:5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2334 24575,'2'-9'0,"4"-5"0,12-17 0,8-9 0,8-5 0,0 1 0,-1 4 0,1-1 0,-6 2 0,-1 4 0,-8 10 0,-3 8 0,0 4 0,-3 5 0,-2 3 0,-2 6 0,-1 11 0,2 8 0,0 9 0,2 7 0,0 6 0,0 5 0,0 5 0,1 5 0,-2-2 0,1 2 0,-1 0 0,-2-1 0,1 2 0,-3-3 0,0-3 0,0-5 0,-1-5 0,-1-8 0,0-8 0,0-4 0,-2-3 0,-1-3 0,-2-4 0,0-3 0,0-4 0,0-32 0,0-3 0,0-36 0,0 11 0,0-5 0,0-2 0,0-3-904,0-14 1,0-3 903,0-6 0,0 1 0,0 10 0,0 0 0,0-11 0,0 0 0,0 7 0,0 1 0,0 9 0,0 1-553,0-2 0,0 2 553,0 7 0,0 1 0,2-5 0,0 1 0,0 4 0,1 2-151,1 7 0,1 2 151,5-47 0,-2 29 0,1 2 0,-3 12 1671,-1 3-1671,0 3 1191,-1 6-1191,-1 9 353,-2 6-353,0 5 0,-1 1 0,0 0 0,0-2 0,2 0 0,0-1 0,1 2 0,-1 2 0,-2 3 0,0 0 0,0 0 0,0 2 0,0 0 0,0 3 0,0 2 0,2 3 0,6 2 0,15 3 0,18 3 0,18 0 0,-8 0 0,5-1-721,9 1 0,3 0 721,9 0 0,2 0 0,4 0 0,0 0 0,-8 0 0,0 0 0,4 0 0,0 0 0,-5 0 0,-1 0 0,0 0 0,1 0 0,0 0 0,0 0 0,1 0 0,2 0 0,7 0 0,-1 0 0,-7 0 0,-3 0 0,-3 0 0,-2 0-387,-7 0 1,-2 0 386,-4 0 0,0 0 0,0 0 0,0 0 0,-4 0 0,-1 0 0,37 0 0,-15 0 0,-19 0 0,-18 0 1384,-9 0-1384,11 0 0,28 0 0,32 0 0,-35-1 0,4-1 0,5-1 0,3 0-537,17-2 0,6-1 537,-21 2 0,3-1 0,3 1-1333,12-1 1,3 1 0,1-1 1332,-22 2 0,0-1 0,0 0 0,-1 1 0,25 0 0,0 0 0,-1 1 0,0-1 0,-1 1 0,0 0 0,-2 1 0,-1 1 0,1-1 0,-22 1 0,2 0 0,-1 0 0,0-1-836,20 1 1,-1 0 0,-2 0 835,-7 0 0,-1 0 0,-2 0-486,-7 0 0,-2 0 0,-2 0 486,25 0 0,-4 0 4,-16 0 1,-2-1-5,-9 1 0,0 0 1076,0 0 0,0 0-1076,-3 0 0,-1 0 0,-1 0 0,-2 0 0,38 0 0,-22 0 2530,-2 0-2530,14 0 0,3 0 0,-2 0 0,0 0 0,-7 0 0,-1 0 0,-2 0 0,-3 3 0,0 1 2103,-5-1-2103,-6 3 1768,-5-2-1768,-8 2 0,-6 2 0,-12-2 1141,-8 0-1141,-5-2 163,-7 1-163,7 3 0,15 0 0,21-3 0,20-7 0,9-2 0,-10 0 0,12 1-669,4 3 669,-40 0 0,1 0 0,9 0 0,0 0 0,-4 0 0,0 0 0,1 0 0,-1 0 0,-3 0 0,0 0 0,44 0 0,-5 0 0,-3 0 0,-9 0 0,-9 0 0,-11 0 0,-9 0 0,-12 0 0,-9 0 0,-9 0 0,-4 2 0,1 0 669,-2 1-669,1 1 0,-1-1 0,-2-1 0,0 1 0,-1-1 0,0 1 0,1-1 0,-1 2 0,0-1 0,2 0 0,-3 1 0,1-2 0,-2 1 0,1-1 0,-1-2 0,0 0 0,0 1 0,-1 1 0,2 1 0,0-1 0,0-2 0,-2 0 0,-4 0 0,-2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24575,'0'8'0,"0"10"0,0 11 0,0 11 0,0 12 0,0 1 0,5 2 0,8-6 0,13-13 0,8-10 0,5-12 0,3-6 0,-1-5 0,7-2 0,-1-1 0,-2-6 0,-4-7 0,-9-12 0,-7-7 0,-6-6 0,-3-3 0,-6-2 0,-3 4 0,-4 6 0,-3 6 0,-2 6 0,-4 4 0,-6 3 0,-9 2 0,-9 5 0,-8 0 0,-2 3 0,-2 3 0,0 0 0,5 1 0,3 0 0,6 0 0,7 0 0,5 0 0,7 0 0,5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2682 0 24575,'-27'0'0,"-16"0"0,-30 0 0,17 0 0,-5 0 0,-15 0 0,-5 0-2003,-15 0 1,-5 0 2002,27 0 0,-2 0 0,-1 0 0,-4 0 0,-1 0 0,1 0 0,0 0 0,1 0 0,0 0 0,4 0 0,0 0 0,1 0 0,-1 0 0,0 0 0,1 0 0,2 0 0,1 0 0,2 0-234,-28 0 1,5 0 233,10 0 0,5 0 0,19 0 0,4 0 0,-22 0 0,11 0 0,24 0 0,21 0 0,6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46 24575,'-17'0'0,"6"2"0,2 5 0,7 5 0,2 11 0,0 6 0,0 6 0,5-1 0,12-9 0,8-8 0,9-10 0,9-5 0,4-1 0,3-1 0,-3-5 0,-11-5 0,-7-6 0,-7-8 0,-8-3 0,-6-1 0,-6 3 0,-2 5 0,0 4 0,-3 1 0,-5 1 0,-6 4 0,-5 0 0,-1 3 0,-1 1 0,0 1 0,2 4 0,3 0 0,8 1 0,3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1094 1 24575,'0'6'0,"-1"0"0,-7 10 0,-8 9 0,-41 50 0,11-12 0,-4 6-1129,10-14 0,-1 1 0,0 2 1129,0 0 0,1 0 0,-2 2 0,-9 12 0,-2 1 0,4-5 0,2-1 0,1-1-185,4-8 1,-2 2-1,5-6 185,4-4 0,2-3-178,0 0 1,1-1 177,-21 31 0,8-12 0,12-18 587,13-17 1,10-16-1,5-6 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24575,'-17'14'0,"3"1"0,-1 7 0,-2 11 0,-1 15 0,1 18 0,5 2 0,8-3 0,3-10 0,1-8 0,0 3 0,0-5 0,0-6 0,0-9 0,6-12 0,9-9 0,8-5 0,9-3 0,2 0 0,1-6 0,-2-12 0,-4-10 0,-5-8 0,-9-5 0,-6 6 0,-4 0 0,-2 4 0,0 3 0,-8-1 0,-6 6 0,-6 6 0,-6 8 0,-3 7 0,-5 0 0,0 1 0,5 0 0,5 0 0,12 0 0,2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4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24575,'0'18'0,"0"18"0,0 39 0,0-27 0,0 4 0,0 8 0,0 3 0,0 9 0,0 4 0,0 18 0,0 2-1383,0-1 1,0-1 1382,0-4 0,0-3 0,0-12 0,0-6 0,0 19 654,0-13-654,0-22 0,0-14 0,0-8 0,0-14 0,0-7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5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24575,'0'11'0,"0"-2"0,0 6 0,0 12 0,0 4 0,0 6 0,0-6 0,0-11 0,4-4 0,10-9 0,8-4 0,8-2 0,4-6 0,-6-6 0,0-8 0,-7-5 0,-5-3 0,-5 2 0,-6 4 0,-2 0 0,-3 5 0,0 0 0,0 1 0,-2 1 0,-2 3 0,-7 0 0,-7 5 0,0 2 0,-3 1 0,3 3 0,2 0 0,1 0 0,3-1 0,3 1 0,3 0 0,2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5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 24575,'3'0'0,"35"0"0,47 0 0,-13 0 0,10 0-2344,-10 0 1,4 0 0,3 0 2343,11 0 0,4 0 0,3 0 0,-17 1 0,3-1 0,0 0 0,2-1-709,4 0 0,1-2 0,0 1 1,-1-2 708,-3 1 0,-1-2 0,-1 1 0,-1-1 0,16-2 0,-1 0 0,-3-1 0,-9 0 0,-1-1 0,-1 2 39,-7 1 1,-1 1 0,-1 0-40,-6 1 0,0 1 0,-1 0-565,28-1 1,-3 1 564,-18 1 0,-4 1 1030,-15 1 0,-4-1-1030,38 1 952,-31-1 1,-28 1 0,-18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6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24575,'0'14'0,"7"7"0,10 14 0,7 0 0,7-4 0,11-3 0,13-9 0,7-1 0,9-6 0,-16-8 0,-13-6 0,-4-9 0,-15-7 0,-2-7 0,-7-7 0,-9-2 0,-2-1 0,-1-2 0,-4 6 0,-4 5 0,-11 5 0,-10 10 0,-10 4 0,-4 3 0,-1 3 0,0 1 0,3 0 0,5 0 0,8 0 0,12 0 0,7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7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1369 1099 24575,'-8'0'0,"-5"-7"0,-21-20 0,-21-22 0,20 15 0,-3-4-735,-5-4 1,-1-3 734,-6-3 0,-2-2 0,-9-9 0,-3-2 0,-3 3 0,-1 1-670,-2 0 1,1 3 669,5 6 0,2 3 0,12 12 0,1 2 0,4 1 0,2 1-72,-27-16 72,12 4 0,7 5 0,9 5 1010,11 10-1010,11 8 0,11 6 0,5 4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8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9 201 24575,'-4'3'0,"2"10"0,0 8 0,2 8 0,0 4 0,0-5 0,0-6 0,1-8 0,5-6 0,8-5 0,9-2 0,3 0 0,7-1 0,-1-7 0,-1-13 0,-4-10 0,-8-11 0,-2 0 0,-5 3 0,-3 3 0,-3 5 0,-3 2 0,-1 5 0,0 5 0,-1 1 0,-5 5 0,-5 3 0,-6 2 0,-7 3 0,-5 1 0,-4-2 0,-1 2 0,2 0 0,6 0 0,5 3 0,5 0 0,10 0 0,0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9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4 361 24575,'-3'0'0,"16"0"0,17 0 0,49 0 0,-21-3 0,5-2 0,16-2 0,7-3-1475,-16 0 1,4-2-1,0-1 1475,6-2 0,1-2 0,-1-1 0,-1 1 0,0 0 0,0 0 0,0 0 0,-1 0 0,-1 1 0,-7 2 0,-3 1 0,-1 0 0,19-2 0,-1 1-112,-1 0 0,-1 2 112,-15 2 0,-3 1-231,-2 0 1,-1 2 230,-6 2 0,-3 0 0,30-1 0,-22 4 0,-16 1 3077,-11 1-3077,-9 0 1435,-4 0-1435,-7 0 597,0-1-597,-1 1 0,-7 0 0,-1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35 141 24575,'-11'-4'0,"3"1"0,-1 3 0,5 8 0,2 6 0,1 6 0,1 5 0,0 3 0,3 3 0,13-2 0,17-3 0,7-8 0,5-9 0,-7-3 0,-5-6 0,3-2 0,-2-7 0,0-11 0,-7-10 0,-9-9 0,-9-2 0,-4 2 0,-4 0 0,-5 8 0,-12 5 0,-13 5 0,-13 4 0,-7 2 0,3 5 0,9 4 0,1 3 0,7 3 0,6 0 0,4 0 0,8 0 0,5 0 0,1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0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2456 24575,'-4'-2'0,"2"-7"0,0-28 0,5-36 0,7 16 0,5-6-1852,11-20 1,7-7 1851,-6 19 0,3-3 0,2-2 0,6-12 0,4-3 0,0 0-1662,-1-1 1,1 1 0,-1 1 1661,-4 6 0,1 2 0,-1 1 0,-1 7 0,0 1 0,-2 3-849,8-17 0,-1 3 849,-2 3 0,-2 3-272,-3 7 1,-2 4 271,-7 11 0,-1 3 770,-3 5 1,-3 3-771,5-21 1373,-10 20 1,-8 25 0,-3 11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1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55 24575,'0'7'0,"0"5"0,0 12 0,0 8 0,0-3 0,0 2 0,0-5 0,0-9 0,2-1 0,4-8 0,4-2 0,7-3 0,10-3 0,5-2 0,4-9 0,-5-8 0,-10-6 0,-6-5 0,-3 3 0,-4 1 0,-2 0 0,-3 5 0,-2 2 0,0 2 0,-3 1 0,-4 2 0,-9 6 0,-12 5 0,-5 2 0,-6 1 0,1 0 0,2 0 0,3 0 0,15 0 0,7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1476 24575,'1'2'0,"31"-19"0,40-33 0,-8 7 0,9-6-754,-7 4 0,4-5 1,3-2 753,-10 7 0,3-1 0,1-1 0,2 0-1316,6-2 0,2-1 0,0 0 0,0 0 1316,-3 2 0,1-1 0,-1 1 0,-3 2 0,13-7 0,-3 4 0,-4 1-7,-11 7 1,-3 3-1,-3 0 7,13-9 0,-6 2-267,-9 8 1,-4 2 266,-5 4 0,-4 2 747,22-12-747,-19 14 4335,-17 11-4335,-11 6 537,-8 4 1,-9 3 0,0 1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2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24575,'0'10'0,"0"1"0,0 2 0,0-1 0,4 0 0,8-5 0,13-1 0,12-4 0,5-1 0,7-1 0,0 0 0,-6-2 0,-3-4 0,-12-5 0,-7-8 0,-5-6 0,-7-7 0,-4-2 0,-4 1 0,0 5 0,-5 7 0,-15 6 0,-11 6 0,-12 6 0,-6 2 0,5 1 0,2 0 0,8 0 0,6 0 0,6 2 0,10-2 0,4 2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3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24575,'8'0'0,"22"0"0,30 0 0,1 0 0,11 0-1037,-4 0 0,5 0 0,4 0 1037,-2 0 0,3 0 0,3 0 0,-2 0-654,0 0 1,0 0-1,-1 0 1,0 0 653,19 0 0,-2 0 0,-2 0 0,-8 0 0,-3 0 0,-2 0-677,-7 0 1,-2 0 0,0 0 676,4 0 0,1 0 0,-1 0 0,-6 0 0,-1 0 0,-3 0-443,23 0 0,-5 0 443,-12 0 0,-4 0 0,-4 0 0,-5 0 1557,27 0-1557,-23 0 3037,-24 0-3037,-12 0 2621,-10 0-2621,-7 0 0,-4 0 0,-1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24575,'0'12'0,"0"1"0,0 6 0,0 0 0,0 2 0,0-2 0,0-4 0,0-3 0,2-2 0,8-3 0,9-3 0,5-2 0,6-2 0,-1 0 0,2 0 0,2 0 0,-1-4 0,-3-5 0,-6-11 0,-5-6 0,-6-8 0,-5-1 0,-4 2 0,-2 2 0,-4 6 0,-7 1 0,-6 6 0,-8 3 0,-3 5 0,3 1 0,-1 0 0,3 3 0,3 0 0,2 5 0,4 0 0,6 1 0,3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24575,'24'31'0,"19"25"0,-7-11 0,5 5 0,9 13 0,1 1-1446,-6-9 0,0 0 1446,14 14 0,2 1-680,1 0 0,0-1 680,4 2 0,1 1-430,-17-17 0,0 1 0,-1-2 430,12 13 0,-4-2 0,-3-4 0,-3-2 0,-4-4 0,-3-4-149,-7-9 0,-2-2 149,26 29 0,-4-4 0,-10-9 0,-1-1 1158,-6-7-1158,-3-5 1634,-8-8-1634,-5-5 660,-9-5 0,-6-13 0,-5-3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5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24575,'0'10'0,"0"-1"0,0 12 0,7-6 0,8-4 0,10-2 0,7-3 0,6-2 0,4-2 0,2-2 0,-5 0 0,-8-1 0,-11-3 0,-7-4 0,-6-5 0,-4-1 0,-6-5 0,-6 0 0,-9-1 0,-4 1 0,1 3 0,3 0 0,4 5 0,2 2 0,3 4 0,4 2 0,1 1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8:2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1:05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7 458 24575,'-6'0'0,"7"0"0,8 0 0,17 0 0,20 0 0,14 0 0,21 0 0,19 0-657,-43 0 1,2 0 656,7 0 0,3 0 0,6 0 0,2 0 0,7 1 0,5-2-991,-17 0 0,3 0 0,0-2 991,-2 1 0,0-2 0,0 1 0,2-2 0,0 0 0,-1 0 0,-3-2 0,-2 1 0,-2-2 0,25-2 0,-1-1-672,-25 3 1,1-1-1,0 1 672,29-4 0,0 1 0,2 0 0,1 0 0,-6 2 0,-1 0 0,-3 1 0,0 0-617,-7 1 0,0-1 617,-4 0 0,-1 0 0,-2 0 0,-1 2 134,-11 0 1,0 1-135,-1 0 0,0 2 0,-9 2 0,-1 1 2158,47-1-2158,-47 1 0,-2 0 0,37 0 0,-2 0 0,-15 0 2185,-5 0-2185,0-2 1673,1-2-1673,7 1 900,-1-1-900,-3 3 350,-3 1-350,-2 0 0,-7 0 0,-7-1 0,-6 1 0,-8 0 0,-4-2 0,-4-1 0,-2-2 0,-2-1 0,-3 2 0,-2-1 0,-5 1 0,-4-1 0,1 2 0,-2 0 0,-1 1 0,-2-3 0,-4-2 0,-5-2 0,-13-4 0,-11-1 0,-14-4 0,-8-1 0,-5 3 0,0 2 0,4 3 0,0 2 0,5 1 0,2 1 0,5 2 0,18 2 0,25 2 0,32 0 0,21 4 0,12 3 0,0 7 0,-3 7 0,-6-1 0,-12 0 0,-9-3 0,-6-3 0,-4 1 0,-5-3 0,-8-1 0,-5 0 0,-2-1 0,-2 1 0,-3-1 0,-2 1 0,-3-1 0,-2-2 0,-8 0 0,-6 1 0,-4-2 0,-2 1 0,-1-3 0,-4-1 0,-3 0 0,13-3 0,4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1:06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750 0 24575,'-5'23'0,"-5"7"0,-9 15 0,-4 6 0,-3 2 0,-18 32-1241,-2 2 1241,18-36 0,-3 2 0,0-1 0,-1-1 0,1-7 0,0-2 0,0 1 0,0-2 276,-25 30-276,3-9 0,6-8 0,4-7 0,6-15 0,9-10 0,4-9 936,3-4-936,9-9 29,5-8-29,5-11 0,1-6 0,1-8 0,0-8 0,0 1 0,2-3 0,4 5 0,0 7 0,2 4 0,-3 6 0,0 6 0,1 5 0,0 6 0,1 5 0,-1 10 0,1 12 0,0 16 0,1 10 0,-2 4 0,1 1 0,-1-4 0,-2-3 0,1-8 0,-3-8 0,2-11 0,0-7 0,0-4 0,2-5 0,1-1 0,3-4 0,4-4 0,4-9 0,5-7 0,1-3 0,1 0 0,2 2 0,-5 2 0,0 6 0,-4 4 0,-5 5 0,-5 2 0,-4 1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1:08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0 24575,'0'16'0,"0"8"0,0 17 0,0 12 0,0 13 0,0 13 0,0-3 0,0 11-1193,0 8 1193,0-43 0,0 2 0,0 7 0,0 0 0,0-6 0,0-2 0,0-1 0,0-1 0,0 38 137,0-9-137,0-1 0,0-13 0,0-9 0,0-15 0,0-11 0,0-9 0,0-10 894,0-7-894,0-13 162,-2-9-162,-1-6 0,-4-6 0,-3-2 0,-5-6 0,-5-2 0,-1 1 0,1 0 0,1 7 0,3 6 0,4 7 0,1 5 0,3 4 0,-1 1 0,1 10 0,2 10 0,3 11 0,3 12 0,8 3 0,10 1 0,7 0 0,7-4 0,-5-5 0,-5-5 0,0-5 0,-4-4 0,1 0 0,-1-3 0,-3-2 0,-1-4 0,0-4 0,1-2 0,1-5 0,2-9 0,1-9 0,2-12 0,6-8 0,1-4 0,3-4 0,-2 6 0,-2 5 0,-1 8 0,-3 5 0,1 1 0,-4 4 0,-3 4 0,-9 9 0,-3 3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8:2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24575,'0'7'0,"0"9"0,0 9 0,0 9 0,0 11 0,0 0 0,4 3 0,9-6 0,10-10 0,8-11 0,4-8 0,4-6 0,-2-5 0,7-1 0,-2 0 0,-1-7 0,-4-5 0,-8-10 0,-6-8 0,-5-3 0,-4-4 0,-5 0 0,-3 1 0,-3 7 0,-3 5 0,-2 5 0,-3 3 0,-6 3 0,-8 2 0,-8 3 0,-8 2 0,-2 1 0,-1 3 0,1 1 0,3 0 0,3-1 0,5 1 0,7 0 0,4 0 0,8 0 0,2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2438 0 24575,'-24'0'0,"-15"0"0,-28 0 0,17 0 0,-6 0 0,-13 0 0,-4 0-2003,-15 0 1,-4 0 2002,24 0 0,0 0 0,-2 0 0,-4 0 0,0 0 0,-1 0 0,2 0 0,0 0 0,1 0 0,3 0 0,0 0 0,0 0 0,0 0 0,0 0 0,1 0 0,2 0 0,0 0 0,2 0-234,-24 0 1,3 0 233,9 0 0,6 0 0,16 0 0,4 0 0,-20 0 0,10 0 0,22 0 0,19 0 0,5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40 24575,'-15'0'0,"5"2"0,1 3 0,8 6 0,1 9 0,0 5 0,0 5 0,5-1 0,10-8 0,7-5 0,10-11 0,7-3 0,3-1 0,4-1 0,-4-4 0,-9-5 0,-6-5 0,-7-6 0,-7-4 0,-6 0 0,-5 3 0,-2 3 0,0 5 0,-3-1 0,-5 2 0,-4 4 0,-6-1 0,0 3 0,-1 1 0,0 1 0,2 3 0,2 0 0,8 1 0,2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995 1 24575,'0'5'0,"-2"0"0,-4 9 0,-9 7 0,-37 44 0,11-11 0,-5 6-1129,10-13 0,-2 2 0,1 1 1129,0 0 0,0 0 0,-1 2 0,-9 10 0,-1 1 0,4-4 0,1-1 0,2-1-185,3-8 1,-3 3-1,5-5 185,5-4 0,1-2-178,0 0 1,1-2 177,-19 27 0,6-10 0,13-15 587,10-15 1,10-14-1,4-5 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24575,'-15'12'0,"3"1"0,-2 6 0,-1 9 0,-2 14 0,2 15 0,3 1 0,9-2 0,2-8 0,1-8 0,0 4 0,0-6 0,0-4 0,0-8 0,6-10 0,7-9 0,8-3 0,9-3 0,0-1 0,2-4 0,-2-11 0,-4-8 0,-4-7 0,-9-5 0,-4 6 0,-5 0 0,-1 3 0,0 3 0,-8-2 0,-5 6 0,-5 5 0,-6 8 0,-3 5 0,-4 0 0,0 1 0,4 0 0,5 0 0,11 0 0,2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4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24575,'0'16'0,"0"15"0,0 33 0,0-22 0,0 3 0,0 7 0,0 2 0,0 8 0,0 3 0,0 16 0,0 3-1383,0-3 1,0 0 1382,0-3 0,0-3 0,0-10 0,0-5 0,0 15 654,0-10-654,0-19 0,0-13 0,0-5 0,0-14 0,0-6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5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24575,'0'9'0,"0"0"0,0 4 0,0 9 0,0 5 0,0 5 0,0-5 0,0-9 0,4-5 0,9-7 0,7-3 0,7-2 0,3-6 0,-4-4 0,-1-7 0,-5-5 0,-6-2 0,-4 1 0,-5 4 0,-3 0 0,-2 4 0,0 0 0,0 1 0,-1 1 0,-3 2 0,-6 1 0,-6 4 0,-1 2 0,-2 0 0,2 3 0,3 0 0,0-1 0,3 1 0,3 0 0,3 0 0,2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5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24575,'3'0'0,"31"0"0,44 0 0,-13 0 0,10 0-2344,-10 0 1,4 0 0,3 0 2343,10 0 0,4 0 0,1 0 0,-14 0 0,2 1 0,1-1 0,1-1-709,4 0 0,1-1 0,0-1 1,-1 0 708,-3 0 0,-1 0 0,0-1 0,-2-1 0,15 0 0,-1-2 0,-3 1 0,-7-1 0,-2-1 0,-1 2 39,-5 1 1,-3 0 0,0 1-40,-4 1 0,-2 0 0,0 0-565,25 0 1,-2 0 564,-17 2 0,-4 0 1030,-13 0 0,-3 1-1030,34 0 952,-28-1 1,-27 1 0,-15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6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24575,'0'12'0,"6"6"0,10 13 0,6-1 0,6-3 0,10-4 0,12-6 0,6-1 0,9-6 0,-15-6 0,-12-6 0,-3-8 0,-15-5 0,0-7 0,-8-6 0,-7-1 0,-2-1 0,-2-2 0,-2 5 0,-5 5 0,-9 4 0,-9 8 0,-10 4 0,-3 3 0,-2 2 0,1 1 0,2 0 0,5 0 0,8 0 0,11 0 0,4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7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1245 948 24575,'-7'0'0,"-6"-6"0,-17-17 0,-20-19 0,17 12 0,0-2-735,-6-5 1,-2-1 734,-4-4 0,-2-1 0,-9-8 0,-3-1 0,-1 1 0,-2 2-670,-1 0 1,-1 2 669,6 6 0,2 3 0,10 9 0,2 2 0,3 1 0,2 1-72,-24-14 72,10 4 0,6 4 0,9 4 1010,10 9-1010,10 6 0,9 7 0,6 2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8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8 173 24575,'-3'3'0,"0"8"0,2 7 0,1 8 0,0 2 0,0-4 0,0-5 0,1-7 0,5-5 0,6-4 0,9-2 0,3-1 0,6 0 0,-1-6 0,-1-11 0,-4-9 0,-7-9 0,-1 0 0,-5 2 0,-3 2 0,-2 5 0,-4 2 0,0 5 0,0 3 0,-1 1 0,-4 5 0,-6 2 0,-4 2 0,-8 3 0,-3 0 0,-5-1 0,1 1 0,0 0 0,6 1 0,5 2 0,5 0 0,8 0 0,1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9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3 311 24575,'-2'0'0,"13"0"0,17 0 0,44 0 0,-20-2 0,5-2 0,16-2 0,5-3-1475,-14 0 1,2-1-1,2-1 1475,5-2 0,0-2 0,1 0 0,-3 0 0,1 0 0,-1 1 0,1-1 0,0 0 0,-2 1 0,-7 2 0,-2 1 0,-1 0 0,17-2 0,-1 1-112,0 0 0,-2 2 112,-13 1 0,-2 1-231,-3 1 1,-1 1 230,-5 1 0,-2 0 0,26 0 0,-20 4 0,-13 0 3077,-11 1-3077,-8 0 1435,-5 0-1435,-4-1 597,-1 1-597,-2 0 0,-5 0 0,-2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32 122 24575,'-10'-4'0,"2"2"0,0 2 0,5 7 0,1 5 0,1 5 0,1 5 0,0 1 0,3 4 0,11-2 0,16-3 0,7-6 0,4-8 0,-7-3 0,-4-5 0,3-1 0,-2-7 0,0-9 0,-7-10 0,-8-6 0,-7-2 0,-5 1 0,-3 0 0,-4 8 0,-12 3 0,-12 5 0,-11 4 0,-6 0 0,3 6 0,6 3 0,3 2 0,6 3 0,5 0 0,3 0 0,8 0 0,4 0 0,2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0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2119 24575,'-3'-1'0,"0"-7"0,2-25 0,4-29 0,6 13 0,5-5-1852,9-19 1,7-4 1851,-6 16 0,3-3 0,3-2 0,5-10 0,3-2 0,-1-1-1662,1 0 1,0 0 0,-1 2 1661,-2 4 0,-2 2 0,1 2 0,-1 4 0,0 3 0,-2 1-849,7-14 0,-1 3 849,-2 2 0,0 3-272,-5 6 1,-1 2 271,-6 12 0,-1 1 770,-3 4 1,-3 3-771,5-18 1373,-9 18 1,-7 20 0,-4 11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1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47 24575,'0'7'0,"0"3"0,0 11 0,0 6 0,0-2 0,0 2 0,0-5 0,0-7 0,1-1 0,5-7 0,3-2 0,6-3 0,10-1 0,5-3 0,2-7 0,-4-8 0,-9-5 0,-5-3 0,-3 2 0,-4-1 0,-2 2 0,-2 4 0,-2 2 0,0 1 0,-3 1 0,-3 2 0,-9 5 0,-11 4 0,-3 3 0,-7 0 0,1 0 0,2 0 0,3 0 0,14 0 0,6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1273 24575,'1'2'0,"28"-17"0,37-28 0,-8 7 0,8-6-754,-6 2 0,3-3 1,4-2 753,-9 7 0,1-2 0,2-1 0,2 1-1316,5-3 0,2 0 0,0 0 0,0 0 1316,-2 1 0,0 0 0,-1 1 0,-2 1 0,10-5 0,-1 2 0,-4 2-7,-10 6 1,-2 1-1,-4 2 7,12-9 0,-4 3-267,-10 6 1,-2 1 266,-6 5 0,-3 1 747,20-11-747,-18 13 4335,-15 9-4335,-9 5 537,-9 4 1,-6 2 0,-2 2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2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24575,'0'8'0,"0"1"0,0 3 0,0-2 0,4 1 0,7-5 0,12-2 0,11-1 0,4-3 0,6 0 0,1 0 0,-6-1 0,-2-5 0,-12-3 0,-6-7 0,-4-6 0,-7-6 0,-4-1 0,-3 1 0,0 3 0,-5 7 0,-12 5 0,-12 5 0,-10 6 0,-6 1 0,5 1 0,2 0 0,7 0 0,5 0 0,6 2 0,9-2 0,4 1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3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24575,'7'0'0,"21"0"0,26 0 0,2 0 0,9 0-1037,-4 0 0,6 0 0,3 0 1037,-2 0 0,4 0 0,1 0 0,-1 0-654,0 0 1,-1 0-1,1 0 1,-2 0 653,18 0 0,-1 0 0,-2 0 0,-9 0 0,-1 0 0,-2 0-677,-7 0 1,-2 0 0,1 0 676,4 0 0,0 0 0,-1 0 0,-6 0 0,0 0 0,-2 0-443,19 0 0,-3 0 443,-12 0 0,-2 0 0,-6 0 0,-3 0 1557,25 0-1557,-22 0 3037,-21 0-3037,-12 0 2621,-9 0-2621,-5 0 0,-4 0 0,-2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24575,'0'10'0,"0"1"0,0 5 0,0 1 0,0 1 0,0-2 0,0-3 0,0-2 0,2-3 0,6-2 0,10-2 0,4-2 0,5-2 0,0 0 0,1 0 0,2 0 0,-1-4 0,-3-3 0,-4-11 0,-6-5 0,-5-6 0,-5-1 0,-3 2 0,-3 0 0,-2 7 0,-7 1 0,-6 4 0,-7 3 0,-2 4 0,2 2 0,0-1 0,1 3 0,3 0 0,3 4 0,3 0 0,7 1 0,0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24575,'22'27'0,"17"21"0,-6-9 0,4 4 0,8 11 0,2 1-1446,-7-7 0,1-1 1446,13 13 0,2 1-680,0-1 0,1-1 680,2 2 0,2 2-430,-16-16 0,1 1 0,-1-1 430,10 11 0,-3-2 0,-3-3 0,-2-2 0,-5-4 0,-2-3-149,-6-7 0,-2-3 149,24 26 0,-5-5 0,-8-6 0,-2-2 1158,-4-5-1158,-4-6 1634,-6-5-1634,-5-5 660,-9-5 0,-5-10 0,-4-3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5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24575,'0'8'0,"0"0"0,0 10 0,6-5 0,8-4 0,8-1 0,8-3 0,4-2 0,5 0 0,1-3 0,-5 0 0,-7-2 0,-10-1 0,-6-4 0,-5-4 0,-4-1 0,-6-5 0,-6 1 0,-7-1 0,-4 1 0,1 2 0,2 0 0,5 4 0,1 2 0,3 4 0,3 2 0,1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2:27.2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1 574 24575,'0'14'0,"0"9"0,0 10 0,0 14 0,0 2 0,0 17 0,0 10 0,3-3 0,2 0 0,4-13 0,0-4 0,-2 4 0,-1 6 0,-1-1 0,2 18 0,2-6 0,-1 0 0,-1 1 0,-4-13 0,1 0 0,-1-2 0,0-11 0,2-8 0,-2-7 0,0-10 0,0-5 0,-1-3 0,3-6 0,-1-2 0,1-3 0,1-2 0,1-3 0,2-2 0,0-1 0,1-7 0,0-7 0,4-11 0,0-9 0,1-4 0,0-10 0,-4 3 0,-1-3 0,1-1 0,-2 1 0,-1-5 0,-4-1 0,-3 6 0,-1 1 0,1 4 0,-1-1 0,-3 1 0,-2 4 0,-2 1 0,-1 3 0,3 1 0,1 1 0,1 4 0,0 3 0,1 3 0,-2 3 0,0-3 0,1-2 0,0 0 0,3 0 0,-1-2 0,1 1 0,0-1 0,0-4 0,0 2 0,0-2 0,0 1 0,0 2 0,0 1 0,0 4 0,1 2 0,3 0 0,3 0 0,2-1 0,3 1 0,1-3 0,5-1 0,3 0 0,1 0 0,4 5 0,2 0 0,0 1 0,2 2 0,0-2 0,4 2 0,4 3 0,-4 1 0,1 3 0,8-1 0,5 2 0,14 0 0,0-1 0,10 3 0,14 0 0,8 1 0,-43 3 0,0 1-558,49-2 558,-49 1 0,1 2 0,2 1 0,1 0 0,1 0 0,1-1 0,2 1 0,-1 0 0,-3 1 0,-1-2 0,-2 1 0,0-2 0,1-1 0,0 0 0,0-1 0,-1 0 0,6-1 0,1 0 0,1-1 0,-1 0 0,-6 2 0,0-1 0,5-1 0,0 0 0,0 0 0,0 0 0,-5 0 0,0-1 0,0 1 0,-1 1 0,37-6 0,-2 0 0,6-1 0,-42 5 0,0 0 0,43-8 0,-2 0 0,-12 2 0,-10 3-68,3 1 68,2 3 0,9-2 0,1 1 0,-1 2 0,-4 1 0,-6 3 0,-3-2 0,-2 0 0,-1-1 0,1-2 0,-5 2 556,-2 0-556,-4 1 0,-2 3 0,-3 0 70,-6 0-70,-1 0 0,-3 0 0,6 0 0,-2 0 0,-1 0 0,-1 0 0,-1 0 0,1 0 0,-2 3 0,-6 2 0,-2 1 0,-7 1 0,-3-2 0,-4-2 0,-4-1 0,-3-2 0,-3 0 0,0 0 0,-8 0 0,-9 0 0,-9-2 0,-11-3 0,-4-6 0,-1-3 0,-2 0 0,3 3 0,3 3 0,3 4 0,5 1 0,2-1 0,3 1 0,6 0 0,11 1 0,13 4 0,14 6 0,7 6 0,4 7 0,0-1 0,-7-2 0,-1-3 0,-5-1 0,-2 1 0,-1 1 0,-5 0 0,-5-3 0,-3 2 0,-6-2 0,-3-1 0,-2 1 0,-3-4 0,-5 1 0,-8 1 0,-6-1 0,-6 1 0,0-1 0,3-2 0,3-1 0,3-1 0,3 0 0,7-1 0,2-1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2:30.37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1942 1287 24575,'19'0'0,"6"0"0,15 0 0,17 0 0,33 0 0,-39 0 0,3 0-638,5 0 1,3 0 637,4 0 0,0 0 0,-2 0 0,1 0 0,5 0 0,0 0 0,-7 0 0,-2 0 0,-7 0 0,-1 0 38,45 0-38,-9 0 0,0 0 0,-4 0 0,-14 0 0,-9 0 0,-4 0 0,-7 0 0,4 0 0,1 0 951,0 0-951,-4 0 286,-5 0-286,-3 0 0,-7 0 0,-1-2 0,-5-1 0,-1-5 0,-3 0 0,-3 2 0,-6 0 0,-1 3 0,-3 0 0,-3 0 0,-1 1 0,-2-3 0,2 1 0,-3-1 0,-5 0 0,-11 2 0,-12 1 0,-20-1 0,-7-1 0,-5 0 0,-15 1 0,-4 1 0,-10-2 0,-5 1 0,3-3 0,0 1 0,0-1 0,8-1 0,10 0 0,8 0 0,10 1 0,0 0 0,6 3 0,3 0 0,2 3 0,7-2 0,3 0 0,1-1 0,2 0 0,-1 2 0,1 1 0,2-1 0,0 1 0,1 0 0,0 0 0,-1 0 0,-2 0 0,0-3 0,-1 1 0,-2-4 0,0-2 0,-1 2 0,-1-2 0,4 1 0,1 0 0,0-3 0,0 3 0,-2-1 0,1 2 0,-2 0 0,-1 0 0,-1 0 0,-1 1 0,-1-1 0,2 0 0,-2 1 0,0-1 0,3 0 0,-1 1 0,2 1 0,0-1 0,-2 0 0,-1-2 0,-3 0 0,-4-1 0,-4-3 0,-5-2 0,-3-4 0,0-1 0,-6-2 0,-3 1 0,-1-1 0,-14-2 0,-10 0-1396,-7-3 1396,1 4 0,16 3 0,11 0 0,5 3 0,3-1 0,3 1 0,6 0 0,4 0 1396,5 2-1396,3-1 0,2 2 0,2 2 0,-2-1 0,1 3 0,0-3 0,0-2 0,2 0 0,3-1 0,-2 2 0,-4-4 0,1-2 0,-1 0 0,0-1 0,2 2 0,-2 0 0,-1-3 0,4 1 0,0-1 0,3 1 0,4 1 0,0 0 0,1 0 0,3 2 0,3 1 0,1 0 0,2-1 0,0 0 0,1 1 0,4 1 0,0 1 0,1-1 0,0 1 0,0-3 0,2 1 0,-2 0 0,2-1 0,-2 4 0,0 1 0,1 4 0,-2 3 0,-1 8 0,-2 8 0,-1 8 0,0 9 0,1-1 0,0 0 0,2-6 0,1-7 0,1-3 0,1-3 0,1 0 0,-1-2 0,-2-2 0,-1-3 0,1-6 0,1-6 0,3-6 0,2-4 0,-1-1 0,1 1 0,0 1 0,0 3 0,0 3 0,0 1 0,0-2 0,0 2 0,0-1 0,0 3 0,2 2 0,2 2 0,5 1 0,6 2 0,3 0 0,2 1 0,0 2 0,4 0 0,-1 0 0,3 0 0,3 0 0,4 0 0,6 0 0,5 0 0,2 0 0,0 0 0,-3 0 0,-3 0 0,-2 0 0,-5 2 0,-4 1 0,-5 2 0,-6 0 0,-3-3 0,-4 2 0,-6-4 0,-2 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8:2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24575,'0'7'0,"0"9"0,0 9 0,0 9 0,0 11 0,0 0 0,4 3 0,9-6 0,10-10 0,8-11 0,4-8 0,4-6 0,-2-5 0,7-1 0,-2 0 0,-1-7 0,-4-5 0,-8-10 0,-6-8 0,-5-3 0,-4-4 0,-5 0 0,-3 1 0,-3 7 0,-3 5 0,-2 5 0,-3 3 0,-6 3 0,-8 2 0,-8 3 0,-8 2 0,-2 1 0,-1 3 0,1 1 0,3 0 0,3-1 0,5 1 0,7 0 0,4 0 0,8 0 0,2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2438 0 24575,'-24'0'0,"-15"0"0,-28 0 0,17 0 0,-6 0 0,-13 0 0,-4 0-2003,-15 0 1,-4 0 2002,24 0 0,0 0 0,-2 0 0,-4 0 0,0 0 0,-1 0 0,2 0 0,0 0 0,1 0 0,3 0 0,0 0 0,0 0 0,0 0 0,0 0 0,1 0 0,2 0 0,0 0 0,2 0-234,-24 0 1,3 0 233,9 0 0,6 0 0,16 0 0,4 0 0,-20 0 0,10 0 0,22 0 0,19 0 0,5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2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40 24575,'-15'0'0,"5"2"0,1 3 0,8 6 0,1 9 0,0 5 0,0 5 0,5-1 0,10-8 0,7-5 0,10-11 0,7-3 0,3-1 0,4-1 0,-4-4 0,-9-5 0,-6-5 0,-7-6 0,-7-4 0,-6 0 0,-5 3 0,-2 3 0,0 5 0,-3-1 0,-5 2 0,-4 4 0,-6-1 0,0 3 0,-1 1 0,0 1 0,2 3 0,2 0 0,8 1 0,2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995 1 24575,'0'5'0,"-2"0"0,-4 9 0,-9 7 0,-37 44 0,11-11 0,-5 6-1129,10-13 0,-2 2 0,1 1 1129,0 0 0,0 0 0,-1 2 0,-9 10 0,-1 1 0,4-4 0,1-1 0,2-1-185,3-8 1,-3 3-1,5-5 185,5-4 0,1-2-178,0 0 1,1-2 177,-19 27 0,6-10 0,13-15 587,10-15 1,10-14-1,4-5 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24575,'-15'12'0,"3"1"0,-2 6 0,-1 9 0,-2 14 0,2 15 0,3 1 0,9-2 0,2-8 0,1-8 0,0 4 0,0-6 0,0-4 0,0-8 0,6-10 0,7-9 0,8-3 0,9-3 0,0-1 0,2-4 0,-2-11 0,-4-8 0,-4-7 0,-9-5 0,-4 6 0,-5 0 0,-1 3 0,0 3 0,-8-2 0,-5 6 0,-5 5 0,-6 8 0,-3 5 0,-4 0 0,0 1 0,4 0 0,5 0 0,11 0 0,2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4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24575,'0'16'0,"0"15"0,0 33 0,0-22 0,0 3 0,0 7 0,0 2 0,0 8 0,0 3 0,0 16 0,0 3-1383,0-3 1,0 0 1382,0-3 0,0-3 0,0-10 0,0-5 0,0 15 654,0-10-654,0-19 0,0-13 0,0-5 0,0-14 0,0-6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5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24575,'0'9'0,"0"0"0,0 4 0,0 9 0,0 5 0,0 5 0,0-5 0,0-9 0,4-5 0,9-7 0,7-3 0,7-2 0,3-6 0,-4-4 0,-1-7 0,-5-5 0,-6-2 0,-4 1 0,-5 4 0,-3 0 0,-2 4 0,0 0 0,0 1 0,-1 1 0,-3 2 0,-6 1 0,-6 4 0,-1 2 0,-2 0 0,2 3 0,3 0 0,0-1 0,3 1 0,3 0 0,3 0 0,2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5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24575,'3'0'0,"31"0"0,44 0 0,-13 0 0,10 0-2344,-10 0 1,4 0 0,3 0 2343,10 0 0,4 0 0,1 0 0,-14 0 0,2 1 0,1-1 0,1-1-709,4 0 0,1-1 0,0-1 1,-1 0 708,-3 0 0,-1 0 0,0-1 0,-2-1 0,15 0 0,-1-2 0,-3 1 0,-7-1 0,-2-1 0,-1 2 39,-5 1 1,-3 0 0,0 1-40,-4 1 0,-2 0 0,0 0-565,25 0 1,-2 0 564,-17 2 0,-4 0 1030,-13 0 0,-3 1-1030,34 0 952,-28-1 1,-27 1 0,-15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6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24575,'0'12'0,"6"6"0,10 13 0,6-1 0,6-3 0,10-4 0,12-6 0,6-1 0,9-6 0,-15-6 0,-12-6 0,-3-8 0,-15-5 0,0-7 0,-8-6 0,-7-1 0,-2-1 0,-2-2 0,-2 5 0,-5 5 0,-9 4 0,-9 8 0,-10 4 0,-3 3 0,-2 2 0,1 1 0,2 0 0,5 0 0,8 0 0,11 0 0,4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7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1245 948 24575,'-7'0'0,"-6"-6"0,-17-17 0,-20-19 0,17 12 0,0-2-735,-6-5 1,-2-1 734,-4-4 0,-2-1 0,-9-8 0,-3-1 0,-1 1 0,-2 2-670,-1 0 1,-1 2 669,6 6 0,2 3 0,10 9 0,2 2 0,3 1 0,2 1-72,-24-14 72,10 4 0,6 4 0,9 4 1010,10 9-1010,10 6 0,9 7 0,6 2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8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8 173 24575,'-3'3'0,"0"8"0,2 7 0,1 8 0,0 2 0,0-4 0,0-5 0,1-7 0,5-5 0,6-4 0,9-2 0,3-1 0,6 0 0,-1-6 0,-1-11 0,-4-9 0,-7-9 0,-1 0 0,-5 2 0,-3 2 0,-2 5 0,-4 2 0,0 5 0,0 3 0,-1 1 0,-4 5 0,-6 2 0,-4 2 0,-8 3 0,-3 0 0,-5-1 0,1 1 0,0 0 0,6 1 0,5 2 0,5 0 0,8 0 0,1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9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3 311 24575,'-2'0'0,"13"0"0,17 0 0,44 0 0,-20-2 0,5-2 0,16-2 0,5-3-1475,-14 0 1,2-1-1,2-1 1475,5-2 0,0-2 0,1 0 0,-3 0 0,1 0 0,-1 1 0,1-1 0,0 0 0,-2 1 0,-7 2 0,-2 1 0,-1 0 0,17-2 0,-1 1-112,0 0 0,-2 2 112,-13 1 0,-2 1-231,-3 1 1,-1 1 230,-5 1 0,-2 0 0,26 0 0,-20 4 0,-13 0 3077,-11 1-3077,-8 0 1435,-5 0-1435,-4-1 597,-1 1-597,-2 0 0,-5 0 0,-2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3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32 122 24575,'-10'-4'0,"2"2"0,0 2 0,5 7 0,1 5 0,1 5 0,1 5 0,0 1 0,3 4 0,11-2 0,16-3 0,7-6 0,4-8 0,-7-3 0,-4-5 0,3-1 0,-2-7 0,0-9 0,-7-10 0,-8-6 0,-7-2 0,-5 1 0,-3 0 0,-4 8 0,-12 3 0,-12 5 0,-11 4 0,-6 0 0,3 6 0,6 3 0,3 2 0,6 3 0,5 0 0,3 0 0,8 0 0,4 0 0,2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0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2119 24575,'-3'-1'0,"0"-7"0,2-25 0,4-29 0,6 13 0,5-5-1852,9-19 1,7-4 1851,-6 16 0,3-3 0,3-2 0,5-10 0,3-2 0,-1-1-1662,1 0 1,0 0 0,-1 2 1661,-2 4 0,-2 2 0,1 2 0,-1 4 0,0 3 0,-2 1-849,7-14 0,-1 3 849,-2 2 0,0 3-272,-5 6 1,-1 2 271,-6 12 0,-1 1 770,-3 4 1,-3 3-771,5-18 1373,-9 18 1,-7 20 0,-4 11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1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47 24575,'0'7'0,"0"3"0,0 11 0,0 6 0,0-2 0,0 2 0,0-5 0,0-7 0,1-1 0,5-7 0,3-2 0,6-3 0,10-1 0,5-3 0,2-7 0,-4-8 0,-9-5 0,-5-3 0,-3 2 0,-4-1 0,-2 2 0,-2 4 0,-2 2 0,0 1 0,-3 1 0,-3 2 0,-9 5 0,-11 4 0,-3 3 0,-7 0 0,1 0 0,2 0 0,3 0 0,14 0 0,6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1273 24575,'1'2'0,"28"-17"0,37-28 0,-8 7 0,8-6-754,-6 2 0,3-3 1,4-2 753,-9 7 0,1-2 0,2-1 0,2 1-1316,5-3 0,2 0 0,0 0 0,0 0 1316,-2 1 0,0 0 0,-1 1 0,-2 1 0,10-5 0,-1 2 0,-4 2-7,-10 6 1,-2 1-1,-4 2 7,12-9 0,-4 3-267,-10 6 1,-2 1 266,-6 5 0,-3 1 747,20-11-747,-18 13 4335,-15 9-4335,-9 5 537,-9 4 1,-6 2 0,-2 2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2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24575,'0'8'0,"0"1"0,0 3 0,0-2 0,4 1 0,7-5 0,12-2 0,11-1 0,4-3 0,6 0 0,1 0 0,-6-1 0,-2-5 0,-12-3 0,-6-7 0,-4-6 0,-7-6 0,-4-1 0,-3 1 0,0 3 0,-5 7 0,-12 5 0,-12 5 0,-10 6 0,-6 1 0,5 1 0,2 0 0,7 0 0,5 0 0,6 2 0,9-2 0,4 1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3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24575,'7'0'0,"21"0"0,26 0 0,2 0 0,9 0-1037,-4 0 0,6 0 0,3 0 1037,-2 0 0,4 0 0,1 0 0,-1 0-654,0 0 1,-1 0-1,1 0 1,-2 0 653,18 0 0,-1 0 0,-2 0 0,-9 0 0,-1 0 0,-2 0-677,-7 0 1,-2 0 0,1 0 676,4 0 0,0 0 0,-1 0 0,-6 0 0,0 0 0,-2 0-443,19 0 0,-3 0 443,-12 0 0,-2 0 0,-6 0 0,-3 0 1557,25 0-1557,-22 0 3037,-21 0-3037,-12 0 2621,-9 0-2621,-5 0 0,-4 0 0,-2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24575,'0'10'0,"0"1"0,0 5 0,0 1 0,0 1 0,0-2 0,0-3 0,0-2 0,2-3 0,6-2 0,10-2 0,4-2 0,5-2 0,0 0 0,1 0 0,2 0 0,-1-4 0,-3-3 0,-4-11 0,-6-5 0,-5-6 0,-5-1 0,-3 2 0,-3 0 0,-2 7 0,-7 1 0,-6 4 0,-7 3 0,-2 4 0,2 2 0,0-1 0,1 3 0,3 0 0,3 4 0,3 0 0,7 1 0,0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24575,'22'27'0,"17"21"0,-6-9 0,4 4 0,8 11 0,2 1-1446,-7-7 0,1-1 1446,13 13 0,2 1-680,0-1 0,1-1 680,2 2 0,2 2-430,-16-16 0,1 1 0,-1-1 430,10 11 0,-3-2 0,-3-3 0,-2-2 0,-5-4 0,-2-3-149,-6-7 0,-2-3 149,24 26 0,-5-5 0,-8-6 0,-2-2 1158,-4-5-1158,-4-6 1634,-6-5-1634,-5-5 660,-9-5 0,-5-10 0,-4-3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17:45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24575,'0'8'0,"0"0"0,0 10 0,6-5 0,8-4 0,8-1 0,8-3 0,4-2 0,5 0 0,1-3 0,-5 0 0,-7-2 0,-10-1 0,-6-4 0,-5-4 0,-4-1 0,-6-5 0,-6 1 0,-7-1 0,-4 1 0,1 2 0,2 0 0,5 4 0,1 2 0,3 4 0,3 2 0,1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23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4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861 1 24575,'-19'0'0,"-16"0"0,-10 0 0,-32 0 0,11 0 0,-14 0 0,14 0 0,-3 0 0,5 0 0,-1 0 0,5 2 0,10 3 0,5 1 0,9 2 0,9 0 0,7-3 0,5 0 0,5-1 0,3-3 0,3 1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4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24575,'-7'0'0,"-3"0"0,0 0 0,-1 0 0,2 0 0,1 0 0,3 0 0,0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5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24575,'-10'12'0,"5"6"0,1 9 0,4 11 0,0 7 0,0 2 0,0-5 0,0 10 0,-4 17 0,0 9 0,-4 13 0,0-13 0,4-1 0,0 7 0,4-15 0,0-2 0,0-15 0,0 5 0,0 10 0,0 2 0,0-4 0,0-10 0,0-11 0,0-20 0,0-10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5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24575,'0'7'0,"0"4"0,0 12 0,5 21 0,3 10 0,4 11 0,3-6 0,-2-9 0,-1 0 0,3-3 0,1 3 0,-1-1 0,2-4 0,-3-7 0,-1-6 0,0-6 0,-1-1 0,1 1 0,5 3 0,0 0 0,0-1 0,0 0 0,-1-2 0,3 2 0,-1-1 0,0-1 0,-9-11 0,-3-6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6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24575,'4'6'0,"4"3"0,5 3 0,7 3 0,9 3 0,1 1 0,7-1 0,0 0 0,2-2 0,6 0 0,5 0 0,5 0 0,0-3 0,-5-3 0,-6-2 0,-3-2 0,-7-2 0,-3-2 0,-3-2 0,0 2 0,1 0 0,-1 1 0,-8-1 0,-1-1 0,-10-1 0,-2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6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24575,'11'0'0,"15"0"0,18 0 0,14 0 0,25 0-1084,15 0 1084,-42 0 0,0 0 0,4 0 0,0 0 0,-4 0 0,-2 0 0,-3 0 0,-1 0 172,41 0-172,-6 0 0,-7 0 0,1 0 0,-13 0 0,-9 0 0,-9 0 0,-12 0 815,-7 0-815,-11 0 0,-11 0 0,-3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7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1 784 24575,'0'-19'0,"5"-11"0,5-6 0,12-10 0,5 2 0,3-2 0,4-4 0,-3 2 0,4-4 0,-2 0 0,-3-3 0,0 1 0,-9-1 0,-5 3 0,-5 13 0,-5 3 0,0 14 0,-4 6 0,-2 2 0,0 5 0,0 5 0,0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8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1244 24575,'0'-9'0,"0"-19"0,0-16 0,0-17 0,0-13 0,0-3 0,0-14-1084,0-7 1084,0 45 0,0-1 0,0-1 0,0 1 0,-3-42-2,-3 8 2,-4 11 0,-6 10 0,2 8 0,2 14 0,3 11 0,5 11 0,-1 1 202,2 4 0,1 9 0,1 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8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761 92 24575,'-11'0'0,"-7"0"0,-21 0 0,-5 0 0,-4 0 0,-5 0 0,6 0 0,-3-2 0,0-3 0,3-3 0,2-5 0,-1 0 0,4 1 0,5 3 0,4 5 0,6 1 0,2 0 0,3 0 0,1-2 0,2 0 0,3 2 0,4 0 0,7 3 0,1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39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1 24575,'-10'0'0,"0"0"0,-2 0 0,-1 0 0,-5 0 0,1 0 0,-1 0 0,-2 0 0,0 0 0,-4 0 0,0 0 0,3 0 0,0 0 0,0 0 0,3 0 0,0 0 0,1 0 0,2 0 0,0 0 0,-1 0 0,1 0 0,-4 0 0,8 0 0,3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4:40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459 1 24575,'-17'0'0,"-6"3"0,-6 3 0,-2 8 0,2 3 0,-1 8 0,-4 3 0,-2 2 0,-5 6 0,6-2 0,0 3 0,6-3 0,1-4 0,5-4 0,5-7 0,5-3 0,8-8 0,3-4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21:26:50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17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24575,'0'16'0,"0"21"0,0 45 0,0-10 0,0 6-2906,0 12 0,0 6 2906,0-14 0,0 6 0,0 1-915,0 7 1,0 2 0,0 0 914,0 2 0,0-1 0,0 1 0,0-2 0,0-1 0,0-3 0,0-9 0,0-2 0,0-2 0,0-7 0,0 0 0,0-2 0,0-1 0,0 0 0,0 1-208,0 4 0,0 1 1,0 1 207,0 1 0,0 0 0,0 2 0,0 5 0,0 1 0,0 0 0,0-5 0,0 0 0,0-1 0,0-2 0,0 0 0,0-2 0,0-5 0,0-2 0,0-2 0,0 19 0,0-2-441,0-7 1,0-2 440,2-9 0,-1-2 689,1-6 0,0 0-689,2 1 0,0 0 0,-1-6 0,1-2 2986,4 46-2986,2-11 0,0-12 0,0-13 3074,-2-14-3074,-2-10 1510,-1-10-1510,0-3 844,-1-5-844,-2-3 267,-1-3-267,-1-4 0,0 0 0,2-2 0,2-3 0,3-3 0,14-2 0,42 0 0,36 0-1178,-31 0 0,5 0 1178,22 0 0,4 0 0,0 0 0,2 0 0,-25 0 0,2 0 0,1 0 0,4 1 0,1-1 0,0-1-823,0 0 0,-1 0 0,2-1 823,8-1 0,3-1 0,-3 0-861,-6 0 1,-2-1 0,0-1 860,-2 1 0,0 0 0,-1 0 0,0 0 0,0 1 0,-1-1 0,1 1 0,-1-1 0,1 1 0,6 0 0,1 0 0,0-1 0,0 0 0,-1 0 0,-1 0 0,0 1 0,0 0 0,-2 1 0,-2 0 0,-1 1 0,0 0 0,-1 0 0,-1 0 0,-2 0-559,-3 2 0,-1-1 0,-2 1 559,-3-1 0,-1-1 0,0 1 0,-1-1 0,0 1 0,0-1 0,31-1 0,-1 1 0,-2 0 0,0 0 0,-1 1 0,-2 1 100,-6 0 0,0 0-100,-1 0 0,-2 0 0,-11 0 0,-3 0 0,-3 0 0,-2 0 699,-7 0 0,-2 0-699,43 0 0,-43 1 0,-1 0 0,43 3 0,2 0 0,-47-1 0,-2 0 0,44 2 0,6 3 0,-7 0 0,-14-1 2457,4 1-2457,-12-1 2274,-1 2-2274,-8-2 1959,-9-1-1959,-5-3 0,-4-3 652,-4 0-652,-1 2 143,-2 1-143,2 0 0,-1 2 0,-5-2 0,-6 0 0,-5 0 0,-5-3 0,-3 1 0,-6-1 0,-4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22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3 24575,'-8'12'0,"3"0"0,1 13 0,4-4 0,0 1 0,0-4 0,0-1 0,0-3 0,0-2 0,2-4 0,3-2 0,4-4 0,3-1 0,1-1 0,-2 0 0,-2-5 0,1-3 0,-3-1 0,-2-3 0,-3 1 0,-2 0 0,0-3 0,-2 3 0,-4 0 0,-6 3 0,-2 2 0,-4 0 0,3 3 0,-1 1 0,1 2 0,3-1 0,2 3 0,5 2 0,3 2 0,2 2 0,0 0 0,0 1 0,2 0 0,4-1 0,3-3 0,5-2 0,0-2 0,-1-3 0,-1-4 0,-1-7 0,-1-5 0,-2 1 0,-3-1 0,-2 3 0,-3 4 0,-2 2 0,-2 4 0,-2 3 0,-2 1 0,-1 1 0,1 1 0,3 3 0,2 5 0,2 3 0,1 1 0,0-1 0,0-3 0,0-4 0,0-1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23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24575,'0'8'0,"2"6"0,8 6 0,4 7 0,8 4 0,3-2 0,-1 3 0,1-4 0,-4-6 0,-3-5 0,-4-6 0,-4-4 0,-3-1 0,-3-4 0,-2 1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24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0 24575,'-6'6'0,"-4"3"0,-4 4 0,-7 2 0,-3 6 0,1-3 0,2 2 0,5-4 0,2-5 0,1 1 0,4-2 0,1 0 0,-1-1 0,0 1 0,2-1 0,0-2 0,4 0 0,-1-3 0,1-1 0,1-1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27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0 24575,'0'11'0,"0"6"0,0 17 0,0 11 0,0 7 0,0 1 0,0-4 0,0-4 0,0-5 0,0-4 0,0-7 0,0-4 0,-1-4 0,-3-9 0,-2-2 0,-5-4 0,-3-2 0,-3-1 0,-4-3 0,0 1 0,0-1 0,-3 0 0,2 0 0,1 0 0,3 0 0,6 0 0,1 0 0,2 0 0,3-4 0,1-4 0,2 2 0,3-1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27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29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0 24575,'-7'0'0,"0"0"0,-1 0 0,-3 0 0,0 0 0,0 0 0,1 0 0,1 0 0,1 2 0,3 4 0,2 6 0,2 5 0,1 3 0,0 7 0,0 1 0,0 4 0,0 1 0,0 1 0,0 3 0,0-3 0,0-1 0,0-4 0,0 1 0,1-1 0,8-3 0,3-3 0,5-3 0,6-2 0,2-4 0,5-3 0,1-2 0,0 2 0,0 0 0,0-2 0,-1-1 0,-5-3 0,-5-2 0,-3-1 0,2-2 0,-1 0 0,0 0 0,-2 0 0,-2-2 0,-2-4 0,-1-6 0,-1-5 0,1-6 0,0-2 0,0-2 0,0-4 0,-3 1 0,-2-1 0,-4 5 0,-2 2 0,0 3 0,0 0 0,0 1 0,0 1 0,0 3 0,-4 2 0,-7 0 0,-10 3 0,-9-3 0,-6 0 0,-2-1 0,-1 1 0,2 2 0,2 3 0,5 3 0,12 4 0,7 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30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793 1 24575,'-6'0'0,"-3"0"0,-1 0 0,-6 0 0,-2 0 0,-1 0 0,-3 0 0,0 0 0,-1 0 0,-4 0 0,0 0 0,-3 0 0,-2 0 0,-1 0 0,1 0 0,-1 0 0,-2 0 0,2 0 0,2 0 0,-1 0 0,3 0 0,3 0 0,4 4 0,3 5 0,0 6 0,0 8 0,3 4 0,0 1 0,2 5 0,1-2 0,0-1 0,0 0 0,-1-4 0,-2 4 0,3 2 0,1 1 0,5 2 0,0 2 0,0 1 0,4 4 0,-1 0 0,4-3 0,0 3 0,-1-4 0,1 4 0,0-1 0,0-4 0,0-3 0,0-5 0,0 0 0,2 1 0,5 4 0,5 0 0,9 1 0,8 4 0,4 2 0,4 1 0,1-1 0,4-2 0,10 1 0,3-6 0,0-7 0,1-6 0,-11-6 0,4-1 0,4-2 0,-3-6 0,10-2 0,-2-2 0,2-2 0,-1 0 0,-3 0 0,-4 0 0,-5-2 0,-3-4 0,-7-2 0,-5-3 0,-8-2 0,-6 0 0,0-2 0,-4-2 0,-2 1 0,-1-4 0,-2-3 0,1-5 0,1-4 0,-2-2 0,0-3 0,-2-2 0,-3-2 0,-1-1 0,-2-1 0,-1 1 0,0-1 0,0-2 0,0-1 0,-5-3 0,-6 3 0,-5 0 0,-5 0 0,-1-1 0,-3-1 0,3 5 0,1 5 0,4 7 0,2 5 0,-1 3 0,2 1 0,1-2 0,2 0 0,5 8 0,3 4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3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1619 9 24575,'-7'-4'0,"-3"1"0,-5 1 0,-5 2 0,-5 0 0,-5 0 0,-6 0 0,-6 0 0,-5 0 0,-1 0 0,-5 0 0,1 0 0,-3 0 0,-3 0 0,2 0 0,-5 0 0,9 0 0,4 0 0,-9 4 0,-2 1 0,3 2 0,-3 0 0,3 2 0,16 5 0,0 1 0,2 2 0,2 3 0,3 1 0,1 3 0,-2 9 0,0 2 0,0 2 0,5-3 0,1-5 0,3-1 0,-2 4 0,-3 1 0,3 2 0,1-2 0,3-1 0,5-2 0,2 2 0,1 2 0,6 4 0,0 4 0,2 4 0,4 3 0,0 3 0,3-3 0,0-3 0,0 2 0,0-1 0,2 9 0,6 5 0,6-1 0,9 2 0,4-3 0,5-3 0,3 1 0,2-3 0,3-3 0,2 0 0,1-5 0,2-4 0,6 0 0,1-7 0,-3-5 0,0-3 0,0-3 0,13 4 0,10 2 0,1-4 0,3-1 0,-6-4 0,7-2 0,3-2 0,-1-2 0,3 0 0,-1-1 0,-2-3 0,-3-4 0,-1-3 0,-11-4 0,-2 0 0,-2-3 0,-1-4 0,4-10 0,0-9 0,-1-8 0,-3-4 0,-1-2 0,-3 0 0,-3-1 0,-1 1 0,-1-3 0,-2-1 0,-3 2 0,-7 2 0,-9 5 0,-4 1 0,-6 4 0,-4-2 0,-3-1 0,-3-10 0,-3-6 0,-2-6 0,-3-2 0,0 0 0,-1-5 0,0 3 0,-3-4 0,-6 0 0,-8-1 0,-3-4 0,-3 2 0,0 0 0,3 9 0,-3 4 0,1 3 0,-2 4 0,-6-4 0,-4 4 0,-3 4 0,-3 3 0,-4 5 0,-3 4 0,-4 0 0,1 5 0,-3 2 0,-2 1 0,1 3 0,1 3 0,0 3 0,5 7 0,0 4 0,2 2 0,3 0 0,-3 0 0,0 0 0,3 0 0,5 0 0,5 0 0,7 0 0,6 0 0,8 0 0,5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3.15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24575,'12'0'0,"2"0"0,6 0 0,-3 0 0,2 0 0,-1 0 0,-8 0 0,0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3.6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24575,'11'0'0,"3"0"0,9 0 0,4 0 0,8 0 0,-5 0 0,6 0 0,1 2 0,1 3 0,2 3 0,-11 0 0,-4-2 0,0-3 0,-5-1 0,-4 0 0,-8 1 0,-6-2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4.0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21190,'14'4'0,"-2"-1"1616,0-1-1616,-1-2 572,2 0-572,0 0 292,1 0-292,-1 0 905,-2 0-905,-2 0 0,3 0 0,3 0 0,6 0 0,-9 0 0,0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4.5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24575,'19'0'0,"-4"0"0,6 0 0,0 0 0,0 0 0,0 0 0,-5 0 0,-2 0 0,-1 0 0,0 0 0,1 0 0,-1 0 0,0 0 0,-6 0 0,-2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38.35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316 400 24575,'0'-25'0,"0"-10"0,0-8 0,0-6 0,0 2 0,0 2 0,0-5 0,0 10 0,0 6 0,0 12 0,0 13 0,1 11 0,6 13 0,6 13 0,6 9 0,7 8 0,0 8 0,3 3 0,-2 2 0,-3-3 0,1-9 0,-8-11 0,-3-8 0,-7-10 0,-4-4 0,-9-4 0,-9-9 0,-7-8 0,-11-11 0,-4-9 0,-5-4 0,-5-2 0,-2 2 0,-2 3 0,1 3 0,4 2 0,2 2 0,7 6 0,9 4 0,7 3 0,10 0 0,2-1 0,4-1 0,8-2 0,14 0 0,17-1 0,13 3 0,10 1 0,5 3 0,-2 3 0,-5 0 0,-9 4 0,-10 0 0,-7 0 0,-7 0 0,-6 0 0,-6 4 0,-4 4 0,-2 5 0,-10 8 0,-7 6 0,-10 4 0,-6 4 0,0 1 0,-2 0 0,4 0 0,1-1 0,3-1 0,3-4 0,5-7 0,4-7 0,3-5 0,-1-3 0,4-3 0,1-1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39.17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24575,'11'2'0,"11"9"0,5 3 0,4 6 0,9 11 0,-1 1 0,7 6 0,-2-1 0,-2-7 0,-6-3 0,-4-2 0,-6-6 0,-9-4 0,-3-3 0,-8-6 0,-2-3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39.77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259 0 24575,'-8'0'0,"1"2"0,-7 10 0,-2 9 0,-3 8 0,-7 9 0,0-1 0,-1 2 0,1-4 0,7-10 0,3-6 0,2-6 0,4-3 0,-1-1 0,1-2 0,5-3 0,1-2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0.3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 24575,'0'-2'0,"0"10"0,0 6 0,0 9 0,0 3 0,0 3 0,0 4 0,0 1 0,0 0 0,0-7 0,0-3 0,0-5 0,0-9 0,0-3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1.02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2.20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32 9 24575,'0'-2'0,"2"5"0,4-1 0,4 3 0,2-4 0,-3-3 0,-4-2 0,-7 0 0,-5-1 0,-5 3 0,-4 2 0,0 0 0,4 1 0,4 3 0,6 2 0,2-1 0,0-2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5.02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24575,'6'0'0,"0"0"0,6 0 0,0 0 0,2 0 0,3 1 0,1 5 0,11 6 0,1 1 0,4 1 0,-15-8 0,-7-3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5.47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24575,'5'0'0,"-2"0"0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5:13:46.02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24575,'6'4'0,"0"-1"0,2-1 0,-3-2 0,-1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1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2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1:30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2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12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1650 1758 24575,'-14'16'0,"-6"3"0,-4 8 0,-1-4 0,-3 1 0,-1 0 0,-5 3 0,-2 1 0,2-1 0,1 0 0,-2 2 0,-2-1 0,0-1 0,-3-2 0,3-3 0,-3-3 0,2-1 0,1-6 0,-1-2 0,3-3 0,-3-1 0,3-1 0,-7 0 0,-3-2 0,-9-2 0,-1 0 0,-2-5 0,-4-11 0,4-13 0,-3-9 0,7-5 0,0-2 0,2-2 0,2-3 0,0-3 0,2-13 0,2-6 0,7-2 0,7 0 0,10 9 0,4-2 0,3-6 0,4-1 0,2 0 0,4 7 0,1 4 0,2 7 0,1 2 0,-1-3 0,1-1 0,0 0 0,0 3 0,3 3 0,4 0 0,5 4 0,4 4 0,2 5 0,0 4 0,2-4 0,2 2 0,0 2 0,3 1 0,2 2 0,1 0 0,9-4 0,-1 0 0,3-1 0,1 1 0,1 3 0,1 3 0,-2 3 0,-1 2 0,-3 4 0,4 0 0,1 3 0,-3 3 0,1 5 0,-4 3 0,-2 2 0,-1 3 0,-2 1 0,-1 0 0,-1 0 0,1 0 0,0 2 0,-1 4 0,-3 4 0,-5 1 0,-3 2 0,0-2 0,-1 2 0,1 2 0,1-1 0,-2 1 0,-1-1 0,0 2 0,-1-1 0,-1 0 0,0 0 0,0 0 0,-1 2 0,1 0 0,0 0 0,0-2 0,-2-2 0,-1-1 0,0 1 0,0 2 0,2 1 0,0 3 0,0 1 0,-1 0 0,-2 0 0,0-2 0,0-2 0,-1-3 0,-1-2 0,-1-3 0,-2 0 0,-2-1 0,-2-1 0,-5-2 0,-5-4 0,-3-3 0,-3-1 0,-7-6 0,-2-1 0,0-2 0,1 0 0,7 4 0,1 1 0,-2-1 0,1 1 0,0-1 0,0 1 0,2 0 0,2 2 0,2 2 0,2 1 0,1 0 0,-1 1 0,1 0 0,0 1 0,1-1 0,7 0 0,5 0 0,7 0 0,7 2 0,0 0 0,0 0 0,-1 2 0,-1 0 0,0 1 0,2 1 0,0 1 0,-1-1 0,-3 0 0,1 1 0,-3-3 0,-2 0 0,-1-2 0,-2 2 0,0 0 0,-1 0 0,0 0 0,0-2 0,1 0 0,-1 0 0,1 0 0,-1 0 0,0 0 0,-1-7 0,-3-3 0,0-4 0,2-11 0,1-2 0,4-5 0,0-2 0,-2 4 0,-1 3 0,-3 5 0,0 3 0,0 4 0,-2 3 0,0 2 0,-2 6 0,0 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0 24575,'-38'0'0,"16"4"0,-46 22 0,13 17 0,-14 21 0,33-27 0,3 1 0,-16 31 0,4 7 0,14 1-631,5 10 631,9 5 0,9 0 0,3 0 0,5-1 0,3 0 0,9-4 0,20-6 0,13-18 0,15-9 0,16-13 0,11-14 0,-37-16 0,2-2 0,5-3 0,0-3 0,0 1 0,1-2 0,2-3 0,-1-3 0,-5-1 0,-1-4 0,-5-5 0,-1-3 0,37-24 0,-15-7 0,-4-4 156,-14 5-156,-9-2 0,-6-2 0,-8 4 0,-8-1 0,-6 2 0,-6 3 0,-1-3 475,-3 3-475,-2 3 0,-2 1 0,-2-1 0,-3 1 0,-6 1 0,-5 3 0,-4 0 0,-2 0 0,-4 0 0,0 4 0,-2 2 0,-1 6 0,-1 4 0,-3 1 0,-3 2 0,-3 0 0,-2 3 0,-1 1 0,3 0 0,0 0 0,3 0 0,0 0 0,2 0 0,1 1 0,2-1 0,4 4 0,5 0 0,4 3 0,4 3 0,5-2 0,3 3 0,2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1019 0 24575,'-27'6'0,"-10"10"0,-18 18 0,-4 13 0,1 10 0,0 13-994,28-30 0,2 3 994,-4 7 0,1 4 0,-2 7 0,1 2-934,-1 8 1,0 2 933,1 9 0,0 2-719,2 9 1,2 3 718,10-29 0,1 1 0,1 1 0,1 0 0,1 1 0,1-2 0,-2 25 0,2-3-516,4-9 0,2-3 516,3-10 0,1-4 273,3-10 0,-1-2-273,1 38 1634,0-26-1634,0-22 2502,0-15-2502,0-11 1374,0-8-1374,0-10 268,-2-7-268,-3-8 0,-7-13 0,-6-4 0,-2-5 0,-2 0 0,4 7 0,0 0 0,3 6 0,1 1 0,1 3 0,0 3 0,2 3 0,1 4 0,3 2 0,2 7 0,3 9 0,5 14 0,11 16 0,7 12 0,5 9 0,3 3 0,-3-1 0,0-5 0,-2-7 0,-1-6 0,-3-10 0,-3-6 0,-3-7 0,-3-4 0,-1-2 0,0-3 0,0-3 0,0-3 0,-1-2 0,3-7 0,7-14 0,5-10 0,7-13 0,4-5 0,0 3 0,4-3 0,-5 4 0,-6 8 0,-5 4 0,-6 8 0,-3 5 0,-1 2 0,-4 3 0,-1 1 0,0-4 0,1-7 0,2-9 0,6-6 0,1 2 0,-4 14 0,-4 10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4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92 24575,'-8'4'0,"1"3"0,-3 17 0,-1 14 0,3 14 0,1 13 0,4-4 0,2 1 0,1 5 0,0 4 0,0-6 0,1-11 0,8-11 0,14-6 0,11 0 0,17-3 0,5-12 0,4-12 0,14-4 0,4-4 0,2-6 0,-2-10 0,-11-18 0,-12-15 0,-7-7 0,-10-5 0,-8 1 0,-2-1 0,-6 7 0,-7 5 0,-7 5 0,-5-2 0,-11-5 0,-17 2 0,-17 3 0,-20 5 0,-4 11 0,-2 3 0,-4 6 0,1 4 0,1-2 0,7 3 0,16 2 0,13 3 0,9 2 0,11 0 0,6 4 0,4-2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3 364 24575,'-3'4'0,"14"9"0,21 11 0,36 12 0,-12-8 0,7 0-415,15 1 1,7-2 414,-21-11 0,4-1 0,1-2-1603,4-2 0,2-2 1,0-2 1602,-5-4 0,0-2 0,1-1 0,10 1 0,1-1 0,2-1-1062,5 1 1,1-1 0,0-2 1061,1 0 0,0-1 0,1-3 0,5-1 0,3-1 0,-3-3-725,-8-2 0,-1-1 1,-1-2 724,-2-1 0,-2-2 0,1-1 0,0 0 0,0-1 0,-3 0-218,-12 3 1,-3 1 0,-2-1 217,16-4 0,-6 0 1356,-15 5 1,-5 2-1357,22-5 3153,-16 3-3153,-21 8 3370,-16 7-3370,-14-1 1943,-6-3-1943,-6-5 468,-10-5-468,-4-1 0,-13-4 0,-11 1 0,-11-3 0,-9 2 0,-4 7 0,-1 0 0,2 3 0,3 1 0,13 2 0,13 2 0,14 4 0,14 0 0,15 3 0,19 2 0,22 3 0,17 4 0,6 3 0,3 4 0,2 1 0,-1 3 0,1 1 0,-7-1 0,-8 0 0,-12-4 0,-13-1 0,-11-4 0,-10-1 0,-4-3 0,-5-1 0,-2-1 0,-3 1 0,-2 4 0,-2 3 0,-7 4 0,-5 3 0,-9 4 0,-7 4 0,-5 5 0,-9 5 0,-2-2 0,5-4 0,5-5 0,7-6 0,6-5 0,5-4 0,8-3 0,6-4 0,2-2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6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50 24575,'-11'0'0,"2"0"0,-2 0 0,0 0 0,-2 10 0,2 7 0,2 13 0,3 18 0,2 9 0,0 6 0,1-6 0,3-6 0,2 2 0,4 1 0,15 5 0,16-5 0,18-8 0,16-5 0,12-9-432,8-10 432,-3-8 0,-1-9 0,-4-3 0,-6-2 0,-3 0 0,-13-8 0,-11-7 0,-6-13 0,-12-5 0,-9 3 432,-10-3-432,-6 1 0,-4-15 0,-1-2 0,-6-5 0,-15-2 0,-21-2 0,-11 0 0,-10 3 0,-1 5 0,2 7 0,0 1 0,5 12 0,4 8 0,3 10 0,6 6 0,0 3 0,2 3 0,-1 0 0,-6 0 0,4 0 0,0 0 0,6 4 0,17-3 0,6 3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2308 2870 24575,'5'2'0,"-3"-4"0,0-14 0,-2-19 0,0-26 0,-6-20 0,-2 30 0,-4-7-824,-5-4 0,-5-8 0,-1 0 824,-4-5 0,-2-1 0,0 0 0,-2 0 0,0-1 0,-2 2 0,0 2 0,-1 2 0,0 4 0,-10-10 0,-2 3 0,-5-8 0,-3 0 0,15 26 0,-3 1 0,0 1 0,-21-21 0,-2 4 0,1 7 0,-1 6-498,7 9 0,2 4 498,6 6 0,0 3 0,3 7 0,0 2-242,-39-17 242,-3 5 0,10 10 0,10 2 0,2 9 0,8 2 0,2 7 2302,13 3-2302,7-1 1116,5 2-1116,1-4 292,-7 2-292,0 0 0,1 0 0,2 1 0,3-3 0,0-1 0,0 0 0,4 2 0,3 2 0,6 3 0,4-1 0,3 1 0,3 0 0,2-1 0,3-2 0,2-10 0,1-6 0,3-10 0,11-18 0,4 0 0,10-5 0,1 4 0,-2 15 0,0 3 0,-6 9 0,-1 6 0,-3 4 0,-1 4 0,-2 4 0,-1 1 0,-3 2 0,-7 6 0,-17 17 0,-14 18 0,-8 12 0,-2 8 0,5-5 0,4-6 0,1-1 0,7-5 0,3-3 0,3-4 0,5-9 0,4-6 0,4-4 0,2-2 0,0-2 0,1-1 0,0-1 0,0 0 0,2 1 0,1-1 0,8 4 0,7 3 0,7 6 0,7 6 0,6 4 0,3 5 0,1 1 0,0 3 0,-3 1 0,-4-3 0,-6-5 0,-9-8 0,-7-7 0,-2-4 0,-4-3 0,-2-7 0,-3-1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0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24575,'-3'0'0,"14"0"0,21 0 0,36 0 0,-16 0 0,6 0-394,17 0 0,7 0 394,-16 0 0,4 0 0,0 0-1261,-1 0 1,-1 0 0,5 0 1260,19 0 0,5 0 0,2 0-1148,-16 0 1,1-1 0,1 1 0,2 1 1147,8 1 0,3 2 0,0 0 0,3 3-694,-13 0 1,3 1 0,0 1 0,0 2 0,-1 2 693,-6 0 0,-1 3 0,0 0 0,-1 2 0,1 0 0,-1 3 0,0 0 0,0 2 0,-1 0 0,0 0 0,-1 1 0,0 0 0,-1 0 0,-1 1 0,-3-1 0,8 2 0,-3 0 0,-2 0 0,-1 0 0,18 6 0,-3 1 0,-2-1-439,-5-1 0,-2 0 0,-1 1 439,-3 0 0,-2 1 0,2 0 0,10 2 0,3 1 0,-2 0 0,-4-1 0,-2 0 0,0 0 0,-7 0 0,-1 0 0,-1 0 210,-6-3 0,-2-1 0,-1 1-210,21 15 0,-4-1 1135,-12-6 1,-5 0-1136,-11-5 0,-4 0 1974,-8-4 0,-3 0-1974,29 24 3177,-9-3-3177,-14-9 2318,-16-8-2318,-12-11 1272,-7-7-1272,-3-7 325,-1-2-325,-2 1 0,-3-1 0,-10-2 0,-7-3 0,-7-3 0,-7 0 0,-12 0 0,-5 0 0,-2 0 0,-1 0 0,10 0 0,-2 0 0,1 0 0,4-2 0,-1 0 0,6-1 0,2 0 0,3 2 0,5-1 0,4 0 0,3-1 0,13 1 0,12 1 0,16 1 0,25 0 0,29 3 0,9 3 0,6 4 0,-11 0 0,-22 0 0,-6-4 0,-15 0 0,-11-1 0,-11-2 0,-6-1 0,-4-2 0,-3-1 0,0-9 0,-1-19 0,1-20 0,2-23 0,2-11-3631,3-8 3631,-1 9 0,-1 10 0,0 4 0,0 14 0,0-1 0,-2 12 0,-3 10 0,-3 8 3631,-1 9-3631,-1 4 0,1 8 0,-1 2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155 119 24575,'-2'-6'0,"-2"6"0,-8 10 0,-8 14 0,-3 10 0,-1 11 0,3 9 0,2 14 0,5 3 0,4-6 0,6-9 0,4-15 0,-2-2 0,6 2 0,10-1 0,16 3 0,22-5 0,22-12 0,20-7-547,-38-12 0,4-3 547,5 0 0,0-2 0,-6 1 0,-1-2-200,-1 0 1,-2-1 199,44-6 0,-10-15 0,-5-15 0,-21-15 0,-20-1 0,-15 4 0,-9 3 0,-8 1 0,-5-3 0,-2-1 1072,-2 1-1072,-8 6 421,-16-1-421,-15-3 0,-10 3 0,-4-4 0,2 2 0,2 4 0,4 1 0,10 12 0,9 7 0,5 10 0,-1 5 0,-2 3 0,-5 2 0,-7 0 0,0 0 0,-1 0 0,3 0 0,4 0 0,5 0 0,6 0 0,8 0 0,4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233 24575,'-4'-4'0,"9"-8"0,12-11 0,7-6 0,14-3 0,8 2 0,27-5 0,7 5 0,11 9 0,0 8 0,-11 12 0,7-1 0,-9 2 0,-2 10 0,-8 15 0,-4 18 0,-5 22 0,-7 7-609,-4 7 609,-12 6 0,-12-7 0,-7-3 0,-5 9 0,0-5 0,0 20 0,-6-48 0,-2 0 0,-1 0 0,-1 0 0,-1 5 0,0 0 0,-1-2 0,0 0 0,0 3 0,0 0 0,1-3 0,-1 1 0,-4 0 0,-2-1 0,-3 1 0,-4 0 0,-4-2 0,-4 0 0,-4 1 0,-4-1 0,-1 1 0,-2-1 0,-3-1 0,-1-1 0,2-5 0,-1-3 0,-28 28 0,-7-10 0,0-10 0,27-22 0,-1-1 0,-1-2 0,-1-1 0,-1-4 0,-2-3 0,-2 0 0,-2-2 0,2-3 0,-1-2 0,1-1 0,1-2 0,-37 2 0,2-5 0,8-4 0,-1-10 151,9-10-151,9-15 0,10-7 0,13 4 0,10 1 0,6 0 0,4-5 0,2-6 458,4-2-458,5 2 0,2 1 0,3 2 0,1 2 0,0-1 0,-1 6 0,1 5 0,0 6 0,0 7 0,0 4 0,0 3 0,2 5 0,0 1 0,0 0 0,1 0 0,2-3 0,0 0 0,1 0 0,0 0 0,0-1 0,-3 2 0,-7 5 0,-14 11 0,-13 13 0,-15 14 0,-6 11 0,-10 12 0,-1 3 0,3-2 0,2-2 0,13-14 0,5-7 0,9-9 0,8-9 0,9-5 0,4-3 0,6-12 0,1-14 0,1-17 0,4-16 0,16-19 0,18-11-524,16-4 524,9 5 0,-5 18 0,-2 6 0,-2 9 0,-5 9 0,-6 8 0,-4 11 0,-6 6 0,-2 3 0,-4 3 0,-4 2 524,-4 2-524,-3 0 0,-4 1 0,0 0 0,0-1 0,-1 1 0,1 2 0,2 5 0,0 6 0,3 5 0,2 2 0,1 0 0,4 1 0,0 4 0,3 0 0,1 3 0,-1 0 0,3-1 0,0-2 0,0-2 0,3 0 0,-3-3 0,-3-4 0,-3-2 0,-7-4 0,-3-1 0,-7-3 0,-1-2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15114,'0'25'0,"0"-8"4003,0 4-4003,0-5 0,0 14 0,0 3 1635,0 9-1635,0 4 883,0-2-883,0 3 2940,0-4-2940,0 3 0,0-5 0,0-3 0,0-4 0,0-6 0,0-4 0,0-11 0,0-7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8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24575,'-10'0'0,"-8"0"0,-9 0 0,-8 0 0,0 0 0,2 0 0,4 0 0,2 0 0,3 0 0,4 0 0,6 4 0,7 3 0,4 5 0,3 5 0,2 4 0,2 0 0,3-1 0,4-2 0,1-4 0,0-1 0,0-1 0,-2-2 0,0-2 0,-1-3 0,0-3 0,0-2 0,0 1 0,-2-1 0,3 0 0,3 0 0,3 0 0,6 0 0,2 1 0,3 4 0,0 3 0,-2 1 0,-1 4 0,-4 0 0,-2 2 0,-3 0 0,-2 0 0,-1 0 0,-3-3 0,-2-1 0,-2-3 0,-3 0 0,-2 0 0,0 1 0,0 1 0,-4-1 0,-7 1 0,-10-1 0,-8-1 0,-5-2 0,5-1 0,4 1 0,6-4 0,6 3 0,1-3 0,5 2 0,3 2 0,2 1 0,2-3 0,0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0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139 107 24575,'-2'-4'0,"-2"2"0,-4 0 0,-9 4 0,-2 5 0,-2 6 0,-3 18 0,5 12 0,5 5 0,6-1 0,7-10 0,1-7 0,-1-1 0,2-5 0,10-5 0,13-6 0,12-5 0,3-4 0,2-3 0,-5-1 0,0 0 0,-5 0 0,-5-2 0,-2-3 0,-8-8 0,-4-4 0,1-6 0,-1-9 0,6-4 0,1-10 0,-1 0 0,0 3 0,-2 4 0,-4 5 0,-5 7 0,-3 4 0,-3 6 0,-1 3 0,-2 2 0,-8 2 0,-9 2 0,-9 3 0,-2 2 0,1 3 0,3 0 0,3 0 0,1 0 0,12 0 0,2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24575,'-12'0'0,"3"0"0,-1 0 0,1 0 0,1 0 0,-3 0 0,-8 8 0,-3 9 0,-2 11 0,3 10 0,7 6 0,1 6 0,3 0 0,4-1 0,3-11 0,3-10 0,0-7 0,8-7 0,8-3 0,11-5 0,12-4 0,4-3 0,2-7 0,-2-5 0,-4-6 0,-8-3 0,-8 2 0,-6 1 0,-7 2 0,-2 1 0,-3-1 0,-3 1 0,-2 1 0,0-1 0,-5 0 0,-7-1 0,-7 0 0,-6-2 0,1 3 0,-1-1 0,3 1 0,2 2 0,2 1 0,2 2 0,4 4 0,0 1 0,7 4 0,2 2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24575,'0'13'0,"0"-1"0,0 5 0,0-1 0,0-3 0,0 0 0,0-6 0,0-5 0,0-9 0,0-3 0,0-3 0,0 8 0,0 1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24575,'3'0'0,"-8"0"0,-8 0 0,-8 0 0,-3 0 0,1 0 0,2 0 0,-3 0 0,3 0 0,6 4 0,6 5 0,7 7 0,1 6 0,3 3 0,2-1 0,3-3 0,0-4 0,0-3 0,-2-3 0,-2-1 0,-1 0 0,-2-1 0,0 0 0,0 3 0,0 3 0,0 2 0,0 4 0,0-2 0,0 0 0,0-3 0,0-2 0,0-1 0,2-4 0,2-4 0,3-2 0,2-2 0,2-3 0,4-4 0,2-2 0,4-4 0,2 2 0,1 0 0,1 4 0,1 1 0,0 2 0,-1 2 0,-3 1 0,-3 0 0,-3-1 0,-3 1 0,-3 2 0,-5 2 0,-3 6 0,-2 2 0,0 6 0,0 2 0,0 4 0,-1 3 0,-4-2 0,-2-3 0,0-5 0,0-4 0,-3 0 0,-2 0 0,-9 0 0,-6 0 0,-4-1 0,-3-3 0,4-2 0,3-2 0,6-2 0,5 1 0,2-2 0,2 1 0,6-1 0,1-2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24575,'0'13'0,"0"15"0,0 9 0,0 16 0,0 18 0,0 5 0,0 9 0,0-8 0,0-22 0,0-10 0,0-13 0,0-10 0,0-2 0,0-8 0,0-13 0,0-11 0,0-16 0,0-11 0,0 4 0,0-19 0,0-5 0,0-6 0,0-6 0,0 17 0,0 10 0,0 10 0,0 10 0,0 7 0,0 8 0,0 4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7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24575,'0'13'0,"0"14"0,0 17 0,0 16 0,0-1 0,0 5 0,0 0 0,0 1 0,0 1 0,0-9 0,0-10 0,0-7 0,0-7 0,0-5 0,0-2 0,0-3 0,0-3 0,0-4 0,0 0 0,0-10 0,0 1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0 24575,'-38'0'0,"16"4"0,-46 22 0,13 17 0,-14 21 0,33-27 0,3 1 0,-16 31 0,4 7 0,14 1-631,5 10 631,9 5 0,9 0 0,3 0 0,5-1 0,3 0 0,9-4 0,20-6 0,13-18 0,15-9 0,16-13 0,11-14 0,-37-16 0,2-2 0,5-3 0,0-3 0,0 1 0,1-2 0,2-3 0,-1-3 0,-5-1 0,-1-4 0,-5-5 0,-1-3 0,37-24 0,-15-7 0,-4-4 156,-14 5-156,-9-2 0,-6-2 0,-8 4 0,-8-1 0,-6 2 0,-6 3 0,-1-3 475,-3 3-475,-2 3 0,-2 1 0,-2-1 0,-3 1 0,-6 1 0,-5 3 0,-4 0 0,-2 0 0,-4 0 0,0 4 0,-2 2 0,-1 6 0,-1 4 0,-3 1 0,-3 2 0,-3 0 0,-2 3 0,-1 1 0,3 0 0,0 0 0,3 0 0,0 0 0,2 0 0,1 1 0,2-1 0,4 4 0,5 0 0,4 3 0,4 3 0,5-2 0,3 3 0,2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1019 0 24575,'-27'6'0,"-10"10"0,-18 18 0,-4 13 0,1 10 0,0 13-994,28-30 0,2 3 994,-4 7 0,1 4 0,-2 7 0,1 2-934,-1 8 1,0 2 933,1 9 0,0 2-719,2 9 1,2 3 718,10-29 0,1 1 0,1 1 0,1 0 0,1 1 0,1-2 0,-2 25 0,2-3-516,4-9 0,2-3 516,3-10 0,1-4 273,3-10 0,-1-2-273,1 38 1634,0-26-1634,0-22 2502,0-15-2502,0-11 1374,0-8-1374,0-10 268,-2-7-268,-3-8 0,-7-13 0,-6-4 0,-2-5 0,-2 0 0,4 7 0,0 0 0,3 6 0,1 1 0,1 3 0,0 3 0,2 3 0,1 4 0,3 2 0,2 7 0,3 9 0,5 14 0,11 16 0,7 12 0,5 9 0,3 3 0,-3-1 0,0-5 0,-2-7 0,-1-6 0,-3-10 0,-3-6 0,-3-7 0,-3-4 0,-1-2 0,0-3 0,0-3 0,0-3 0,-1-2 0,3-7 0,7-14 0,5-10 0,7-13 0,4-5 0,0 3 0,4-3 0,-5 4 0,-6 8 0,-5 4 0,-6 8 0,-3 5 0,-1 2 0,-4 3 0,-1 1 0,0-4 0,1-7 0,2-9 0,6-6 0,1 2 0,-4 14 0,-4 10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4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92 24575,'-8'4'0,"1"3"0,-3 17 0,-1 14 0,3 14 0,1 13 0,4-4 0,2 1 0,1 5 0,0 4 0,0-6 0,1-11 0,8-11 0,14-6 0,11 0 0,17-3 0,5-12 0,4-12 0,14-4 0,4-4 0,2-6 0,-2-10 0,-11-18 0,-12-15 0,-7-7 0,-10-5 0,-8 1 0,-2-1 0,-6 7 0,-7 5 0,-7 5 0,-5-2 0,-11-5 0,-17 2 0,-17 3 0,-20 5 0,-4 11 0,-2 3 0,-4 6 0,1 4 0,1-2 0,7 3 0,16 2 0,13 3 0,9 2 0,11 0 0,6 4 0,4-2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3 364 24575,'-3'4'0,"14"9"0,21 11 0,36 12 0,-12-8 0,7 0-415,15 1 1,7-2 414,-21-11 0,4-1 0,1-2-1603,4-2 0,2-2 1,0-2 1602,-5-4 0,0-2 0,1-1 0,10 1 0,1-1 0,2-1-1062,5 1 1,1-1 0,0-2 1061,1 0 0,0-1 0,1-3 0,5-1 0,3-1 0,-3-3-725,-8-2 0,-1-1 1,-1-2 724,-2-1 0,-2-2 0,1-1 0,0 0 0,0-1 0,-3 0-218,-12 3 1,-3 1 0,-2-1 217,16-4 0,-6 0 1356,-15 5 1,-5 2-1357,22-5 3153,-16 3-3153,-21 8 3370,-16 7-3370,-14-1 1943,-6-3-1943,-6-5 468,-10-5-468,-4-1 0,-13-4 0,-11 1 0,-11-3 0,-9 2 0,-4 7 0,-1 0 0,2 3 0,3 1 0,13 2 0,13 2 0,14 4 0,14 0 0,15 3 0,19 2 0,22 3 0,17 4 0,6 3 0,3 4 0,2 1 0,-1 3 0,1 1 0,-7-1 0,-8 0 0,-12-4 0,-13-1 0,-11-4 0,-10-1 0,-4-3 0,-5-1 0,-2-1 0,-3 1 0,-2 4 0,-2 3 0,-7 4 0,-5 3 0,-9 4 0,-7 4 0,-5 5 0,-9 5 0,-2-2 0,5-4 0,5-5 0,7-6 0,6-5 0,5-4 0,8-3 0,6-4 0,2-2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6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50 24575,'-11'0'0,"2"0"0,-2 0 0,0 0 0,-2 10 0,2 7 0,2 13 0,3 18 0,2 9 0,0 6 0,1-6 0,3-6 0,2 2 0,4 1 0,15 5 0,16-5 0,18-8 0,16-5 0,12-9-432,8-10 432,-3-8 0,-1-9 0,-4-3 0,-6-2 0,-3 0 0,-13-8 0,-11-7 0,-6-13 0,-12-5 0,-9 3 432,-10-3-432,-6 1 0,-4-15 0,-1-2 0,-6-5 0,-15-2 0,-21-2 0,-11 0 0,-10 3 0,-1 5 0,2 7 0,0 1 0,5 12 0,4 8 0,3 10 0,6 6 0,0 3 0,2 3 0,-1 0 0,-6 0 0,4 0 0,0 0 0,6 4 0,17-3 0,6 3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4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2308 2870 24575,'5'2'0,"-3"-4"0,0-14 0,-2-19 0,0-26 0,-6-20 0,-2 30 0,-4-7-824,-5-4 0,-5-8 0,-1 0 824,-4-5 0,-2-1 0,0 0 0,-2 0 0,0-1 0,-2 2 0,0 2 0,-1 2 0,0 4 0,-10-10 0,-2 3 0,-5-8 0,-3 0 0,15 26 0,-3 1 0,0 1 0,-21-21 0,-2 4 0,1 7 0,-1 6-498,7 9 0,2 4 498,6 6 0,0 3 0,3 7 0,0 2-242,-39-17 242,-3 5 0,10 10 0,10 2 0,2 9 0,8 2 0,2 7 2302,13 3-2302,7-1 1116,5 2-1116,1-4 292,-7 2-292,0 0 0,1 0 0,2 1 0,3-3 0,0-1 0,0 0 0,4 2 0,3 2 0,6 3 0,4-1 0,3 1 0,3 0 0,2-1 0,3-2 0,2-10 0,1-6 0,3-10 0,11-18 0,4 0 0,10-5 0,1 4 0,-2 15 0,0 3 0,-6 9 0,-1 6 0,-3 4 0,-1 4 0,-2 4 0,-1 1 0,-3 2 0,-7 6 0,-17 17 0,-14 18 0,-8 12 0,-2 8 0,5-5 0,4-6 0,1-1 0,7-5 0,3-3 0,3-4 0,5-9 0,4-6 0,4-4 0,2-2 0,0-2 0,1-1 0,0-1 0,0 0 0,2 1 0,1-1 0,8 4 0,7 3 0,7 6 0,7 6 0,6 4 0,3 5 0,1 1 0,0 3 0,-3 1 0,-4-3 0,-6-5 0,-9-8 0,-7-7 0,-2-4 0,-4-3 0,-2-7 0,-3-1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0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24575,'-3'0'0,"14"0"0,21 0 0,36 0 0,-16 0 0,6 0-394,17 0 0,7 0 394,-16 0 0,4 0 0,0 0-1261,-1 0 1,-1 0 0,5 0 1260,19 0 0,5 0 0,2 0-1148,-16 0 1,1-1 0,1 1 0,2 1 1147,8 1 0,3 2 0,0 0 0,3 3-694,-13 0 1,3 1 0,0 1 0,0 2 0,-1 2 693,-6 0 0,-1 3 0,0 0 0,-1 2 0,1 0 0,-1 3 0,0 0 0,0 2 0,-1 0 0,0 0 0,-1 1 0,0 0 0,-1 0 0,-1 1 0,-3-1 0,8 2 0,-3 0 0,-2 0 0,-1 0 0,18 6 0,-3 1 0,-2-1-439,-5-1 0,-2 0 0,-1 1 439,-3 0 0,-2 1 0,2 0 0,10 2 0,3 1 0,-2 0 0,-4-1 0,-2 0 0,0 0 0,-7 0 0,-1 0 0,-1 0 210,-6-3 0,-2-1 0,-1 1-210,21 15 0,-4-1 1135,-12-6 1,-5 0-1136,-11-5 0,-4 0 1974,-8-4 0,-3 0-1974,29 24 3177,-9-3-3177,-14-9 2318,-16-8-2318,-12-11 1272,-7-7-1272,-3-7 325,-1-2-325,-2 1 0,-3-1 0,-10-2 0,-7-3 0,-7-3 0,-7 0 0,-12 0 0,-5 0 0,-2 0 0,-1 0 0,10 0 0,-2 0 0,1 0 0,4-2 0,-1 0 0,6-1 0,2 0 0,3 2 0,5-1 0,4 0 0,3-1 0,13 1 0,12 1 0,16 1 0,25 0 0,29 3 0,9 3 0,6 4 0,-11 0 0,-22 0 0,-6-4 0,-15 0 0,-11-1 0,-11-2 0,-6-1 0,-4-2 0,-3-1 0,0-9 0,-1-19 0,1-20 0,2-23 0,2-11-3631,3-8 3631,-1 9 0,-1 10 0,0 4 0,0 14 0,0-1 0,-2 12 0,-3 10 0,-3 8 3631,-1 9-3631,-1 4 0,1 8 0,-1 2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155 119 24575,'-2'-6'0,"-2"6"0,-8 10 0,-8 14 0,-3 10 0,-1 11 0,3 9 0,2 14 0,5 3 0,4-6 0,6-9 0,4-15 0,-2-2 0,6 2 0,10-1 0,16 3 0,22-5 0,22-12 0,20-7-547,-38-12 0,4-3 547,5 0 0,0-2 0,-6 1 0,-1-2-200,-1 0 1,-2-1 199,44-6 0,-10-15 0,-5-15 0,-21-15 0,-20-1 0,-15 4 0,-9 3 0,-8 1 0,-5-3 0,-2-1 1072,-2 1-1072,-8 6 421,-16-1-421,-15-3 0,-10 3 0,-4-4 0,2 2 0,2 4 0,4 1 0,10 12 0,9 7 0,5 10 0,-1 5 0,-2 3 0,-5 2 0,-7 0 0,0 0 0,-1 0 0,3 0 0,4 0 0,5 0 0,6 0 0,8 0 0,4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1080 233 24575,'-4'-4'0,"9"-8"0,12-11 0,7-6 0,14-3 0,8 2 0,27-5 0,7 5 0,11 9 0,0 8 0,-11 12 0,7-1 0,-9 2 0,-2 10 0,-8 15 0,-4 18 0,-5 22 0,-7 7-609,-4 7 609,-12 6 0,-12-7 0,-7-3 0,-5 9 0,0-5 0,0 20 0,-6-48 0,-2 0 0,-1 0 0,-1 0 0,-1 5 0,0 0 0,-1-2 0,0 0 0,0 3 0,0 0 0,1-3 0,-1 1 0,-4 0 0,-2-1 0,-3 1 0,-4 0 0,-4-2 0,-4 0 0,-4 1 0,-4-1 0,-1 1 0,-2-1 0,-3-1 0,-1-1 0,2-5 0,-1-3 0,-28 28 0,-7-10 0,0-10 0,27-22 0,-1-1 0,-1-2 0,-1-1 0,-1-4 0,-2-3 0,-2 0 0,-2-2 0,2-3 0,-1-2 0,1-1 0,1-2 0,-37 2 0,2-5 0,8-4 0,-1-10 151,9-10-151,9-15 0,10-7 0,13 4 0,10 1 0,6 0 0,4-5 0,2-6 458,4-2-458,5 2 0,2 1 0,3 2 0,1 2 0,0-1 0,-1 6 0,1 5 0,0 6 0,0 7 0,0 4 0,0 3 0,2 5 0,0 1 0,0 0 0,1 0 0,2-3 0,0 0 0,1 0 0,0 0 0,0-1 0,-3 2 0,-7 5 0,-14 11 0,-13 13 0,-15 14 0,-6 11 0,-10 12 0,-1 3 0,3-2 0,2-2 0,13-14 0,5-7 0,9-9 0,8-9 0,9-5 0,4-3 0,6-12 0,1-14 0,1-17 0,4-16 0,16-19 0,18-11-524,16-4 524,9 5 0,-5 18 0,-2 6 0,-2 9 0,-5 9 0,-6 8 0,-4 11 0,-6 6 0,-2 3 0,-4 3 0,-4 2 524,-4 2-524,-3 0 0,-4 1 0,0 0 0,0-1 0,-1 1 0,1 2 0,2 5 0,0 6 0,3 5 0,2 2 0,1 0 0,4 1 0,0 4 0,3 0 0,1 3 0,-1 0 0,3-1 0,0-2 0,0-2 0,3 0 0,-3-3 0,-3-4 0,-3-2 0,-7-4 0,-3-1 0,-7-3 0,-1-2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15114,'0'25'0,"0"-8"4003,0 4-4003,0-5 0,0 14 0,0 3 1635,0 9-1635,0 4 883,0-2-883,0 3 2940,0-4-2940,0 3 0,0-5 0,0-3 0,0-4 0,0-6 0,0-4 0,0-11 0,0-7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8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5:5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0 24575,'-10'0'0,"-8"0"0,-9 0 0,-8 0 0,0 0 0,2 0 0,4 0 0,2 0 0,3 0 0,4 0 0,6 4 0,7 3 0,4 5 0,3 5 0,2 4 0,2 0 0,3-1 0,4-2 0,1-4 0,0-1 0,0-1 0,-2-2 0,0-2 0,-1-3 0,0-3 0,0-2 0,0 1 0,-2-1 0,3 0 0,3 0 0,3 0 0,6 0 0,2 1 0,3 4 0,0 3 0,-2 1 0,-1 4 0,-4 0 0,-2 2 0,-3 0 0,-2 0 0,-1 0 0,-3-3 0,-2-1 0,-2-3 0,-3 0 0,-2 0 0,0 1 0,0 1 0,-4-1 0,-7 1 0,-10-1 0,-8-1 0,-5-2 0,5-1 0,4 1 0,6-4 0,6 3 0,1-3 0,5 2 0,3 2 0,2 1 0,2-3 0,0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0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139 107 24575,'-2'-4'0,"-2"2"0,-4 0 0,-9 4 0,-2 5 0,-2 6 0,-3 18 0,5 12 0,5 5 0,6-1 0,7-10 0,1-7 0,-1-1 0,2-5 0,10-5 0,13-6 0,12-5 0,3-4 0,2-3 0,-5-1 0,0 0 0,-5 0 0,-5-2 0,-2-3 0,-8-8 0,-4-4 0,1-6 0,-1-9 0,6-4 0,1-10 0,-1 0 0,0 3 0,-2 4 0,-4 5 0,-5 7 0,-3 4 0,-3 6 0,-1 3 0,-2 2 0,-8 2 0,-9 2 0,-9 3 0,-2 2 0,1 3 0,3 0 0,3 0 0,1 0 0,12 0 0,2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24575,'-12'0'0,"3"0"0,-1 0 0,1 0 0,1 0 0,-3 0 0,-8 8 0,-3 9 0,-2 11 0,3 10 0,7 6 0,1 6 0,3 0 0,4-1 0,3-11 0,3-10 0,0-7 0,8-7 0,8-3 0,11-5 0,12-4 0,4-3 0,2-7 0,-2-5 0,-4-6 0,-8-3 0,-8 2 0,-6 1 0,-7 2 0,-2 1 0,-3-1 0,-3 1 0,-2 1 0,0-1 0,-5 0 0,-7-1 0,-7 0 0,-6-2 0,1 3 0,-1-1 0,3 1 0,2 2 0,2 1 0,2 2 0,4 4 0,0 1 0,7 4 0,2 2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24575,'0'13'0,"0"-1"0,0 5 0,0-1 0,0-3 0,0 0 0,0-6 0,0-5 0,0-9 0,0-3 0,0-3 0,0 8 0,0 1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24575,'3'0'0,"-8"0"0,-8 0 0,-8 0 0,-3 0 0,1 0 0,2 0 0,-3 0 0,3 0 0,6 4 0,6 5 0,7 7 0,1 6 0,3 3 0,2-1 0,3-3 0,0-4 0,0-3 0,-2-3 0,-2-1 0,-1 0 0,-2-1 0,0 0 0,0 3 0,0 3 0,0 2 0,0 4 0,0-2 0,0 0 0,0-3 0,0-2 0,0-1 0,2-4 0,2-4 0,3-2 0,2-2 0,2-3 0,4-4 0,2-2 0,4-4 0,2 2 0,1 0 0,1 4 0,1 1 0,0 2 0,-1 2 0,-3 1 0,-3 0 0,-3-1 0,-3 1 0,-3 2 0,-5 2 0,-3 6 0,-2 2 0,0 6 0,0 2 0,0 4 0,-1 3 0,-4-2 0,-2-3 0,0-5 0,0-4 0,-3 0 0,-2 0 0,-9 0 0,-6 0 0,-4-1 0,-3-3 0,4-2 0,3-2 0,6-2 0,5 1 0,2-2 0,2 1 0,6-1 0,1-2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5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24575,'0'13'0,"0"15"0,0 9 0,0 16 0,0 18 0,0 5 0,0 9 0,0-8 0,0-22 0,0-10 0,0-13 0,0-10 0,0-2 0,0-8 0,0-13 0,0-11 0,0-16 0,0-11 0,0 4 0,0-19 0,0-5 0,0-6 0,0-6 0,0 17 0,0 10 0,0 10 0,0 10 0,0 7 0,0 8 0,0 4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07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24575,'0'13'0,"0"14"0,0 17 0,0 16 0,0-1 0,0 5 0,0 0 0,0 1 0,0 1 0,0-9 0,0-10 0,0-7 0,0-7 0,0-5 0,0-2 0,0-3 0,0-3 0,0-4 0,0 0 0,0-10 0,0 1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2.0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905 209 24575,'-2'-5'0,"-8"3"0,-7 0 0,-17 2 0,-8 0 0,-8 0 0,0 0 0,-3 0 0,-6 0 0,1 4 0,1 5 0,14 9 0,8 10 0,10 6 0,7 4 0,9 2 0,5-4 0,9-2 0,18-10 0,23-11 0,10-7 0,10-6 0,0 0 0,-10-2 0,-3-4 0,-13-12 0,-11-10 0,-6-9 0,-7-7 0,-8 3 0,-4-2 0,-7 3 0,-11 5 0,-14 7 0,-16 10 0,-22 8 0,-8 6 0,6 3 0,9 7 0,17 12 0,5 11 0,5 5 0,13-2 0,11-5 0,8-4 0,9-2 0,12-6 0,16-7 0,17-3 0,3-6 0,-2-7 0,-10-8 0,-11-9 0,-12-6 0,-10-3 0,-6 3 0,-11 6 0,-9 10 0,-16 7 0,-20 6 0,-13 2 0,-2 4 0,4 8 0,8 14 0,12 11 0,10 9 0,15 7 0,10-5 0,19-5 0,28-10 0,34-14 0,-23-13 0,3-1 0,0-3 0,-1-1 0,42-3 0,-17-7 0,-12-11 0,-4-11 0,-10-8 0,-14-1 0,-16-2 0,-12 5 0,-22 8 0,-26 6 0,-29 11 0,-18 6 0,34 4 0,-1 0 0,-46 2 0,3 13 0,4 16 0,22 15 0,9 9 0,20-6 0,18-2 0,13-2 0,5-4 0,17-3 0,25-10 0,29-9 0,26-6-506,-1-6 506,-4-12 0,-9-12-32,-14-15 32,-6-12 0,-19 0 0,-17-9 0,-12 3 0,-12 5 0,-14 6 0,-22 14 0,-29 3 0,-30 6-135,44 11 0,-2 1 135,0 2 0,-1 1 0,2 2 0,0 0 0,-45 0-220,6 1 220,13 7 0,17 17 0,19 15 0,16 12 0,15 2 768,26-2-768,23-5 0,18-8 0,23-9 0,7-12-378,8-6 378,-43-8 0,0-2 0,45-13 0,-9-21 0,-20-16 0,-20-14 0,-18-4 0,-14-1 0,-6 2 0,-20 7 0,-25 14 0,-29 21 0,-30 10-2992,42 12 1,-1 1 2991,-42 1 0,10 7-67,15 12 67,9 14 0,-2 18 0,13 11 0,16 5 0,15 5 0,20-7 0,29-4 0,31-6 0,-16-31 0,5-5-234,5-2 1,3-4 233,0-3 0,0-4 0,0-2 0,-1-3 0,43-13 0,-13-24 0,-21-16 0,-22-14 6365,-13-6-6365,-14 5 96,-5-5-96,-10 0 0,-19 11 0,-20 11 0,-27 18 0,-27 17-120,39 10 0,-1 4 120,-3 3 0,0 4 0,0 6 0,2 4 0,4 7 0,3 4-195,-29 35 195,14 14 0,18 4 0,18-4 0,9 1 0,15-10 0,14-8 0,24-1 0,32-9 0,-18-27 0,5-5-237,9-1 1,4-3 236,8-4 0,2-3 0,-3-1 0,1-3 0,-3 0 0,-2-2 0,-4-1 0,-3-1-145,-7-2 0,-2-2 145,-2-4 0,-3-5 0,28-23 0,-21-13 0,-21-2 0,-16-1 0,-14 0 0,-23 0 0,-27 0 0,-28 8 212,23 26 1,-4 4-213,-5 4 0,-3 3 0,-3 2 0,-1 3 0,0 1 0,0 3 0,9-1 0,3 3 206,-45 14-206,19 15 0,16 14 0,10 21 0,22 0 0,15 3 0,13-10 0,19-19 0,27-6 0,28-9 0,17-4 0,11-7-588,-5-7 588,3-17 0,-9-12 0,-16-17 932,-18-12-932,-22-3 290,-9-13-290,-11 2 0,-22 4 0,-30 7 0,-30 13 53,-18 9-53,39 19 0,-1 2 0,-45-4 0,-1 7 0,-2 3 0,14 3 0,10 1 0,15 3 0,18 5 0,16 19 0,11 14 0,18 15 0,19 9 574,15-12-574,16-9 0,9-10 0,-1-10 0,0-7 0,-2-6 0,-6-9 0,-11-12 0,-9-16 0,-10-16 0,-9-15 0,-5-3 0,-4 2 0,-9 7 0,-8 12 0,-10 14 0,-9 13 0,-6 9 0,-1 6 0,4 15 0,7 13 0,11 12 0,6 11 0,4 1 0,4 4 0,5 0 0,14-9 0,17-16 0,21-12 0,19-26 0,6-27 0,-6-21 0,-13-18 0,-19-1 0,-17 8 0,-9 10 0,-10 9 0,-5 14 0,-12 11 0,-24 10 0,-22 11 0,-16 9 0,-4 10 0,9 16 0,8 12 0,9 4 0,16 4 0,15-1 0,11 4 0,10-3 0,16-6 0,18-14 0,22-14 0,10-9 0,-5-6 0,5-4 0,-2-9 0,1-18 0,-2-21 0,-18-19 0,-14-12 0,-13-4 0,-12 4 0,-10-1 0,-22 11 0,-23 16 0,-28 17 0,-7 20 0,2 8 0,5 5 0,13 2 0,8 6 0,17 9 0,14 11 0,10 6 0,4 4 0,5-1 0,10-4 0,15-5 0,-9-12 0,8-6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4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716 217 24575,'5'-34'0,"-2"12"0,0 1 0,-8 13 0,-9 4 0,-15 2 0,-16 2 0,-16 0 0,-12 0 0,7 1 0,5 9 0,8 13 0,4 22 0,5 19 0,13 15 0,15 8 0,14 5-405,1 0 405,8-1 0,13-6 0,11-19 0,20-9 0,14-15 0,9-14 0,14-7 0,0-12 0,-1-6 0,-9-9 0,-11-21 0,-13-28 0,-17-24 0,-23 30 0,-3-3-410,-5-4 0,-3-2 410,1-2 0,-4-1 0,-5-2 0,-4 0 0,-2 8 0,-4 3 0,-29-38 0,-20 19 0,-8 18 0,-11 11 0,-5 17 0,-3 21 0,-4 32 0,45 0 0,2 9-732,-1 10 1,4 6 731,3 10 0,5 5 0,5 1 0,5 2 0,8-1 0,4 0 0,5-4 0,4-2-154,2-7 1,5-3 153,21 34 0,28-25 0,40-24-245,-38-28 0,2-4 245,5-2 0,1-4 0,4-5 0,-1-3 0,-5-3 0,-1-3 0,2-5 0,-2-4 0,-6-5 0,-3-5 0,-2-3 0,-2-3 0,-3-5 0,-3-2 316,-7 3 1,-5 0-317,7-39 1450,-23 14-1450,-21 10 334,-25 5-334,-28 20 0,-27 14 0,-5 11-405,1 10 405,15 10 0,12 22-33,9 26 33,15 15 0,9 10 0,14-4 0,11 1 0,8-8 0,22-14 0,28-18 0,34-23 0,-28-14 0,2-2 0,-2-3 0,0-3 0,-4-3 0,-1-3 0,38-16 0,-16-14 0,-10-2 0,-18 3 1365,-18 3-1365,-11 3 141,-5 2-141,-16 7 0,-23 8 0,-27 8 0,-16 4 0,-7 7 0,5 12 0,10 16 0,7 16 0,19 6 0,14 8 0,15-3 0,11-14 0,19-12 0,15-21 0,17-7 0,10-8 0,2-20 0,-2-22 0,-12-15 0,-15-14 0,-16 2 0,-12 4 0,-5 6 0,-12 14 0,-10 16 0,-13 15 0,-8 9 0,0 7 0,3 4 0,7 6 0,6 4 0,10 4 0,6-1 0,4 0 0,3-2 0,1-6 0,1-4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6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740 26 24575,'-10'-5'0,"-3"3"0,-7 0 0,-3 2 0,-6 0 0,-10 0 0,-10-1 0,-9 1 0,-1 11 0,1 18 0,7 28 0,7 27-326,27-36 1,4 2 325,4 2 0,2 1 0,3-2 0,2-2 0,2 36 0,1-21 0,13-22 0,19-19 0,25-9 0,21-14 0,10-22-507,-40-3 1,-1-7 506,-3-8 0,-3-4 0,-5-2 0,-4-1 248,-6 2 1,-5-1-249,0-32 0,-13-2 0,-5 12 0,-8 11 0,-17 20 0,-22 19 0,-17 7 0,-15 8 0,-7 3 0,-5 14 614,-6 17-614,47-5 0,2 7-374,-1 8 0,3 4 374,5 1 0,3 1 0,3 3 0,5 0-172,4-2 0,5 0 172,-3 38 0,7-7 0,9-15 402,8-20-402,12-18 0,17-15 0,13-23 0,12-25 0,4-31 80,-33 26 1,-3-4-81,1-1 0,-3-1 0,-4 2 0,-4-1 308,9-40-308,-8 5 0,-7 14 0,-5 17 0,-14 14 0,-14 13 0,-14 11 725,-15 8-725,-2 4 0,3 6 0,9 8 49,12 11-49,10 11 0,8 3 0,5 3 0,13-5 0,16-9 0,25-8 0,28-12 0,13-13 0,-3-11 0,-7-16 0,-12-13 0,-14-1 0,-11-1 0,-16 8 0,-14 11 0,-5 8 0,-8 11 0,-16 6 0,-17 6 0,-14 14 0,-12 13 0,2 14 0,3 8 0,6-1 0,13-2 0,10-4 0,12-6 0,7-6 0,5-9 0,2-7 0,1-4 0,2-3 0,2-2 0,2-3 0,-2-2 0,-1-2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16:38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394 23 24575,'1'-9'0,"-12"3"0,-16 2 0,-23 4 0,-6 3 0,-1 4 0,5 9 0,3 14 0,5 11 0,13 10 0,14 3 0,17-7 0,22-5 0,40-4 0,-15-23 0,5-4-660,12-1 1,3-3 659,7-2 0,-1-2 0,-8-3 0,-2 0 0,-6 0 0,-3 0 0,37 0 0,-22 0 0,-2 0 0,-14 0 0,-16 0 0,-14-4 0,-13-5 1319,-5-8-1319,-21-8 0,-22-5 0,-26-7 0,-15 4 0,-7 4-422,-1 10 422,0 11 0,8 5 0,13 3 0,11 0 0,10 6 0,4 8 0,14 9 422,9 11-422,11 6 0,10 0 0,18 0 0,22-4 0,18-6 0,14-6 0,2-8 0,-5-9 0,3-3 0,-10-12 0,-14-11 0,-14-15 0,-20-20 0,-7-3 0,-5-6 0,-7 3 0,-10 8 0,-13 2 0,-13 11 0,-11 13 0,-5 10 0,-1 11 0,9 8 0,3 22 0,11 24 0,12 22 0,7 3 0,13 1 0,2-15 0,11-13 0,12-6 0,16-16 0,7 1 0,2-6 0,0-4 0,-11-8 0,-6-14 0,-12-12 0,-12-14 0,-6-12 0,-2-2 0,-10-4 0,-10 2 0,-16 7 0,-8 11 0,-5 12 0,-2 9 0,2 6 0,-2 1 0,9 5 0,8 11 0,12 13 0,9 15 0,7 7 0,6 0 0,12-6 0,13-14 0,18-7 0,9-11 0,1-4 0,2-4 0,-13-7 0,-9-11 0,-12-13 0,-14-12 0,-1-4 0,-3 1 0,-12 10 0,-16 11 0,-15 11 0,-16 8 0,-2 2 0,5 3 0,4 9 0,11 9 0,12 9 0,10 5 0,10 2 0,8-2 0,-2-12 0,2-7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6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5315 425 24575,'-4'12'0,"-7"16"0,-15 23 0,-24 23 0,11-22 0,-6 3 0,-7 3 0,-6 0-1659,-8 6 1,-5 1 1658,20-19 0,-3-1 0,0 0 0,-2-3 0,-1-2 0,-1 0 0,-6 3 0,-1-1 0,-1-3 0,1-3 0,-1-2 0,0-3 0,1-2 0,0-3 0,-2-2 0,1-3 0,-2-2 0,0-2 0,-30 1 0,-1-5 0,1-3 0,-1-3 0,2-3 0,2-2 0,6-1 0,2-2 0,0 2 0,2-2 0,10 0 0,2-2 0,4-4 0,2-4-80,2-2 0,2-5 80,3-3 0,0-3 0,0 0 0,1 0 0,5 0 0,1 1 0,2-1 0,1 0 0,2 1 0,0-1 0,-4-1 0,1-1 0,1 1 0,1-1-221,0 3 1,1-1 220,1 1 0,0 0 0,-36-18 0,3 5 0,10-2 0,5 3 0,-2 1 0,11 3 0,4 6 0,2 0 2347,6 3-2347,-4-3 1040,3 1-1040,-2-4 531,0-3-531,-1-5 0,4-3 0,3 0 0,4-4 0,5 1 0,3 1 0,8 0 0,2 1 0,2 4 0,2 5 0,1 1 0,3-2 0,-1-3 0,-1-1 0,2-1 0,1 3 0,0 3 0,1 2 0,-3 5 0,2 5 0,4 4 0,1 6 0,1 1 0,-1 2 0,-2 2 0,-1 9 0,-5 14 0,-3 16 0,-4 14 0,-1 11 0,-2 8 0,-3 1 0,-2 1 0,-1-10 0,4-11 0,5-8 0,5-13 0,4-8 0,1-8 0,2-3 0,1 0 0,0-10 0,3-13 0,2-17 0,2-12 0,0-5 0,3 2 0,8 2 0,4 1 0,6 3 0,2 2 0,-2 0 0,1 4 0,-3 6 0,0 2 0,2 6 0,-3 4 0,0 1 0,-3 5 0,-4 2 0,0 2 0,0 3 0,-1-1 0,0 1 0,0 0 0,0 1 0,0 1 0,0 1 0,2 0 0,0 0 0,8 0 0,9 6 0,15 8 0,11 4 0,-1 4 0,4 0 0,-1 1 0,5 1 0,8 3 0,-1-3 0,-5-3 0,-7-2 0,-10-4 0,-7-1 0,-9-2 0,-8 1 0,-7-2 0,-4 0 0,-3 0 0,-4 3 0,-3 11 0,-2-13 0,0 6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0 24575,'-9'3'0,"-2"8"0,-11 20 0,-5 13 0,-13 43 0,20-40 0,1 1 0,4 3 0,2 1 0,1 2 0,5-2 0,4 25 0,0 9 0,3-16 0,5-6 0,15-5 0,26-17 0,25-10 0,11-15 0,7-12-435,0-5 435,-3 0 0,-6 0 0,-14 0 0,-11 0 0,-9-2 0,-5-7 0,-7-8 435,-10-10-435,-8-6 0,-7-4 0,-4-2 0,-7-2 0,-10-1 0,-13-1 0,-11-1 0,-19-1 0,-3 3 0,-7 5 0,3 7 0,7 4 0,-4 3 0,6 2 0,-1 2 0,9 4 0,8 1 0,8 3 0,14 4 0,6 4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7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 24575,'-35'0'0,"4"0"0,-1 0 0,1 7 0,-1 19 0,-1 16 0,1 20 0,5 10 0,3 12-447,13-34 0,0 2 447,2 5 0,1 0 0,3-3 0,1-3 0,0 35-113,4-10 113,0-10 0,0 6 0,0-1 0,7-17 0,17-15 889,20-15-889,24-15 0,23-6-239,-41-3 0,1-3 239,2-2 0,-1-4 0,42-18 0,-15-12 0,-9-16 0,-10-5 0,-4-8 0,-14 3 0,-16 9 0,-12-1 0,-11-7 0,-1-12 0,-7-3 0,-17 2 0,-22 6 0,-17 10 0,-12 5 0,-1 10 0,2 8 0,3 3 0,31 18 0,11 3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8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6 24575,'-6'29'0,"-1"10"0,-3 15 0,1 15 0,5 13-759,1-31 0,2 2 759,0 2 0,0 1 0,1 0 0,-1-1 0,1-1 0,0-3 371,-1 33-371,14-5 281,18-20-281,23-19 0,19-18 0,10-16 0,7-5 0,-7-4 0,-10-7 0,-6-17 0,-5-19 0,1-15 0,-9-6 0,-16-5 0,-11-12 0,-10 0 0,-5-3 0,-12 6 0,-19 10 0,-17-3 0,-17 13 0,-7 12 0,1 10 0,4 12 0,6 5 770,8 6-770,9 6 0,16 3 0,5 5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0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56 145 19329,'-12'0'0,"2"1"2429,0 8-2429,3 12 0,0 24 0,2 17 0,1 21 0,3 2 0,1 0 0,0 7 0,0-11 0,0 15 0,0-15 0,7-10 893,10-8-893,25-16 463,12-8-463,16-15 0,-1-13 0,-9-11 1461,4 0-1461,-10 0 0,3-5 0,-5-9 0,-12-14 0,-5-14 0,-10-9 0,-7-15 0,-6-7 0,-7-4 0,-4-1 0,-5 2 0,-7 1 0,-8-4 0,-12 5 0,-8 5 0,1 10 0,-3 7 0,2 3 0,1 4 0,2 3 0,4 6 0,5 13 0,1 7 0,4 8 0,8 6 0,6 1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0 445 24575,'23'0'0,"20"-4"0,27-11 0,-22 2 0,5-1-2211,10-5 1,2-2 2210,3-4 0,4 0 0,20-3 0,4-1 0,-23 8 0,3-1 0,0 0-903,3 2 0,2 1 1,2 1 902,5-1 0,3 2 0,-1 1 0,-4 2 0,-1 2 0,0 2 0,2 2 0,0 1 0,1 2 0,6-1 0,3 1 0,-1 1-515,2 2 1,0 1-1,0 1 515,1-1 0,0 0 0,-1 1 0,-4-1 0,-1 1 0,-1 1 0,-7 0 0,0 2 0,-2 2 0,-5 0 0,0 2 0,-1 2-578,-3 1 0,0 3 0,-1 1 578,-4 2 0,-1 1 0,-2 2 191,25 7 1,-5 2-192,-13 0 0,-5-1 0,-16-5 0,-2 0 0,-3 1 0,-1-1 2022,44 20-2022,-44-20 0,0 2 0,2 2 0,-2 0 0,35 23 0,-12-4 0,-13-6 3225,-13-8-3225,-10-6 2703,-9-2-2703,-5-7 1619,-4-1-1619,-3-6 455,-1-3-455,-5-8 0,-9-9 0,-13-10-6784,-11-11 6784,-13-14 0,-5-8 0,-1-5 0,-4-2 0,5 7 0,3 6 0,7 10 0,6 7 6784,10 9-6784,4 8 0,7 8 0,15 10 0,17 15 0,11 9 0,7 6 0,2 5 0,-1 0 0,1-1 0,-5-6 0,-7-5 0,-9-4 0,0-1 0,-1 0 0,-2-1 0,-2 2 0,0 1 0,-1 1 0,-2-4 0,-1 0 0,-2-4 0,-4-2 0,-2-3 0,-4-2 0,-2-1 0,-2 1 0,-5 1 0,-9 1 0,-10 0 0,-8 1 0,-6 0 0,0 1 0,-1-1 0,4 0 0,4 0 0,7-1 0,11 0 0,6-6 0,7-1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4690 0 24575,'-14'0'0,"-11"0"0,-22 3 0,-44 21 0,21 2 0,-6 5-3213,-13 6 0,-5 5 3213,20-7 0,-1 3 0,-2 0 0,-5 3 0,-1 1 0,-1 1-670,17-8 0,0 0 0,0 0 0,0 1 670,0 0 0,0 1 0,0 0 0,0 0 0,0 0 0,0-1 0,0 0 0,0 1 0,-19 12 0,-1-1 0,1 0 0,0-2 0,1-1 0,-1 0 0,-2 2 0,-1-1 0,1-1-71,7-3 0,1-1 1,3-3 70,13-6 0,1-2 0,2 0-1849,-28 15 0,2-1 1849,11-6 0,2-2 0,12-6 0,1-1 640,1 1 0,2-1-640,-23 11 0,2 1 0,1 2 0,9-3 2515,9-4-2515,6-3 2031,10-5-2031,2 3 6584,4 0-6584,2 0 606,-1-4-606,5-5 0,3-4 0,4-2 0,6-1 0,2-2 0,1 0 0,0 0 0,1-2 0,3 1 0,-2-1 0,-1 1 0,-2 2 0,-1 3 0,-1 4 0,-2 3 0,-1 1 0,-3-3 0,4-1 0,0 0 0,3-3 0,3 0 0,-1-3 0,3-2 0,2-1 0,2-1 0,0-2 0,-1-3 0,0-2 0,-1-2 0,2-9 0,4-15 0,3-11 0,2-18 0,0-12 0,0-15 0,2-11-540,8-2 540,7 0 0,9 6 0,4 3 0,-4 17 0,0 11 0,-6 17 0,-3 12 0,-5 13 0,-6 20 540,-3 14-540,-5 19 0,-7 11 0,-5 6 0,-6 7 0,-2 0 0,0-4 0,0-5 0,3-9 0,5-7 0,4-7 0,3-4 0,1-7 0,0-2 0,3-2 0,0-5 0,3 2 0,0-3 0,0 1 0,0 1 0,2-4 0,8-4 0,18 1 0,16-2 0,16-1 0,12 0 0,2-4 0,6 1 0,-1-1 0,0 0 0,-6 0 0,-10 2 0,-14 4 0,-13 2 0,-8 3 0,-14-5 0,-3-1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13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0 411 24575,'21'0'0,"28"0"0,40 0 0,-28 0 0,4 0-4916,16 0 1,5 0 4618,10 0 1,6 0 296,-21 0 0,3 0 0,0 0-868,3 0 1,0 0 0,1 0 867,5 0 0,1 0 0,-1 0 152,-4 0 0,-2 0 1,0 0-153,0 0 0,0 0 0,0 0 0,3 0 0,1 0 0,-1 0 0,-4 0 0,-1 0 0,0 0 0,2 0 0,0 0 0,-4 0 0,19 0 0,-6 0-255,-13 0 0,-4 0 255,-7 0 0,-3 0 0,-6 0 0,-2 0 0,-2 0 0,-3 0 3161,36 0-3161,-20 0 0,-14 0 0,-8 0 5232,-10 0-5232,-12 0 3367,-5 0-3367,-1 0 1319,-3 0-1319,-2 0 0,-2 0 0,-5-2 0,-4-2 0,-5-5 0,-10-6 0,-16-7 0,-20-11 0,-32-14 0,31 20 0,-2-1-260,-2 0 0,0 0 260,2 2 0,2 1 0,-29-12 0,12 6 0,11 11 0,12 5 0,13 6 0,15 5 0,20 6 520,18 7-520,18 10 0,13 11 0,11 5 0,5 6 0,3 2 0,-3-3 0,-3 3 0,-13-7 0,-9-5 0,-11-1 0,-9-5 0,-6-2 0,-5-2 0,-6-1 0,-5 2 0,-2 2 0,-3-3 0,-5 1 0,-9-1 0,-11 2 0,-7 0 0,-3-3 0,1-3 0,5-4 0,3 0 0,4-1 0,-1 0 0,-2 0 0,10-5 0,4-2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30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2408 24575,'7'-2'0,"7"-6"0,6-8 0,6-2 0,12-8 0,8-5 0,6-6 0,1-4 0,-2 2 0,2-1 0,9-1 0,7-6 0,2 0 0,-30 19 0,2-1 0,39-27-483,-33 25 1,1 0 482,-3 2 0,-1 1 0,-1 3 0,-1 1-248,5-2 0,-1 1 248,38-18 0,-38 19 0,0 1 0,-2 0 0,-1 1 0,41-20 0,-4-1 0,-5 1 0,-7 4 0,-2-1 0,9-3 0,-1 1 0,7-5 0,-2-2 0,-7 7 0,4-4 0,-3 5 0,-3 2 0,-4 3 0,-3 4 0,-5 1 0,-1 0 0,-1 1 940,3 0-940,2 0 0,-3 0 521,1-1-521,-1 0 0,1 0 0,6-1 0,-4 0 0,-3 1 0,0 0 0,-4 1 0,3-1 0,1 0 0,-1 1 0,-4-1 0,-1 1 0,-4 4 0,-5 4 0,-6 5 0,-4 3 0,-6 2 0,-3 2 0,-2 1 0,-4 0 0,1 1 0,-1-1 0,2 2 0,-1 1 0,1 2 0,-1 0 0,-2 0 0,2-1 0,0-1 0,0 1 0,3 1 0,-3-2 0,-3 2 0,-3 0 0,-2 0 0,2 3 0,0-2 0,0 0 0,-1-1 0,-1 0 0,-4 0 0,-10 0 0,-20-2 0,-18-1 0,-36-5 0,-22-4-353,46 7 1,0-1 352,-2 0 0,2-1 0,-36-7-51,12 1 51,5 1 0,8 3 0,12 3 0,9 0 0,10 3 703,9-2-703,2 3 53,3 1-53,12 0 0,18 3 0,20 1 0,17 0 0,21 2 0,6 4 0,3 3 0,1 5 0,-16 0 0,-2 1 0,-10 1 0,-10 1 0,-8-1 0,-10-1 0,-5-2 0,-4-2 0,-4 1 0,-3-1 0,-4 0 0,-2 0 0,-3 0 0,0-1 0,0 0 0,0 0 0,0-1 0,0 0 0,-2 0 0,-3 0 0,-5-1 0,-6 1 0,-4 3 0,-4 2 0,-1 2 0,1-1 0,2 0 0,0-3 0,4 0 0,1-1 0,-1 0 0,6-1 0,2 0 0,3-2 0,2-1 0,-3 1 0,1 0 0,3-2 0,-1-2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3T17:44:3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5077 1034 24575,'-9'-4'0,"-4"-4"0,-6-6 0,-1-2 0,-9-8 0,0-4 0,-5 4 0,0 0 0,7 8 0,-4-1 0,-1-2 0,-1 0 0,-2-3 0,1 2 0,-1-1 0,-6 0 0,-14-4 0,-11-8 0,-15-6-679,-4-1 679,39 17 0,-1 0 0,2 1 0,-1 0 0,0-2 0,0-1 0,-1-1 0,0-1 0,3 1 0,-1 0 0,-3-2 0,-2 0 0,-6-1 0,-2 0 0,-2 2 0,-1 0 0,-2 3 0,1 1 0,6 4 0,1 1 0,-38-9 0,0 6 0,6 5 0,36 8 0,-2 1 0,-44-4 0,0 4 0,46 4 0,0 1 0,-43 1 0,40 0 0,-1 1 0,0 1 0,0 1 0,2 2 0,-1 1 0,-4 4 0,1 2 0,7 2 0,1 1 0,-47 15 0,4 4 0,11-8 0,-5 1 0,0-4 0,-4-3 0,-6 2 0,2 0 0,3 0 0,3-1 0,1-3 0,-3-1 0,2 1 0,1-1 0,2 1 0,8 1-48,3 5 48,5 0 0,6 3 0,2-1 0,11-5 0,7-1 0,4-4 677,6-3-677,0 0 50,4 1-50,5-1 0,4 0 0,4-3 0,6 0 0,1-3 0,3-7 0,2-8 0,2-15 0,7-12 0,5-4 0,14-20 0,3 1 0,-1 0 0,-2 4 0,-8 15 0,0 1 0,-3 5 0,0 6 0,-3 7 0,-3 5 0,-4 8 0,-2 10 0,-3 14 0,-6 15 0,-5 16 0,-7 9 0,-3 5 0,0-2 0,1-7 0,4-8 0,3-7 0,2-8 0,3-7 0,4-4 0,3-4 0,3-3 0,6-3 0,9-3 0,14-2 0,13-3 0,12 0 0,8 0 0,7 0 0,0 0 0,1 0 0,0 0 0,-10 0 0,-2 0 0,-10 2 0,-10 4 0,-5 2 0,-9 2 0,-5 1 0,-6-5 0,-5-1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45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5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48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870 968 24575,'0'37'0,"0"19"0,0 37-1229,0-37 1,0 3 1228,0 8 0,0 4 0,0 7 0,0 2-998,-2 5 0,0 1 998,3 10 0,2 3 0,1-31 0,2 1 0,2 0 0,2 1 0,1-1 0,3 0 0,2 2 0,1 0 0,2-1-536,-1-1 0,1-1 0,0-2 536,6 22 0,0-3 0,-2-7 0,0-3-512,-2-7 0,0-1 512,-2-4 0,0 1 0,0 1 0,-1 0 0,-1-3 0,0-1 0,-1-2 0,0-2 0,-2-5 0,0-2 254,2 2 0,0 0-254,0-4 0,1 0 0,15 37 0,3-3 0,-3-11 0,0 1 0,6 2 0,0-5 0,3 1 0,-5-9 1772,-1 0-1772,0-3 2849,-3-6-2849,7 5 0,0-2 0,9 11 0,5 3 983,3 9-983,-4-4 0,-5-8 0,-1 0 0,0-2 0,7 7 0,-3-4 0,2-5 0,2 3 0,-7-10 528,-2-3-528,2 1 0,-5-8 0,12 7 0,3 3 0,-1-3 0,5 1 0,1-4 0,11 1 0,8-1 0,-37-26 0,1 0 0,2-1 0,-1-3 0,39 11 0,-35-16 0,1-1-248,-2 0 1,1 0 247,5-1 0,0 0 0,-5-1 0,-1-1 0,41 6 0,-3-6 0,-6-2 0,10-3 0,-7-4 0,4 0 0,-5-1 0,0 0 0,-4 0 0,-4 0 0,-2 0 0,-4 0 434,-1 0-434,-2 0 0,1 0 0,-2 0 0,-8 0 506,-3-4-506,-2-7 0,3-6 0,9-7 0,0-4 0,1 0 0,-4 1 0,0 1 0,-2 4 0,0 2 0,0 1 0,-4 2 0,-1 1 0,-4-2 0,-1 0 0,-1-4 0,-5 0 0,-3 1 0,0-2 0,2-5 0,3-9 0,9-11 0,2-10 0,-1-8 0,3-8-434,-10 2 434,1-4 0,-1-1 0,-3 1 0,0-3 0,-4 7 0,-4 3 0,-6 7 0,-5 1 0,-3-6 0,0-12 0,-1-12 0,-11 42 0,-2-2-287,-1-2 1,-1-1 286,-2-1 0,-1 0 0,-1 2 0,-1-1 0,-1 2 0,-1 0 0,1-6 0,-1 0 0,0 4 0,0-1 0,0 0 0,0 0 0,0-44 0,0 19 0,0-5 0,0 1 0,0 2 0,0-2 0,0-3 0,0 2 0,0-4 0,0 1 0,0 1 0,0 36 0,0-2 0,0-1 0,0 0 0,0-6 0,0-1 0,-1-4 0,-2-1-654,0 0 1,-1-2 653,-1-5 0,1-1 0,-3-1 0,1-2 0,2-2 0,0 1 0,1 7 0,1 2 0,-2 6 0,0 2 0,0-36 277,-2 20-277,-3 9 0,1 9 0,-4-1 544,-2 1-544,-4 0 1365,-5-4-1365,-5-5 0,-6-6 0,-5-7-659,-7-3 659,18 38 0,0 1 0,-1 5 0,-2 0 0,-4-2 0,-3 0 0,-1 0 0,-2 2 0,-3 1 0,-2 1 0,2 2 0,-1 2 0,0 5 0,-1 4 0,-2 0 0,-1 2 0,-5 0 0,-2 2-815,-13-3 0,-3 2 815,-5 0 0,-4 2-1105,-8 0 1,-2 1 1104,-6 1 0,-2 1 0,30 6 0,0 1 0,0 0 0,-3 2 0,1 1 0,-1 1 0,2 0 0,0 1 0,0 0 0,-29-1 0,1 1 0,3 0 0,1 0 0,4 0 0,0 1 0,1 1 0,0 1 0,-4-1 0,-1 2 0,-3 0 0,0 2 0,3-2 0,0 2 0,-3 0 0,-2 1 0,30 0 0,-1 1 0,-1 0-860,-3 2 0,-1 1 0,-1 0 860,-7 1 0,-2 1 0,0 0 0,-3 1 0,1 1 0,-1 0 0,0 0 0,0 0 0,0 0 0,0 0 0,-1-1 0,1 0 0,2 0 0,1 0 0,0-1 0,-1 0 0,1-1 0,2 0 0,6-2 0,1 1 0,3-2 0,-17 2 0,3-2 0,6-2 0,4 0-82,11-2 0,1 0 82,3 0 0,0 0 236,2 0 1,6 0 0,-1 0 0,26 0-1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 24575,'-10'0'0,"-15"0"0,-14 0 0,-4 0 0,-11 0 0,3 0 0,-2 0 0,-3 0 0,12 0 0,6 0 0,5 0 0,5 0 0,0 0 0,-5 2 0,0 7 0,-1 12 0,3 15 0,3 19 0,3 14 0,6 12 0,7-3 0,8 4 0,3-3 0,1-1 0,0-2 0,0-14 0,0-14 0,0-16 0,0-8 0,8-8 0,15-1 0,18-5 0,16-5 0,4-3 0,1-2 0,1-2 0,-2-4 0,-5-4 0,-9-2 0,-14 1 0,-8 1 0,-7 2 0,-7 3 0,-4 3 0,-4 2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24575,'0'14'0,"0"9"0,0 9 0,0 9 0,0-6 0,0 1 0,0-5 0,0-9 0,0-8 0,0-7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303 24575,'-15'-6'0,"-5"2"0,-11-3 0,-17-4 0,-15 0 0,-8 0 0,-12 3 0,-5 6-642,38 1 1,-2 1 641,-7 0 0,-1 0 0,-1 0 0,1 0 0,5 0 0,1 0 97,-45 0-97,7 3 0,8 10 0,5 3 0,15 8 0,16-2 0,2 1 959,-2 3-959,4 5 227,5 4-227,4 2 0,5 1 0,4 1 0,1 4 0,3 3 0,2 4 0,1-1 0,6 1 0,7-1 0,3 3 0,3 5 0,0-2 0,0-1 0,0-4 0,0 0 0,7 4 0,6 2 0,14 4 0,13-2 0,3-1 0,6-3 0,3-6 0,3 0 0,5-3 0,1-4 0,-5-5 0,-3-10 0,-8-4 0,-3-6 0,0-3 0,7 1 0,14-3 0,5-2 0,2-5 0,2-2 0,11-2 0,3 1 0,2-1-517,4-3 517,-4-8 0,-37 3 0,0-3 0,45-14 0,-13-3 0,6 0 0,-19 3 0,4 1 0,-3-3 0,-14-2 0,6-6 0,-6-1 0,-5 0 0,-5 1 517,-7 0-517,-7-1 0,-8 0 0,-6 1 0,-4-3 0,-3-7 0,1-6 0,-4-6 0,-2-4 0,-5 6 0,-2-3 0,0-2 0,-5-10 0,-9-10 0,-15-7-742,-20 1 742,19 44 0,-4 2 0,-4-1 0,-2 2 0,-3 1 0,0 1 0,3 5 0,-1 0 0,-7-1 0,-1 2 0,3 3 0,0 2 0,-4 2 0,-1 1 0,2 2 0,0 1 0,-46-7 0,43 14 0,1 2 0,-34-1 0,3 4 0,49 8 0,11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4601 1 24575,'-5'4'0,"-7"-2"0,-18 0 0,-24-2 0,-26 0 0,24 0 0,-5 0 0,-13 0 0,-5 0-1581,-6 0 1,-4 0 1580,23 0 0,-2 0 0,-1 0-582,-2 0 0,-1 0 1,0 0 581,0 0 0,0 0 0,-1 0 0,-2 0 0,0 0 0,1 0 0,3 0 0,1 0 0,3 0-480,-21 0 1,4 0 479,13 0 0,4 0 0,-31 0-558,20 0 558,1 2 1883,13 1-1883,5 0 2545,15 2-2545,6-2 1213,-2 3-1213,4-1 782,-7 2-782,-3-1 0,-3 1 0,-9 5 0,-1 5 0,-4 3 0,-7-1 0,0-2 0,3-3 0,-2 1 0,2 2 0,-10 5 0,0-1 0,2 2 0,6-1 0,9 0 0,-7 1 0,7-2 0,-4 3 0,4-1 0,3 6 0,6 0 0,5-2 0,0 4 0,4-4 0,-2 2 0,-1 1 0,2 1 0,-4 1 0,3 0 0,5-5 0,3-2 0,3-2 0,3 3 0,-2 0 0,3 2 0,2 1 0,2-1 0,5 2 0,4 0 0,2 3 0,4-1 0,2 4 0,2 6 0,3 5 0,2 10 0,0 3 0,1 3 0,6 12 0,13 4 0,14-2 0,18-4 0,11-11-647,11-2 647,-33-30 0,1 0 0,1-2 0,2 0 0,1-2 0,2 0 0,-2-2 0,1-2 0,39 18 0,-2-2 0,0-2 0,7 0 0,-41-17 0,3 0 0,2-1 0,2 0 0,0 0 0,1 0 0,1-1 0,0-1 0,-4-1 0,-1-1 0,-3-2 0,1 0 0,-1-1 0,0 1 0,0-2 0,1 0 0,1 0 0,0 0 0,45 8 0,-6-4 0,3 1 0,-12-2 0,4-3 0,1-4 0,-2-4 0,-34-1 0,2-1 0,0 1 0,1-1 0,2 0 0,2 0 0,1 0 0,1 0 0,0 0 0,0 0 0,1 0 0,0 0 0,-5 0 0,1 0 0,3 0 0,2 0 0,0 0 0,1 0 0,-3 0 0,1 0 0,2 0 0,-2 0 0,37 0 0,-45-2 0,-1 0 0,40-3 0,-8 1-163,-1 0 163,-12 4 0,7-2 0,-1-2 0,-6-1 0,-5-4 0,-1-1 0,-4-2 642,3-4-642,-1-1 168,1-3-168,4 0 0,-1 0 0,-1-3 0,-1-4 0,-8 0 0,-3 1 0,-4 1 0,-2 0 0,5-3 0,-1-4 0,-2 0 0,-7 1 0,-7-2 0,-8 1 0,-3-6 0,-3-7 0,-3-6 0,-3-4 0,-6 2 0,-4 4 0,-3 1 0,-3 4 0,0 2 0,0 1 0,0-2 0,-8-12 0,-4-1 0,-11-12 0,-5-2 0,-3 3 0,-3-5 0,4 11 0,-3 0 0,3 5 0,1 7 0,1 3 0,4 4 0,-1 4 0,0 4 0,-1 3 0,-2 0 0,-1 2 0,-3-4 0,0 1 0,-1 1 0,0-2 0,-3 2 0,-2 3 0,-6-3 0,-3 2 0,-5-4 0,0 0 0,1 1 0,-1-4 0,5 4 0,7 4 0,9 5 0,7 6 0,5 2 0,0 2 0,2 3 0,3 4 0,-1 2 0,9 3 0,-1 1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966 9 24575,'-4'-4'0,"-5"1"0,-4 1 0,-6 2 0,-7 0 0,-10 0 0,-10 0 0,-12 0 0,-11 0 0,-7 0 0,-5 0 0,-1 0 0,3 6 0,7 12 0,13 8 0,8 15 0,8 8 0,5 4 0,1 10 0,13-9 0,6 3 0,6 0 0,5 0 0,3 7 0,2-4 0,1 0 0,11-1 0,16-3 0,19-7 0,12-16 0,4-11 0,6-7 0,6-6 0,4-2 0,-5-4 0,-15-3 0,-15 0 0,-12 0 0,-6 0 0,-5 0 0,-2 0 0,-5-2 0,-6 2 0,-3-2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24575,'7'0'0,"2"0"0,2 0 0,0 0 0,-1 0 0,-2 1 0,-2 9 0,-4 12 0,-2 10 0,0 9 0,-3-2 0,-2-2 0,-1-3 0,0-4 0,4-3 0,1-6 0,0-4 0,-1-6 0,2-5 0,4-3 0,10-2 0,7-1 0,3 0 0,-3 0 0,-5-2 0,-1 0 0,-2 0 0,2-2 0,2 1 0,-1 0 0,2 0 0,-10 3 0,-1-1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7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 1 24575,'2'0'0,"-12"0"0,-15 0 0,-11 0 0,-16 0 0,5 0 0,-13 0 0,-15 0 0,8 0 0,-11 0 0,9 7 0,8 12 0,-4 17 0,17 10 0,4 17 0,10 3 0,11 3 0,7 4 0,15 5 0,0-1 0,9-5 0,18-17 0,13-28 0,14-7 0,3-11 0,3-2 0,1-3 0,2-3 0,-5 0 0,-10-1 0,-8 0 0,-11 0 0,-7 0 0,-4 0 0,-6-2 0,-6 2 0,-3-2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24575,'8'0'0,"7"0"0,8 0 0,9 0 0,10 0 0,-2 0 0,-3 0 0,-9 0 0,-10 0 0,-5 0 0,-3 1 0,-5 5 0,-5 9 0,-5 5 0,-6 2 0,-7 0 0,-2-7 0,-1-1 0,4-1 0,4-3 0,5-1 0,3 0 0,3-1 0,5 0 0,4 0 0,4 2 0,3 0 0,-2 0 0,0-1 0,-1 3 0,-1 3 0,0 0 0,-2 0 0,-3-3 0,-1-2 0,-3-3 0,-3-2 0,-5-3 0,-6-2 0,5 0 0,1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24575,'23'0'0,"17"0"0,31 0 0,-22 0 0,3 0-410,1 0 1,3 0 409,9 0 0,2 0-569,6 0 1,1 0 568,-3 0 0,0 0 0,-1 0 0,-1 0 0,-7 0 0,-3 0-187,40 0 187,-8 0 0,-23 0 0,-24 0 0,-17 0 570,-17 0-570,-15 0 0,2 0 0,-7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24575,'19'0'0,"18"0"0,43 0 0,-27 0 0,3 0-945,8 0 1,2 0 944,5 0 0,2 0 0,0 0 0,-1 0 0,-7 0 0,0 0 0,0 0 0,-1 0 0,-9 0 0,-3 0 0,26 0 610,-15 0-610,-37 0 78,-4 0 0,-12 0 0,-4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0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 24575,'-1'-5'0,"6"3"0,10 0 0,14 2 0,28 0 0,19 2 0,14 4-398,-31-1 1,0 3 397,-3 0 0,0 2 0,-1 0 0,1 2 0,-2-1 0,-2 1-81,36 7 81,-6-1 0,-19-2 0,-16 0 0,-20-4 0,-7-4 792,-10-4-792,-6 0 84,-2 3-84,-2 1 0,0 4 0,0 4 0,-2 10 0,-6 12 0,-13 13 0,-20 20 0,12-27 0,-2 1-336,-3 1 0,-1 0 336,0 1 0,0 0 0,3-3 0,0 0 0,-27 31 0,5-3 0,12-18 0,12-20 0,9-8 0,8-11 0,1-4 0,1-3 0,6-6 0,1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1 24575,'-28'0'0,"4"0"0,-5 0 0,-5 0 0,-5 0 0,-10 0 0,-1 0 0,-4 0 0,1 0 0,0 5 0,-1 10 0,5 18 0,-6 23 0,2 9 0,0 15-550,25-34 0,2 1 550,-1 5 0,1 2 0,-3 10 0,2 1 0,2 1 0,4-1 0,3-4 0,4 0 0,4-2 0,3-1-115,2 36 115,2-9 0,13-10 0,18-22 0,11-12 0,18-22 0,6-11 1093,2-8-1093,0 0 0,-12 0 122,-10 0-122,-7-1 0,-4-6 0,3-3 0,-1-2 0,0-4 0,1 2 0,0 1 0,-1 1 0,-1 5 0,-4 1 0,-4 0 0,-6 3 0,-3 0 0,-4 3 0,-7 0 0,-1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24575,'0'13'0,"0"6"0,0 10 0,0 8 0,0 4 0,0 0 0,0-2 0,0-5 0,0-4 0,0-5 0,0-6 0,0-4 0,0-7 0,0-4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1 234 23948,'16'0'0,"20"0"311,33 0-311,-20 0 0,3 0 0,7 0 0,2 0-754,6 0 0,2 0 754,4 0 0,-1 0 0,-4 0 0,-3 0 0,-3 0 0,-3 0-2,-5 0 1,-2 0 1,45 0 0,0 0 0,-5 0 0,-14 0 146,-18 0-146,-15 0 0,-12 0 0,-12 0 1206,-8 0-1206,-7-3 475,-12-4-475,-18-5 0,-18-6 0,-12-3 0,-6-4 0,-6-2 0,0 0 0,1 0 0,9 4 0,14 4 0,10 7 0,11 6 0,6 2 0,11 1 0,16 5 0,12 7 0,31 17 0,13 9 0,5 2 0,0-2 0,-21-10 0,-8-2 0,-12-3 0,-8-3 0,-6-3 0,-4-3 0,-1-1 0,-3 0 0,-2 0 0,-2-1 0,-3 1 0,-2-1 0,-1 1 0,0-1 0,0 1 0,-4 2 0,-7 2 0,-4 2 0,-4-1 0,1-2 0,1-1 0,0-1 0,2 0 0,3-2 0,4 1 0,2 0 0,0-3 0,1 1 0,2-1 0,-1 0 0,1 2 0,1-4 0,-1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0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859 10 24575,'-1'-5'0,"-11"3"0,-19 0 0,-39 2 0,-18 2-377,38 2 1,0 1 376,-2 5 0,2 3 0,-33 21 0,5 9 0,5 13 0,10 3 0,7 12 0,8 8 0,19 2 0,11 9 0,11-6 0,7 0 0,5-2 0,14-4 0,25 3 0,-11-43 0,6-4 0,7 0 0,4-4 0,4-2 0,2-3 0,1-3 0,2-3 0,-4-2 0,1-3 0,-5-4 0,0-1 0,41 1 144,-14-5-144,-10-4 0,-15-1 0,-14 0 0,-14 0 0,-8 0 141,-6 0 1,-6 0-1,-2 0 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1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24575,'3'0'0,"11"0"0,17 0 0,12 0 0,6 0 0,-3 0 0,1 2 0,-3 4 0,-11 9 0,-7 13 0,-16 18 0,-4 13 0,-9 0 0,-9 3 0,-10-6 0,-2-6 0,0-6 0,7-12 0,5-9 0,4-8 0,13-5 0,10-6 0,8-2 0,14-2 0,5 0 0,10 0 0,5 0 0,2 0 0,0 0 0,-3 0 0,-2 0 0,-7 0 0,-8 0 0,-9 0 0,-16 0 0,-5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4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24575,'-2'1'0,"5"10"0,12 14 0,15 21 0,14 15 0,13 17 0,-22-33 0,1 1-360,-1-4 1,1-1 359,-1-1 0,1-2 0,31 30 0,-5-6 0,6 1 0,-6-9 0,-4-6 0,-9-9 177,-9-7-177,-1-2 0,-11-8 0,-5-6 0,-5 0 0,-2-4 0,1 0 542,-1 0-542,-3-1 0,-3-3 0,0-1 0,0-2 0,-1 0 0,1 0 0,-1-2 0,0-1 0,0-2 0,-2-2 0,-2-5 0,-5-5 0,-6-8 0,-9-15 0,-8-8 0,-6-4 0,0 0 0,2 9 0,3 2 0,3 3 0,4 7 0,1 4 0,2 6 0,3 6 0,4 11 0,9 13 0,10 12 0,12 8 0,6 2 0,2 1 0,1-1 0,-3-1 0,-3-5 0,-5-5 0,-7-7 0,-2-5 0,-4-3 0,-3-2 0,-2 0 0,-1 1 0,-1 0 0,-6 5 0,-8 4 0,-14 8 0,-13 6 0,-12 5 0,-2 2 0,1-3 0,5-5 0,9-5 0,6-7 0,10-4 0,5-4 0,6-4 0,5-3 0,1-1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5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709 10 24575,'-6'-5'0,"-8"3"0,-7 0 0,-7 2 0,-13 0 0,0 0 0,-5 0 0,-3 7 0,0 14 0,-10 23 0,-7 27-622,32-26 1,1 4 621,1 6 0,1 3 0,0 8 0,1 2 0,5-4 0,3 0 0,5-3 0,4-1-261,3-5 1,4-2 260,3 46 0,2-5 0,9-20 0,16-21 0,28-28 0,14-10 0,5-8 0,6-3 0,-5-4 1209,2 0-1209,-4 0 555,-14 0-555,-12 0 0,-9-4 0,-10-2 0,-7 1 0,-7-2 0,-3 2 0,-1 0 0,-3-1 0,2 2 0,-4 2 0,0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6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24575,'13'0'0,"4"0"0,8 0 0,11 0 0,1 0 0,-3 0 0,-5 0 0,-13 0 0,-3 4 0,-7 5 0,-4 6 0,-1 2 0,-1-2 0,0-2 0,-2 0 0,-3 3 0,-9 5 0,-8 7 0,-6 2 0,-1 0 0,3-3 0,4-6 0,2-3 0,5-5 0,7-2 0,4-3 0,6-1 0,11-2 0,10-3 0,7-2 0,6 0 0,-1 0 0,2 0 0,0 0 0,-3 0 0,-6 0 0,-6 2 0,-6 2 0,-6 2 0,-4 3 0,-4 1 0,-1 1 0,-1 4 0,-7 4 0,-10 2 0,-12 1 0,-6 0 0,1-1 0,1 0 0,3-1 0,-2-1 0,4-2 0,2-2 0,13-8 0,3-2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59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48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870 968 24575,'0'37'0,"0"19"0,0 37-1229,0-37 1,0 3 1228,0 8 0,0 4 0,0 7 0,0 2-998,-2 5 0,0 1 998,3 10 0,2 3 0,1-31 0,2 1 0,2 0 0,2 1 0,1-1 0,3 0 0,2 2 0,1 0 0,2-1-536,-1-1 0,1-1 0,0-2 536,6 22 0,0-3 0,-2-7 0,0-3-512,-2-7 0,0-1 512,-2-4 0,0 1 0,0 1 0,-1 0 0,-1-3 0,0-1 0,-1-2 0,0-2 0,-2-5 0,0-2 254,2 2 0,0 0-254,0-4 0,1 0 0,15 37 0,3-3 0,-3-11 0,0 1 0,6 2 0,0-5 0,3 1 0,-5-9 1772,-1 0-1772,0-3 2849,-3-6-2849,7 5 0,0-2 0,9 11 0,5 3 983,3 9-983,-4-4 0,-5-8 0,-1 0 0,0-2 0,7 7 0,-3-4 0,2-5 0,2 3 0,-7-10 528,-2-3-528,2 1 0,-5-8 0,12 7 0,3 3 0,-1-3 0,5 1 0,1-4 0,11 1 0,8-1 0,-37-26 0,1 0 0,2-1 0,-1-3 0,39 11 0,-35-16 0,1-1-248,-2 0 1,1 0 247,5-1 0,0 0 0,-5-1 0,-1-1 0,41 6 0,-3-6 0,-6-2 0,10-3 0,-7-4 0,4 0 0,-5-1 0,0 0 0,-4 0 0,-4 0 0,-2 0 0,-4 0 434,-1 0-434,-2 0 0,1 0 0,-2 0 0,-8 0 506,-3-4-506,-2-7 0,3-6 0,9-7 0,0-4 0,1 0 0,-4 1 0,0 1 0,-2 4 0,0 2 0,0 1 0,-4 2 0,-1 1 0,-4-2 0,-1 0 0,-1-4 0,-5 0 0,-3 1 0,0-2 0,2-5 0,3-9 0,9-11 0,2-10 0,-1-8 0,3-8-434,-10 2 434,1-4 0,-1-1 0,-3 1 0,0-3 0,-4 7 0,-4 3 0,-6 7 0,-5 1 0,-3-6 0,0-12 0,-1-12 0,-11 42 0,-2-2-287,-1-2 1,-1-1 286,-2-1 0,-1 0 0,-1 2 0,-1-1 0,-1 2 0,-1 0 0,1-6 0,-1 0 0,0 4 0,0-1 0,0 0 0,0 0 0,0-44 0,0 19 0,0-5 0,0 1 0,0 2 0,0-2 0,0-3 0,0 2 0,0-4 0,0 1 0,0 1 0,0 36 0,0-2 0,0-1 0,0 0 0,0-6 0,0-1 0,-1-4 0,-2-1-654,0 0 1,-1-2 653,-1-5 0,1-1 0,-3-1 0,1-2 0,2-2 0,0 1 0,1 7 0,1 2 0,-2 6 0,0 2 0,0-36 277,-2 20-277,-3 9 0,1 9 0,-4-1 544,-2 1-544,-4 0 1365,-5-4-1365,-5-5 0,-6-6 0,-5-7-659,-7-3 659,18 38 0,0 1 0,-1 5 0,-2 0 0,-4-2 0,-3 0 0,-1 0 0,-2 2 0,-3 1 0,-2 1 0,2 2 0,-1 2 0,0 5 0,-1 4 0,-2 0 0,-1 2 0,-5 0 0,-2 2-815,-13-3 0,-3 2 815,-5 0 0,-4 2-1105,-8 0 1,-2 1 1104,-6 1 0,-2 1 0,30 6 0,0 1 0,0 0 0,-3 2 0,1 1 0,-1 1 0,2 0 0,0 1 0,0 0 0,-29-1 0,1 1 0,3 0 0,1 0 0,4 0 0,0 1 0,1 1 0,0 1 0,-4-1 0,-1 2 0,-3 0 0,0 2 0,3-2 0,0 2 0,-3 0 0,-2 1 0,30 0 0,-1 1 0,-1 0-860,-3 2 0,-1 1 0,-1 0 860,-7 1 0,-2 1 0,0 0 0,-3 1 0,1 1 0,-1 0 0,0 0 0,0 0 0,0 0 0,0 0 0,-1-1 0,1 0 0,2 0 0,1 0 0,0-1 0,-1 0 0,1-1 0,2 0 0,6-2 0,1 1 0,3-2 0,-17 2 0,3-2 0,6-2 0,4 0-82,11-2 0,1 0 82,3 0 0,0 0 236,2 0 1,6 0 0,-1 0 0,26 0-1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 24575,'-10'0'0,"-15"0"0,-14 0 0,-4 0 0,-11 0 0,3 0 0,-2 0 0,-3 0 0,12 0 0,6 0 0,5 0 0,5 0 0,0 0 0,-5 2 0,0 7 0,-1 12 0,3 15 0,3 19 0,3 14 0,6 12 0,7-3 0,8 4 0,3-3 0,1-1 0,0-2 0,0-14 0,0-14 0,0-16 0,0-8 0,8-8 0,15-1 0,18-5 0,16-5 0,4-3 0,1-2 0,1-2 0,-2-4 0,-5-4 0,-9-2 0,-14 1 0,-8 1 0,-7 2 0,-7 3 0,-4 3 0,-4 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24575,'0'14'0,"0"9"0,0 9 0,0 9 0,0-6 0,0 1 0,0-5 0,0-9 0,0-8 0,0-7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303 24575,'-15'-6'0,"-5"2"0,-11-3 0,-17-4 0,-15 0 0,-8 0 0,-12 3 0,-5 6-642,38 1 1,-2 1 641,-7 0 0,-1 0 0,-1 0 0,1 0 0,5 0 0,1 0 97,-45 0-97,7 3 0,8 10 0,5 3 0,15 8 0,16-2 0,2 1 959,-2 3-959,4 5 227,5 4-227,4 2 0,5 1 0,4 1 0,1 4 0,3 3 0,2 4 0,1-1 0,6 1 0,7-1 0,3 3 0,3 5 0,0-2 0,0-1 0,0-4 0,0 0 0,7 4 0,6 2 0,14 4 0,13-2 0,3-1 0,6-3 0,3-6 0,3 0 0,5-3 0,1-4 0,-5-5 0,-3-10 0,-8-4 0,-3-6 0,0-3 0,7 1 0,14-3 0,5-2 0,2-5 0,2-2 0,11-2 0,3 1 0,2-1-517,4-3 517,-4-8 0,-37 3 0,0-3 0,45-14 0,-13-3 0,6 0 0,-19 3 0,4 1 0,-3-3 0,-14-2 0,6-6 0,-6-1 0,-5 0 0,-5 1 517,-7 0-517,-7-1 0,-8 0 0,-6 1 0,-4-3 0,-3-7 0,1-6 0,-4-6 0,-2-4 0,-5 6 0,-2-3 0,0-2 0,-5-10 0,-9-10 0,-15-7-742,-20 1 742,19 44 0,-4 2 0,-4-1 0,-2 2 0,-3 1 0,0 1 0,3 5 0,-1 0 0,-7-1 0,-1 2 0,3 3 0,0 2 0,-4 2 0,-1 1 0,2 2 0,0 1 0,-46-7 0,43 14 0,1 2 0,-34-1 0,3 4 0,49 8 0,11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4601 1 24575,'-5'4'0,"-7"-2"0,-18 0 0,-24-2 0,-26 0 0,24 0 0,-5 0 0,-13 0 0,-5 0-1581,-6 0 1,-4 0 1580,23 0 0,-2 0 0,-1 0-582,-2 0 0,-1 0 1,0 0 581,0 0 0,0 0 0,-1 0 0,-2 0 0,0 0 0,1 0 0,3 0 0,1 0 0,3 0-480,-21 0 1,4 0 479,13 0 0,4 0 0,-31 0-558,20 0 558,1 2 1883,13 1-1883,5 0 2545,15 2-2545,6-2 1213,-2 3-1213,4-1 782,-7 2-782,-3-1 0,-3 1 0,-9 5 0,-1 5 0,-4 3 0,-7-1 0,0-2 0,3-3 0,-2 1 0,2 2 0,-10 5 0,0-1 0,2 2 0,6-1 0,9 0 0,-7 1 0,7-2 0,-4 3 0,4-1 0,3 6 0,6 0 0,5-2 0,0 4 0,4-4 0,-2 2 0,-1 1 0,2 1 0,-4 1 0,3 0 0,5-5 0,3-2 0,3-2 0,3 3 0,-2 0 0,3 2 0,2 1 0,2-1 0,5 2 0,4 0 0,2 3 0,4-1 0,2 4 0,2 6 0,3 5 0,2 10 0,0 3 0,1 3 0,6 12 0,13 4 0,14-2 0,18-4 0,11-11-647,11-2 647,-33-30 0,1 0 0,1-2 0,2 0 0,1-2 0,2 0 0,-2-2 0,1-2 0,39 18 0,-2-2 0,0-2 0,7 0 0,-41-17 0,3 0 0,2-1 0,2 0 0,0 0 0,1 0 0,1-1 0,0-1 0,-4-1 0,-1-1 0,-3-2 0,1 0 0,-1-1 0,0 1 0,0-2 0,1 0 0,1 0 0,0 0 0,45 8 0,-6-4 0,3 1 0,-12-2 0,4-3 0,1-4 0,-2-4 0,-34-1 0,2-1 0,0 1 0,1-1 0,2 0 0,2 0 0,1 0 0,1 0 0,0 0 0,0 0 0,1 0 0,0 0 0,-5 0 0,1 0 0,3 0 0,2 0 0,0 0 0,1 0 0,-3 0 0,1 0 0,2 0 0,-2 0 0,37 0 0,-45-2 0,-1 0 0,40-3 0,-8 1-163,-1 0 163,-12 4 0,7-2 0,-1-2 0,-6-1 0,-5-4 0,-1-1 0,-4-2 642,3-4-642,-1-1 168,1-3-168,4 0 0,-1 0 0,-1-3 0,-1-4 0,-8 0 0,-3 1 0,-4 1 0,-2 0 0,5-3 0,-1-4 0,-2 0 0,-7 1 0,-7-2 0,-8 1 0,-3-6 0,-3-7 0,-3-6 0,-3-4 0,-6 2 0,-4 4 0,-3 1 0,-3 4 0,0 2 0,0 1 0,0-2 0,-8-12 0,-4-1 0,-11-12 0,-5-2 0,-3 3 0,-3-5 0,4 11 0,-3 0 0,3 5 0,1 7 0,1 3 0,4 4 0,-1 4 0,0 4 0,-1 3 0,-2 0 0,-1 2 0,-3-4 0,0 1 0,-1 1 0,0-2 0,-3 2 0,-2 3 0,-6-3 0,-3 2 0,-5-4 0,0 0 0,1 1 0,-1-4 0,5 4 0,7 4 0,9 5 0,7 6 0,5 2 0,0 2 0,2 3 0,3 4 0,-1 2 0,9 3 0,-1 1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966 9 24575,'-4'-4'0,"-5"1"0,-4 1 0,-6 2 0,-7 0 0,-10 0 0,-10 0 0,-12 0 0,-11 0 0,-7 0 0,-5 0 0,-1 0 0,3 6 0,7 12 0,13 8 0,8 15 0,8 8 0,5 4 0,1 10 0,13-9 0,6 3 0,6 0 0,5 0 0,3 7 0,2-4 0,1 0 0,11-1 0,16-3 0,19-7 0,12-16 0,4-11 0,6-7 0,6-6 0,4-2 0,-5-4 0,-15-3 0,-15 0 0,-12 0 0,-6 0 0,-5 0 0,-2 0 0,-5-2 0,-6 2 0,-3-2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24575,'7'0'0,"2"0"0,2 0 0,0 0 0,-1 0 0,-2 1 0,-2 9 0,-4 12 0,-2 10 0,0 9 0,-3-2 0,-2-2 0,-1-3 0,0-4 0,4-3 0,1-6 0,0-4 0,-1-6 0,2-5 0,4-3 0,10-2 0,7-1 0,3 0 0,-3 0 0,-5-2 0,-1 0 0,-2 0 0,2-2 0,2 1 0,-1 0 0,2 0 0,-10 3 0,-1-1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7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 1 24575,'2'0'0,"-12"0"0,-15 0 0,-11 0 0,-16 0 0,5 0 0,-13 0 0,-15 0 0,8 0 0,-11 0 0,9 7 0,8 12 0,-4 17 0,17 10 0,4 17 0,10 3 0,11 3 0,7 4 0,15 5 0,0-1 0,9-5 0,18-17 0,13-28 0,14-7 0,3-11 0,3-2 0,1-3 0,2-3 0,-5 0 0,-10-1 0,-8 0 0,-11 0 0,-7 0 0,-4 0 0,-6-2 0,-6 2 0,-3-2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24575,'8'0'0,"7"0"0,8 0 0,9 0 0,10 0 0,-2 0 0,-3 0 0,-9 0 0,-10 0 0,-5 0 0,-3 1 0,-5 5 0,-5 9 0,-5 5 0,-6 2 0,-7 0 0,-2-7 0,-1-1 0,4-1 0,4-3 0,5-1 0,3 0 0,3-1 0,5 0 0,4 0 0,4 2 0,3 0 0,-2 0 0,0-1 0,-1 3 0,-1 3 0,0 0 0,-2 0 0,-3-3 0,-1-2 0,-3-3 0,-3-2 0,-5-3 0,-6-2 0,5 0 0,1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24575,'23'0'0,"17"0"0,31 0 0,-22 0 0,3 0-410,1 0 1,3 0 409,9 0 0,2 0-569,6 0 1,1 0 568,-3 0 0,0 0 0,-1 0 0,-1 0 0,-7 0 0,-3 0-187,40 0 187,-8 0 0,-23 0 0,-24 0 0,-17 0 570,-17 0-570,-15 0 0,2 0 0,-7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24575,'19'0'0,"18"0"0,43 0 0,-27 0 0,3 0-945,8 0 1,2 0 944,5 0 0,2 0 0,0 0 0,-1 0 0,-7 0 0,0 0 0,0 0 0,-1 0 0,-9 0 0,-3 0 0,26 0 610,-15 0-610,-37 0 78,-4 0 0,-12 0 0,-4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0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 24575,'-1'-5'0,"6"3"0,10 0 0,14 2 0,28 0 0,19 2 0,14 4-398,-31-1 1,0 3 397,-3 0 0,0 2 0,-1 0 0,1 2 0,-2-1 0,-2 1-81,36 7 81,-6-1 0,-19-2 0,-16 0 0,-20-4 0,-7-4 792,-10-4-792,-6 0 84,-2 3-84,-2 1 0,0 4 0,0 4 0,-2 10 0,-6 12 0,-13 13 0,-20 20 0,12-27 0,-2 1-336,-3 1 0,-1 0 336,0 1 0,0 0 0,3-3 0,0 0 0,-27 31 0,5-3 0,12-18 0,12-20 0,9-8 0,8-11 0,1-4 0,1-3 0,6-6 0,1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1 24575,'-28'0'0,"4"0"0,-5 0 0,-5 0 0,-5 0 0,-10 0 0,-1 0 0,-4 0 0,1 0 0,0 5 0,-1 10 0,5 18 0,-6 23 0,2 9 0,0 15-550,25-34 0,2 1 550,-1 5 0,1 2 0,-3 10 0,2 1 0,2 1 0,4-1 0,3-4 0,4 0 0,4-2 0,3-1-115,2 36 115,2-9 0,13-10 0,18-22 0,11-12 0,18-22 0,6-11 1093,2-8-1093,0 0 0,-12 0 122,-10 0-122,-7-1 0,-4-6 0,3-3 0,-1-2 0,0-4 0,1 2 0,0 1 0,-1 1 0,-1 5 0,-4 1 0,-4 0 0,-6 3 0,-3 0 0,-4 3 0,-7 0 0,-1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24575,'0'13'0,"0"6"0,0 10 0,0 8 0,0 4 0,0 0 0,0-2 0,0-5 0,0-4 0,0-5 0,0-6 0,0-4 0,0-7 0,0-4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1 234 23948,'16'0'0,"20"0"311,33 0-311,-20 0 0,3 0 0,7 0 0,2 0-754,6 0 0,2 0 754,4 0 0,-1 0 0,-4 0 0,-3 0 0,-3 0 0,-3 0-2,-5 0 1,-2 0 1,45 0 0,0 0 0,-5 0 0,-14 0 146,-18 0-146,-15 0 0,-12 0 0,-12 0 1206,-8 0-1206,-7-3 475,-12-4-475,-18-5 0,-18-6 0,-12-3 0,-6-4 0,-6-2 0,0 0 0,1 0 0,9 4 0,14 4 0,10 7 0,11 6 0,6 2 0,11 1 0,16 5 0,12 7 0,31 17 0,13 9 0,5 2 0,0-2 0,-21-10 0,-8-2 0,-12-3 0,-8-3 0,-6-3 0,-4-3 0,-1-1 0,-3 0 0,-2 0 0,-2-1 0,-3 1 0,-2-1 0,-1 1 0,0-1 0,0 1 0,-4 2 0,-7 2 0,-4 2 0,-4-1 0,1-2 0,1-1 0,0-1 0,2 0 0,3-2 0,4 1 0,2 0 0,0-3 0,1 1 0,2-1 0,-1 0 0,1 2 0,1-4 0,-1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4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24575,'-2'1'0,"5"10"0,12 14 0,15 21 0,14 15 0,13 17 0,-22-33 0,1 1-360,-1-4 1,1-1 359,-1-1 0,1-2 0,31 30 0,-5-6 0,6 1 0,-6-9 0,-4-6 0,-9-9 177,-9-7-177,-1-2 0,-11-8 0,-5-6 0,-5 0 0,-2-4 0,1 0 542,-1 0-542,-3-1 0,-3-3 0,0-1 0,0-2 0,-1 0 0,1 0 0,-1-2 0,0-1 0,0-2 0,-2-2 0,-2-5 0,-5-5 0,-6-8 0,-9-15 0,-8-8 0,-6-4 0,0 0 0,2 9 0,3 2 0,3 3 0,4 7 0,1 4 0,2 6 0,3 6 0,4 11 0,9 13 0,10 12 0,12 8 0,6 2 0,2 1 0,1-1 0,-3-1 0,-3-5 0,-5-5 0,-7-7 0,-2-5 0,-4-3 0,-3-2 0,-2 0 0,-1 1 0,-1 0 0,-6 5 0,-8 4 0,-14 8 0,-13 6 0,-12 5 0,-2 2 0,1-3 0,5-5 0,9-5 0,6-7 0,10-4 0,5-4 0,6-4 0,5-3 0,1-1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0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8.7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685 9 24575,'-4'-4'0,"-8"1"0,-13 1 0,-14 2 0,-5 0 0,-4 0 0,-8 0 0,-7 0 0,-6 0 0,-1 8 0,9 12 0,3 18 0,7 22 0,10 13 0,14 14 0,14 5-436,9 4 436,4-11 0,0 1 0,5-12 0,9-16 0,12-5 0,15-21 0,15-3 0,9-6 0,6-10 436,1-6-436,-3-8 0,-4-7 0,-6-6 0,-9-7 0,-10 1 0,-11 3 0,-10 4 0,-4 3 0,-6 3 0,-2 1 0,-2 4 0,-3 1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9.7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24575,'8'0'0,"10"0"0,13 0 0,8 0 0,9 0 0,1 0 0,-2 0 0,-6 0 0,-14 0 0,-11 0 0,-7 10 0,-4 12 0,-6 11 0,-11 10 0,-9-2 0,-5 3 0,-3-4 0,7-8 0,1-6 0,7-10 0,17-5 0,9-4 0,20-5 0,15-2 0,4 0 0,10 0 0,-3 0 0,-2 0 0,-1 0 0,-11 0 0,-7 0 0,-9 0 0,-10 0 0,-7 0 0,-5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0.7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881 0 24575,'-15'0'0,"-9"0"0,-20 0 0,-15 0 0,-17 0 0,-10 0 0,0 0 0,-3 3 0,14 9 0,6 18 0,9 22 0,3 19-570,30-26 0,2 3 570,3 2 0,4 1 0,2-1 0,4-1 10,-2 46-10,7 4 0,8-7 0,12-1 0,27-15 0,30-30 0,-23-26 0,4-5 0,1-3 0,0-4 0,1-3 0,-1-2 0,44 0 0,-13-3 0,-5 0 0,-20 0 0,-6 0 0,-14 0 0,-10 0 212,-10 0 0,-10 0 1,-3 0-1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1.9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24575,'22'0'0,"1"0"0,11 0 0,2 0 0,-1 0 0,-7 0 0,2 0 0,-1 0 0,-3 0 0,0 0 0,-14 4 0,-4 4 0,-4 2 0,-2 3 0,-2 2 0,0 2 0,0 1 0,0 7 0,-3 1 0,-7 5 0,-8-3 0,-5-4 0,-2-4 0,4-6 0,5-1 0,5-3 0,6-1 0,3 0 0,2 0 0,1-1 0,7 1 0,8-1 0,9 4 0,4 4 0,1 2 0,-4 3 0,-3 1 0,-3-1 0,-6 0 0,-3 3 0,-5 1 0,-4-1 0,-6-1 0,-9-2 0,-8-2 0,-12-1 0,-3-2 0,0-3 0,1-1 0,7-1 0,12-4 0,5-3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63 24575,'-36'0'0,"-2"5"0,-8 6 0,0 16 0,-7 15 0,3 17 0,-5 17 0,11-7 0,12-1 0,5-12 0,12-7 0,2 9 0,7 5 0,3 3 0,2-2 0,5-7 0,11-7 0,13-5 0,21-9 0,16-9 0,5-11 0,15-7 0,0-4 0,-7-5 0,2-3 0,-17-6 0,0-14 0,0-11 0,-11-6 0,-7 2 0,-11 5 0,-7 1 0,-4-4 0,-4-2 0,-3-3 0,-6-8 0,-3-2 0,-4-3 0,-2 0 0,-4 4 0,-5 0 0,-11 0 0,-7 0 0,-2 7 0,0 5 0,-2 3 0,-1 6 0,-5-5 0,-2 5 0,-2 4 0,3 2 0,2 9 0,5 4 0,1 6 0,1 3 0,12 1 0,3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0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24575,'14'0'0,"13"0"0,25 0 0,17 4 0,-5 8 0,6 4 0,13 4 0,4 3-1801,-22-4 1,1 1-1,2 0 1801,6 2 0,2 0 0,-2-1 0,-8-3 0,0 0 0,-2-2-71,28 7 1,-2-2 70,-11-3 0,-3-2 0,-9-5 0,-4-2 512,-10-1 0,-2-1-512,38 5 0,-28-6 0,-23 0 2640,-16-3-2640,-11-2 1623,-11-8-1623,-10-5 0,-8-9 0,-7-10 256,-2-5-256,0-3 0,1 3 0,6 9 0,5 4 0,1 7 0,3 6 0,5 4 0,13 10 0,11 6 0,14 11 0,6 6 0,-2 3 0,6 6 0,-2 1 0,0 6 0,-4 0 0,-7-3 0,-5-1 0,-6-6 0,-3-4 0,-3-4 0,-3-5 0,-4-4 0,-2-4 0,-5-3 0,-5 1 0,-6-1 0,-3 0 0,-4 0 0,-1-1 0,1-2 0,-3 2 0,1 0 0,0 2 0,8-4 0,4-2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 8191,'-32'-11'0,"7"5"5063,-3 1-5063,11 5 2818,-4 0-2818,3 0 1719,0 0-1719,1 2 6784,1 12-6784,-2 17 0,0 21 0,1 23 0,5 6 0,8 5 0,2-3 0,2 6 0,-3-3 0,8-13 0,20-11 0,24-26 0,23-12 0,22-11-546,-42-11 0,2-1 546,6-1 0,1 0 0,0 0 0,-2 0-123,-5-2 1,-3-1 122,37-11 0,-17-13 0,-9-11 0,-19-9 0,-16-4 0,-16 2 0,-8 2 1079,-8 8-1079,-12 3 258,-16-1-258,-11 6 0,-2 4 0,2 8 0,1 5 0,2 3 0,-4 0 0,5 4 0,5 2 0,6 2 0,15 2 0,4 1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2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1 24575,'0'15'0,"0"10"0,-3 26 0,-8 7 0,-4 9 0,-3 9 0,-3 3-1614,-5 13 0,-4 3 1614,8-29 0,-1 2 0,0-5 0,-4 9 0,-1-3-25,1-2 1,0-2 24,4-11 0,0-4 0,-13 29 0,6-8 0,11-21 0,10-17 0,6-19 0,1-17 2362,2-21-2362,0-15 915,-4-13-915,-6-11 0,-7-1 0,-4-2 0,1 12 0,3 15 0,2 10 0,2 7 0,3 8 0,2 6 0,0 4 0,1 6 0,2 11 0,3 13 0,2 14 0,0 5 0,0 1 0,0 3 0,7 3 0,6 0 0,9-3 0,5-9 0,-1-7 0,-1-8 0,-3-7 0,-3-4 0,-3-5 0,-3-3 0,-1-4 0,1-2 0,-1 0 0,0-4 0,-4-5 0,1-6 0,0-6 0,3-3 0,3-8 0,2-2 0,3-3 0,0-1 0,0 2 0,2 4 0,0 3 0,2 6 0,-11 12 0,-1 3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71 24575,'-11'10'0,"-1"11"0,-5 16 0,2 19 0,-1 12 0,5 7 0,4 5 0,4 6 0,3-3 0,0 5 0,0-8 0,0-12 0,4-8 0,11-20 0,13-16 0,19-13 0,8-8 0,1-7 0,-2-8 0,-6-10 0,0-9 0,-4-7 0,-12 1 0,-11-1 0,-10-1 0,-8-2 0,0-9 0,-2-5 0,-1-1 0,0-2 0,-7 2 0,-11-1 0,-12-4 0,-8 3 0,-5 0 0,-1 7 0,2 5 0,2 8 0,2 14 0,3 8 0,1 9 0,2 4 0,3 0 0,11 2 0,3 1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2517 3092 24575,'-21'-31'0,"-23"-31"0,7 12 0,-4-7-3227,-9-12 1,-4-5 3226,12 16 0,-2-1 0,1-1 0,1 2 0,0 0 0,0 0 0,-1-1 0,0 0 0,0 1 0,-16-21 0,1 2 0,3 5 0,0 1-379,-5-5 0,-1-1 379,2 3 0,0-1 0,16 21 0,-1-1 0,1 1 0,-20-25 0,2 1 0,3 4 0,2 1 45,2 3 1,1 1-46,4 5 0,2 2-287,5 7 1,1 2 286,7 8 0,1 2 2394,-22-34-2394,2-6 0,6 4 0,2-2 0,12 14 0,10 16 0,5 6 2217,2 8-2217,5 4 1861,3 8-1861,0 1 864,1 4-864,1 3 357,1 0-357,4 2 0,-3 10 0,-3 13 0,-5 14 0,-6 11 0,-2 8 0,-4 1 0,-2-2 0,-6 2 0,-1-5 0,-1 0 0,6-5 0,1-10 0,6-5 0,2-6 0,3-4 0,5-2 0,-1-2 0,3-4 0,3-10 0,3-10 0,2-13 0,3-6 0,10-2 0,6-2 0,7 4 0,4 1 0,-3 7 0,-3 7 0,-2 3 0,-6 7 0,1 1 0,1 1 0,1 3 0,2 3 0,0 4 0,1 1 0,5 2 0,3 4 0,3 12 0,4 11 0,0 13 0,4 9 0,-4-4 0,-5-2 0,-3-8 0,-5-10 0,-3-3 0,-2-6 0,-4-2 0,1-1 0,-7-7 0,-1-1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24575,'3'-5'0,"23"3"0,28 0 0,-7 2 0,6 0 0,23-4 0,6-2 0,6 1 0,1-1-4252,5 0 1,-1 0 4251,-6 1 0,-2 1 0,2 3 0,1 2 90,7-1 0,1 0-90,-4 0 0,-1 0 0,-3 0 0,-3 0-335,-14 0 0,-3 0 335,-8 0 0,-2 0 0,-6 0 0,-3 0 0,28 0 5690,-30 0-5690,-14 0 2173,-17-4-2173,-18-4 1130,-16-7-1130,-19-9 0,-9-3 0,-10-6 0,-3-3 0,0 3 0,3 0 0,11 9 0,9 3 0,11 7 0,7 4 0,16 3 0,18 4 0,23 9 0,24 15 0,18 14 0,3 7-468,0 1 468,-5-4 0,-11 0 0,-3-1 0,-15-6 0,-15-8 0,-13-6 0,-11-3 0,-3-3 0,-4 0 468,-1-1-468,-3 1 0,-4 2 0,-4 1 0,-6 0 0,-5-1 0,-1-1 0,1-2 0,8-4 0,4-3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69 24575,'-6'0'0,"-1"0"0,-4 0 0,-4 2 0,-2 5 0,-1 10 0,3 12 0,2 18 0,4 15 0,1 4 0,3 1 0,4-3 0,0 2 0,1 3 0,0-8 0,13-7 0,19-17 0,32-5 0,32-9-502,-39-14 0,1-2 502,0-1 0,-1 0 0,-4-4 0,-1 0 0,37 1-151,-12-3 151,-1 0 0,-16-5 0,-2-16 0,-15-11 0,-15-18 996,-11-4-996,-12-2 159,-7-14-159,-9 4 0,-14-6 0,-24 0-596,-20 7 596,30 32 0,0 2 0,-39-16 0,7 10 0,9 12 0,3 4 0,7 1 0,6 8 0,6 2 0,8 5 0,8 4 0,11 0 0,5 1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8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24575,'12'13'0,"26"23"0,28 21 0,-17-20 0,9 4 0,2 2 0,10 4 0,3 2 0,3 0-2085,-9-6 0,3 0 1,2 1-1,-1-1 2085,1 0 0,1 0 0,0-1 0,-1-1 0,13 5 0,-2-2 0,1-1-442,3 0 0,0 0 0,-1-2 442,-5-4 0,-1-2 0,0 1 0,2 2 0,1 2 0,-3-2 121,-6-4 1,-2-1 0,-3-1-122,17 9 0,-5-4-254,-14-6 1,-4-5 253,-11-7 0,-3-2 3189,28 14-3189,-5-6 0,-23-8 3367,-18-6-3367,-12-9 2323,-8 0-2323,-2-6 928,-3-9-928,-4-8 0,-6-8 0,-5-6 0,-12-12 0,-4-1 0,-1 6 0,3 10 0,7 15 0,4 3 0,1 5 0,4 3 0,-1 3 0,-1 2 0,0 1 0,4 0 0,5 0 0,4 1 0,4 5 0,0 6 0,8 19 0,3 6 0,7 7 0,5 5 0,2-4 0,1 6 0,-2-7 0,-4-4 0,-6-6 0,-5-9 0,-5-6 0,-2-7 0,-1-3 0,-2-1 0,-6 1 0,-16 0 0,-26 1 0,-28 3 0,-28 2-344,46-8 1,0 1 343,1 1 0,1 0 0,-45 10-185,13-1 185,8-2 0,14-3 0,17-1 0,16-3 0,9-2 0,11-3 0,3-2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2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 9484,'-10'-2'0,"1"6"5116,-1 10-5116,2 14 2618,0 21-2618,4 11 0,0 18 0,3 12 0,1-7 0,0 10 0,3-10 0,15-11 1545,18-8-1545,22-32 0,9-16 5812,5-10-5812,0-6 0,0 0 0,4 0 0,-5-5 0,-4-5 0,-11-7 0,-15-7 0,-11-1 0,-11-3 0,-8-6 0,-6-6 0,-7-6 0,-17-4 0,-19-3 0,-14 6 0,-8 8 0,-1 9 0,-2 9 0,-6-1 0,-3 1 0,6 3 0,8 1 0,11 4 0,12 3 0,10 4 0,13 3 0,4 2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8 227 24575,'-8'5'0,"16"-3"0,14-2 0,33-5 0,28-8 0,-31 6 0,5-1 0,18-1 0,4 0-1131,-1 1 0,1 2 1131,3 2 0,0 0 0,-3 0 0,-2 0-120,-15 2 0,-2 0 120,0 0 0,-1-1 0,-6 1 0,-1 1 0,46 0-239,-6 1 239,-14 0 0,-17 0 0,-14 0 1627,-12 0-1627,-13 0 841,-7 0-841,-3 0 273,-5 0-273,-9 0 0,-20-3 0,-25-4 0,-21-7 0,-5-3 0,-2-1 0,1 2 0,8 3 0,5 2 0,10 0 0,12 2 0,6 2 0,8 3 0,10 0 0,17 1 0,18 1 0,19 2 0,21 13 0,3 5 0,7 9 0,-6 1 0,-6-4 0,2 1 0,-6-2 0,-1 0 0,-7-4 0,-12-3 0,-10-4 0,-6-1 0,-8-1 0,-4 0 0,-3-1 0,-2 1 0,-3-1 0,-8 3 0,-9 4 0,-6 3 0,-5 3 0,2 1 0,0-1 0,0 0 0,2-5 0,3-2 0,4-4 0,9-5 0,3-1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15769,'-12'0'0,"3"0"3788,-3 0-3788,1 2 1519,0 9-1519,-4 14 814,-1 21-814,2 25 0,0 8 0,6 0 0,3-2 0,1-7 2685,4-3-2685,0-4 0,0-9 0,7-10 0,21-11 0,13-12 0,25-12 0,4-6 0,13-3-554,13 0 554,-1-3 0,-3-5 0,-18-12 0,-8-12 0,-11-6 0,-7-1 0,-13 6 0,-8 3 0,-10 5 554,-6 4-554,-6 3 0,-5-2 0,0-1 0,-8-8 0,-16-6 0,-19-3 0,-18-2 0,-10 4 0,-4 3 0,-2 3 0,2 4 0,8 2 0,6 3 0,15 4 0,8 3 0,10 4 0,9 3 0,5 0 0,6 4 0,5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3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2380 291 24575,'-27'0'0,"-19"0"0,-25 0 0,-28 0 0,40 0 0,-2 0-973,-8 0 1,-2 0 972,-6 0 0,-2 0 0,0 0 0,0 0 0,-1 0 0,0 0 0,1 0 0,1 0 0,2 0 0,2 0 0,10 0 0,1 0 0,6 0 0,3 0 0,-35 0 0,9 0 468,3 0-468,10 0 0,5 0 0,10 0 0,6 0 0,6 0 1477,3 0-1477,4 0 0,4 0 0,1 0 0,6 0 0,0 0 0,1 0 0,6 0 0,0 0 0,1 0 0,3 0 0,3 0 0,18-6 0,22-10 0,16-5 0,13-8 0,-7 3 0,0 0 0,1-2 0,-3 1 0,-1 0 0,-10 4 0,-9 5 0,-9 3 0,-8 6 0,-4 1 0,-4 2 0,-9 3 0,-6 1 0,-9 2 0,-6 0 0,-7 0 0,-9 0 0,-8 2 0,-5 6 0,-3 9 0,-3 10 0,4 7 0,0 4 0,5 1 0,9-4 0,6-5 0,9-5 0,7-7 0,5-3 0,4-4 0,5-3 0,2 1 0,-1-1 0,4 2 0,9-1 0,10 1 0,12 1 0,4-1 0,2 0 0,3 1 0,0 0 0,1 1 0,-6-1 0,-5-2 0,-7-1 0,-7-2 0,-3-1 0,-4 0 0,0 0 0,0 1 0,-1 1 0,-1 0 0,-1-1 0,-3-4 0,-3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48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870 968 24575,'0'37'0,"0"19"0,0 37-1229,0-37 1,0 3 1228,0 8 0,0 4 0,0 7 0,0 2-998,-2 5 0,0 1 998,3 10 0,2 3 0,1-31 0,2 1 0,2 0 0,2 1 0,1-1 0,3 0 0,2 2 0,1 0 0,2-1-536,-1-1 0,1-1 0,0-2 536,6 22 0,0-3 0,-2-7 0,0-3-512,-2-7 0,0-1 512,-2-4 0,0 1 0,0 1 0,-1 0 0,-1-3 0,0-1 0,-1-2 0,0-2 0,-2-5 0,0-2 254,2 2 0,0 0-254,0-4 0,1 0 0,15 37 0,3-3 0,-3-11 0,0 1 0,6 2 0,0-5 0,3 1 0,-5-9 1772,-1 0-1772,0-3 2849,-3-6-2849,7 5 0,0-2 0,9 11 0,5 3 983,3 9-983,-4-4 0,-5-8 0,-1 0 0,0-2 0,7 7 0,-3-4 0,2-5 0,2 3 0,-7-10 528,-2-3-528,2 1 0,-5-8 0,12 7 0,3 3 0,-1-3 0,5 1 0,1-4 0,11 1 0,8-1 0,-37-26 0,1 0 0,2-1 0,-1-3 0,39 11 0,-35-16 0,1-1-248,-2 0 1,1 0 247,5-1 0,0 0 0,-5-1 0,-1-1 0,41 6 0,-3-6 0,-6-2 0,10-3 0,-7-4 0,4 0 0,-5-1 0,0 0 0,-4 0 0,-4 0 0,-2 0 0,-4 0 434,-1 0-434,-2 0 0,1 0 0,-2 0 0,-8 0 506,-3-4-506,-2-7 0,3-6 0,9-7 0,0-4 0,1 0 0,-4 1 0,0 1 0,-2 4 0,0 2 0,0 1 0,-4 2 0,-1 1 0,-4-2 0,-1 0 0,-1-4 0,-5 0 0,-3 1 0,0-2 0,2-5 0,3-9 0,9-11 0,2-10 0,-1-8 0,3-8-434,-10 2 434,1-4 0,-1-1 0,-3 1 0,0-3 0,-4 7 0,-4 3 0,-6 7 0,-5 1 0,-3-6 0,0-12 0,-1-12 0,-11 42 0,-2-2-287,-1-2 1,-1-1 286,-2-1 0,-1 0 0,-1 2 0,-1-1 0,-1 2 0,-1 0 0,1-6 0,-1 0 0,0 4 0,0-1 0,0 0 0,0 0 0,0-44 0,0 19 0,0-5 0,0 1 0,0 2 0,0-2 0,0-3 0,0 2 0,0-4 0,0 1 0,0 1 0,0 36 0,0-2 0,0-1 0,0 0 0,0-6 0,0-1 0,-1-4 0,-2-1-654,0 0 1,-1-2 653,-1-5 0,1-1 0,-3-1 0,1-2 0,2-2 0,0 1 0,1 7 0,1 2 0,-2 6 0,0 2 0,0-36 277,-2 20-277,-3 9 0,1 9 0,-4-1 544,-2 1-544,-4 0 1365,-5-4-1365,-5-5 0,-6-6 0,-5-7-659,-7-3 659,18 38 0,0 1 0,-1 5 0,-2 0 0,-4-2 0,-3 0 0,-1 0 0,-2 2 0,-3 1 0,-2 1 0,2 2 0,-1 2 0,0 5 0,-1 4 0,-2 0 0,-1 2 0,-5 0 0,-2 2-815,-13-3 0,-3 2 815,-5 0 0,-4 2-1105,-8 0 1,-2 1 1104,-6 1 0,-2 1 0,30 6 0,0 1 0,0 0 0,-3 2 0,1 1 0,-1 1 0,2 0 0,0 1 0,0 0 0,-29-1 0,1 1 0,3 0 0,1 0 0,4 0 0,0 1 0,1 1 0,0 1 0,-4-1 0,-1 2 0,-3 0 0,0 2 0,3-2 0,0 2 0,-3 0 0,-2 1 0,30 0 0,-1 1 0,-1 0-860,-3 2 0,-1 1 0,-1 0 860,-7 1 0,-2 1 0,0 0 0,-3 1 0,1 1 0,-1 0 0,0 0 0,0 0 0,0 0 0,0 0 0,-1-1 0,1 0 0,2 0 0,1 0 0,0-1 0,-1 0 0,1-1 0,2 0 0,6-2 0,1 1 0,3-2 0,-17 2 0,3-2 0,6-2 0,4 0-82,11-2 0,1 0 82,3 0 0,0 0 236,2 0 1,6 0 0,-1 0 0,26 0-1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 24575,'-10'0'0,"-15"0"0,-14 0 0,-4 0 0,-11 0 0,3 0 0,-2 0 0,-3 0 0,12 0 0,6 0 0,5 0 0,5 0 0,0 0 0,-5 2 0,0 7 0,-1 12 0,3 15 0,3 19 0,3 14 0,6 12 0,7-3 0,8 4 0,3-3 0,1-1 0,0-2 0,0-14 0,0-14 0,0-16 0,0-8 0,8-8 0,15-1 0,18-5 0,16-5 0,4-3 0,1-2 0,1-2 0,-2-4 0,-5-4 0,-9-2 0,-14 1 0,-8 1 0,-7 2 0,-7 3 0,-4 3 0,-4 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4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24575,'0'14'0,"0"9"0,0 9 0,0 9 0,0-6 0,0 1 0,0-5 0,0-9 0,0-8 0,0-7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303 24575,'-15'-6'0,"-5"2"0,-11-3 0,-17-4 0,-15 0 0,-8 0 0,-12 3 0,-5 6-642,38 1 1,-2 1 641,-7 0 0,-1 0 0,-1 0 0,1 0 0,5 0 0,1 0 97,-45 0-97,7 3 0,8 10 0,5 3 0,15 8 0,16-2 0,2 1 959,-2 3-959,4 5 227,5 4-227,4 2 0,5 1 0,4 1 0,1 4 0,3 3 0,2 4 0,1-1 0,6 1 0,7-1 0,3 3 0,3 5 0,0-2 0,0-1 0,0-4 0,0 0 0,7 4 0,6 2 0,14 4 0,13-2 0,3-1 0,6-3 0,3-6 0,3 0 0,5-3 0,1-4 0,-5-5 0,-3-10 0,-8-4 0,-3-6 0,0-3 0,7 1 0,14-3 0,5-2 0,2-5 0,2-2 0,11-2 0,3 1 0,2-1-517,4-3 517,-4-8 0,-37 3 0,0-3 0,45-14 0,-13-3 0,6 0 0,-19 3 0,4 1 0,-3-3 0,-14-2 0,6-6 0,-6-1 0,-5 0 0,-5 1 517,-7 0-517,-7-1 0,-8 0 0,-6 1 0,-4-3 0,-3-7 0,1-6 0,-4-6 0,-2-4 0,-5 6 0,-2-3 0,0-2 0,-5-10 0,-9-10 0,-15-7-742,-20 1 742,19 44 0,-4 2 0,-4-1 0,-2 2 0,-3 1 0,0 1 0,3 5 0,-1 0 0,-7-1 0,-1 2 0,3 3 0,0 2 0,-4 2 0,-1 1 0,2 2 0,0 1 0,-46-7 0,43 14 0,1 2 0,-34-1 0,3 4 0,49 8 0,11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2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4601 1 24575,'-5'4'0,"-7"-2"0,-18 0 0,-24-2 0,-26 0 0,24 0 0,-5 0 0,-13 0 0,-5 0-1581,-6 0 1,-4 0 1580,23 0 0,-2 0 0,-1 0-582,-2 0 0,-1 0 1,0 0 581,0 0 0,0 0 0,-1 0 0,-2 0 0,0 0 0,1 0 0,3 0 0,1 0 0,3 0-480,-21 0 1,4 0 479,13 0 0,4 0 0,-31 0-558,20 0 558,1 2 1883,13 1-1883,5 0 2545,15 2-2545,6-2 1213,-2 3-1213,4-1 782,-7 2-782,-3-1 0,-3 1 0,-9 5 0,-1 5 0,-4 3 0,-7-1 0,0-2 0,3-3 0,-2 1 0,2 2 0,-10 5 0,0-1 0,2 2 0,6-1 0,9 0 0,-7 1 0,7-2 0,-4 3 0,4-1 0,3 6 0,6 0 0,5-2 0,0 4 0,4-4 0,-2 2 0,-1 1 0,2 1 0,-4 1 0,3 0 0,5-5 0,3-2 0,3-2 0,3 3 0,-2 0 0,3 2 0,2 1 0,2-1 0,5 2 0,4 0 0,2 3 0,4-1 0,2 4 0,2 6 0,3 5 0,2 10 0,0 3 0,1 3 0,6 12 0,13 4 0,14-2 0,18-4 0,11-11-647,11-2 647,-33-30 0,1 0 0,1-2 0,2 0 0,1-2 0,2 0 0,-2-2 0,1-2 0,39 18 0,-2-2 0,0-2 0,7 0 0,-41-17 0,3 0 0,2-1 0,2 0 0,0 0 0,1 0 0,1-1 0,0-1 0,-4-1 0,-1-1 0,-3-2 0,1 0 0,-1-1 0,0 1 0,0-2 0,1 0 0,1 0 0,0 0 0,45 8 0,-6-4 0,3 1 0,-12-2 0,4-3 0,1-4 0,-2-4 0,-34-1 0,2-1 0,0 1 0,1-1 0,2 0 0,2 0 0,1 0 0,1 0 0,0 0 0,0 0 0,1 0 0,0 0 0,-5 0 0,1 0 0,3 0 0,2 0 0,0 0 0,1 0 0,-3 0 0,1 0 0,2 0 0,-2 0 0,37 0 0,-45-2 0,-1 0 0,40-3 0,-8 1-163,-1 0 163,-12 4 0,7-2 0,-1-2 0,-6-1 0,-5-4 0,-1-1 0,-4-2 642,3-4-642,-1-1 168,1-3-168,4 0 0,-1 0 0,-1-3 0,-1-4 0,-8 0 0,-3 1 0,-4 1 0,-2 0 0,5-3 0,-1-4 0,-2 0 0,-7 1 0,-7-2 0,-8 1 0,-3-6 0,-3-7 0,-3-6 0,-3-4 0,-6 2 0,-4 4 0,-3 1 0,-3 4 0,0 2 0,0 1 0,0-2 0,-8-12 0,-4-1 0,-11-12 0,-5-2 0,-3 3 0,-3-5 0,4 11 0,-3 0 0,3 5 0,1 7 0,1 3 0,4 4 0,-1 4 0,0 4 0,-1 3 0,-2 0 0,-1 2 0,-3-4 0,0 1 0,-1 1 0,0-2 0,-3 2 0,-2 3 0,-6-3 0,-3 2 0,-5-4 0,0 0 0,1 1 0,-1-4 0,5 4 0,7 4 0,9 5 0,7 6 0,5 2 0,0 2 0,2 3 0,3 4 0,-1 2 0,9 3 0,-1 1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966 9 24575,'-4'-4'0,"-5"1"0,-4 1 0,-6 2 0,-7 0 0,-10 0 0,-10 0 0,-12 0 0,-11 0 0,-7 0 0,-5 0 0,-1 0 0,3 6 0,7 12 0,13 8 0,8 15 0,8 8 0,5 4 0,1 10 0,13-9 0,6 3 0,6 0 0,5 0 0,3 7 0,2-4 0,1 0 0,11-1 0,16-3 0,19-7 0,12-16 0,4-11 0,6-7 0,6-6 0,4-2 0,-5-4 0,-15-3 0,-15 0 0,-12 0 0,-6 0 0,-5 0 0,-2 0 0,-5-2 0,-6 2 0,-3-2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24575,'7'0'0,"2"0"0,2 0 0,0 0 0,-1 0 0,-2 1 0,-2 9 0,-4 12 0,-2 10 0,0 9 0,-3-2 0,-2-2 0,-1-3 0,0-4 0,4-3 0,1-6 0,0-4 0,-1-6 0,2-5 0,4-3 0,10-2 0,7-1 0,3 0 0,-3 0 0,-5-2 0,-1 0 0,-2 0 0,2-2 0,2 1 0,-1 0 0,2 0 0,-10 3 0,-1-1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7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 1 24575,'2'0'0,"-12"0"0,-15 0 0,-11 0 0,-16 0 0,5 0 0,-13 0 0,-15 0 0,8 0 0,-11 0 0,9 7 0,8 12 0,-4 17 0,17 10 0,4 17 0,10 3 0,11 3 0,7 4 0,15 5 0,0-1 0,9-5 0,18-17 0,13-28 0,14-7 0,3-11 0,3-2 0,1-3 0,2-3 0,-5 0 0,-10-1 0,-8 0 0,-11 0 0,-7 0 0,-4 0 0,-6-2 0,-6 2 0,-3-2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24575,'8'0'0,"7"0"0,8 0 0,9 0 0,10 0 0,-2 0 0,-3 0 0,-9 0 0,-10 0 0,-5 0 0,-3 1 0,-5 5 0,-5 9 0,-5 5 0,-6 2 0,-7 0 0,-2-7 0,-1-1 0,4-1 0,4-3 0,5-1 0,3 0 0,3-1 0,5 0 0,4 0 0,4 2 0,3 0 0,-2 0 0,0-1 0,-1 3 0,-1 3 0,0 0 0,-2 0 0,-3-3 0,-1-2 0,-3-3 0,-3-2 0,-5-3 0,-6-2 0,5 0 0,1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24575,'23'0'0,"17"0"0,31 0 0,-22 0 0,3 0-410,1 0 1,3 0 409,9 0 0,2 0-569,6 0 1,1 0 568,-3 0 0,0 0 0,-1 0 0,-1 0 0,-7 0 0,-3 0-187,40 0 187,-8 0 0,-23 0 0,-24 0 0,-17 0 570,-17 0-570,-15 0 0,2 0 0,-7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6:5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24575,'19'0'0,"18"0"0,43 0 0,-27 0 0,3 0-945,8 0 1,2 0 944,5 0 0,2 0 0,0 0 0,-1 0 0,-7 0 0,0 0 0,0 0 0,-1 0 0,-9 0 0,-3 0 0,26 0 610,-15 0-610,-37 0 78,-4 0 0,-12 0 0,-4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0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 24575,'-1'-5'0,"6"3"0,10 0 0,14 2 0,28 0 0,19 2 0,14 4-398,-31-1 1,0 3 397,-3 0 0,0 2 0,-1 0 0,1 2 0,-2-1 0,-2 1-81,36 7 81,-6-1 0,-19-2 0,-16 0 0,-20-4 0,-7-4 792,-10-4-792,-6 0 84,-2 3-84,-2 1 0,0 4 0,0 4 0,-2 10 0,-6 12 0,-13 13 0,-20 20 0,12-27 0,-2 1-336,-3 1 0,-1 0 336,0 1 0,0 0 0,3-3 0,0 0 0,-27 31 0,5-3 0,12-18 0,12-20 0,9-8 0,8-11 0,1-4 0,1-3 0,6-6 0,1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943 1 24575,'-28'0'0,"4"0"0,-5 0 0,-5 0 0,-5 0 0,-10 0 0,-1 0 0,-4 0 0,1 0 0,0 5 0,-1 10 0,5 18 0,-6 23 0,2 9 0,0 15-550,25-34 0,2 1 550,-1 5 0,1 2 0,-3 10 0,2 1 0,2 1 0,4-1 0,3-4 0,4 0 0,4-2 0,3-1-115,2 36 115,2-9 0,13-10 0,18-22 0,11-12 0,18-22 0,6-11 1093,2-8-1093,0 0 0,-12 0 122,-10 0-122,-7-1 0,-4-6 0,3-3 0,-1-2 0,0-4 0,1 2 0,0 1 0,-1 1 0,-1 5 0,-4 1 0,-4 0 0,-6 3 0,-3 0 0,-4 3 0,-7 0 0,-1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2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24575,'0'13'0,"0"6"0,0 10 0,0 8 0,0 4 0,0 0 0,0-2 0,0-5 0,0-4 0,0-5 0,0-6 0,0-4 0,0-7 0,0-4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0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1 234 23948,'16'0'0,"20"0"311,33 0-311,-20 0 0,3 0 0,7 0 0,2 0-754,6 0 0,2 0 754,4 0 0,-1 0 0,-4 0 0,-3 0 0,-3 0 0,-3 0-2,-5 0 1,-2 0 1,45 0 0,0 0 0,-5 0 0,-14 0 146,-18 0-146,-15 0 0,-12 0 0,-12 0 1206,-8 0-1206,-7-3 475,-12-4-475,-18-5 0,-18-6 0,-12-3 0,-6-4 0,-6-2 0,0 0 0,1 0 0,9 4 0,14 4 0,10 7 0,11 6 0,6 2 0,11 1 0,16 5 0,12 7 0,31 17 0,13 9 0,5 2 0,0-2 0,-21-10 0,-8-2 0,-12-3 0,-8-3 0,-6-3 0,-4-3 0,-1-1 0,-3 0 0,-2 0 0,-2-1 0,-3 1 0,-2-1 0,-1 1 0,0-1 0,0 1 0,-4 2 0,-7 2 0,-4 2 0,-4-1 0,1-2 0,1-1 0,0-1 0,2 0 0,3-2 0,4 1 0,2 0 0,0-3 0,1 1 0,2-1 0,-1 0 0,1 2 0,1-4 0,-1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7:14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24575,'-2'1'0,"5"10"0,12 14 0,15 21 0,14 15 0,13 17 0,-22-33 0,1 1-360,-1-4 1,1-1 359,-1-1 0,1-2 0,31 30 0,-5-6 0,6 1 0,-6-9 0,-4-6 0,-9-9 177,-9-7-177,-1-2 0,-11-8 0,-5-6 0,-5 0 0,-2-4 0,1 0 542,-1 0-542,-3-1 0,-3-3 0,0-1 0,0-2 0,-1 0 0,1 0 0,-1-2 0,0-1 0,0-2 0,-2-2 0,-2-5 0,-5-5 0,-6-8 0,-9-15 0,-8-8 0,-6-4 0,0 0 0,2 9 0,3 2 0,3 3 0,4 7 0,1 4 0,2 6 0,3 6 0,4 11 0,9 13 0,10 12 0,12 8 0,6 2 0,2 1 0,1-1 0,-3-1 0,-3-5 0,-5-5 0,-7-7 0,-2-5 0,-4-3 0,-3-2 0,-2 0 0,-1 1 0,-1 0 0,-6 5 0,-8 4 0,-14 8 0,-13 6 0,-12 5 0,-2 2 0,1-3 0,5-5 0,9-5 0,6-7 0,10-4 0,5-4 0,6-4 0,5-3 0,1-1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0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7 675 24575,'0'-19'0,"-2"-1"0,5-15 0,6-3 0,11-7 0,11-12 0,8 0 0,3 1 0,2 2 0,4 9 0,4 0 0,16-1 0,7 6 0,-3 8 0,2 4 0,-3 5 0,3 6 0,3 5 0,-3 7 0,-9 5 0,-7-1 0,-4 1 0,-1 13 0,-7 6 0,2 17 0,-9 6 0,-7 3 0,2 13 0,-4 2 0,1 10 0,-2 13-542,-3 5 542,-5 6 0,-2 2 0,-7-3 0,-4 5 0,-4-6 0,-4-1 0,-3-5 0,-11 7 0,-9 0 0,-8-15 0,-5-9 0,1-18 0,-3 0 0,-4-1 0,-3-7 0,-3-5 0,-2-7 542,0-7-542,0-4 0,-1-4 0,4-3 0,1-3 0,3-4 0,5-3 0,1-3 0,7 0 0,0 0 0,4-2 0,1-4 0,-2-3 0,2-3 0,0-1 0,1 0 0,2-2 0,0-3 0,1-5 0,1-1 0,3-1 0,4 3 0,2 4 0,1 3 0,3 3 0,2 1 0,3 3 0,2-2 0,0-3 0,0-4 0,0-1 0,0 1 0,0 1 0,0 2 0,0 2 0,-2 3 0,-3 4 0,-1 3 0,-4 5 0,-3 6 0,-5 11 0,-6 12 0,-7 11 0,-2 11 0,-3 4 0,-1-1 0,3-1 0,-2-4 0,4-4 0,9-12 0,4-7 0,7-11 0,4-4 0,0-1 0,2-3 0,3-5 0,2-11 0,0-13 0,4-17 0,4-7 0,10-19 0,8-8 0,3 0 0,1 0 0,-7 19 0,-3 8 0,-2 8 0,-2 11 0,-2 6 0,-5 4 0,-1 6 0,0 3 0,-2 0 0,1 3 0,-1-1 0,3 1 0,2 2 0,7 0 0,4 0 0,12 0 0,10 0 0,5 0 0,16 0 0,1 0 0,5 0 0,2 0 0,-7 3 0,-1 3 0,-6 1 0,-9 2 0,-11-4 0,-10 0 0,-9-1 0,-5-1 0,-2-1 0,-4 0 0,-3-1 0,-2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8.7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685 9 24575,'-4'-4'0,"-8"1"0,-13 1 0,-14 2 0,-5 0 0,-4 0 0,-8 0 0,-7 0 0,-6 0 0,-1 8 0,9 12 0,3 18 0,7 22 0,10 13 0,14 14 0,14 5-436,9 4 436,4-11 0,0 1 0,5-12 0,9-16 0,12-5 0,15-21 0,15-3 0,9-6 0,6-10 436,1-6-436,-3-8 0,-4-7 0,-6-6 0,-9-7 0,-10 1 0,-11 3 0,-10 4 0,-4 3 0,-6 3 0,-2 1 0,-2 4 0,-3 1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49.7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24575,'8'0'0,"10"0"0,13 0 0,8 0 0,9 0 0,1 0 0,-2 0 0,-6 0 0,-14 0 0,-11 0 0,-7 10 0,-4 12 0,-6 11 0,-11 10 0,-9-2 0,-5 3 0,-3-4 0,7-8 0,1-6 0,7-10 0,17-5 0,9-4 0,20-5 0,15-2 0,4 0 0,10 0 0,-3 0 0,-2 0 0,-1 0 0,-11 0 0,-7 0 0,-9 0 0,-10 0 0,-7 0 0,-5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0.7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881 0 24575,'-15'0'0,"-9"0"0,-20 0 0,-15 0 0,-17 0 0,-10 0 0,0 0 0,-3 3 0,14 9 0,6 18 0,9 22 0,3 19-570,30-26 0,2 3 570,3 2 0,4 1 0,2-1 0,4-1 10,-2 46-10,7 4 0,8-7 0,12-1 0,27-15 0,30-30 0,-23-26 0,4-5 0,1-3 0,0-4 0,1-3 0,-1-2 0,44 0 0,-13-3 0,-5 0 0,-20 0 0,-6 0 0,-14 0 0,-10 0 212,-10 0 0,-10 0 1,-3 0-1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38:51.9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24575,'22'0'0,"1"0"0,11 0 0,2 0 0,-1 0 0,-7 0 0,2 0 0,-1 0 0,-3 0 0,0 0 0,-14 4 0,-4 4 0,-4 2 0,-2 3 0,-2 2 0,0 2 0,0 1 0,0 7 0,-3 1 0,-7 5 0,-8-3 0,-5-4 0,-2-4 0,4-6 0,5-1 0,5-3 0,6-1 0,3 0 0,2 0 0,1-1 0,7 1 0,8-1 0,9 4 0,4 4 0,1 2 0,-4 3 0,-3 1 0,-3-1 0,-6 0 0,-3 3 0,-5 1 0,-4-1 0,-6-1 0,-9-2 0,-8-2 0,-12-1 0,-3-2 0,0-3 0,1-1 0,7-1 0,12-4 0,5-3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1122 10 24575,'-22'-5'0,"-4"1"0,1 4 0,-12 0 0,-12 0 0,-3 0 0,-7 0 0,-12 0 0,3 0 0,-6 0 0,1 0 0,6 6 0,-6 13 0,2 24-4447,10 26 4447,8 15 0,28-35 0,2 4-652,0 6 1,2 4 651,-4 14 0,2 6 0,7-20 0,2 3 0,1 2-740,2 5 1,0 1 0,3 1 739,0 4 0,1 1 0,2 1 0,2 0 0,2 2 0,0-2 0,-1 0 0,1 0 0,2-2 0,1-2 0,2-1 0,3-1-466,2-6 1,3-1 0,4-3 465,14 23 0,9-4 0,9-5 0,8-5 0,7-8 0,5-5 0,7-4 0,5-7 0,6-9 0,3-6 0,6-5 0,1-6 509,-3-4 1,1-5-510,1-5 0,1-1 0,-3-2 0,1-1 0,3-3 0,1-1 0,-30-3 0,2 0 0,-1-2 0,-1-2 0,0-2 0,-1-2-151,30-10 0,-2-5 151,-10-5 0,-5-6 0,-6-4 0,-5-6 0,-8-2 0,-4-4 536,-6-3 0,-3-4-536,-5-6 0,-4-2 0,-6-2 0,-4-1 0,-4-3 0,-5-1 0,-3 1 0,-4 1 0,-3 9 0,-3 1 0,-2-4 0,-1 2 0,-2 11 0,-1 1 0,-1-1 0,0 0 683,1 0 1,-2 2-684,-10-42 0,2 40 0,-2 0 0,-5 4 0,-3 1 0,-3-3 0,-1 1 0,-18-35 0,17 40 0,-2 1 0,-22-34 0,-4 5 0,-6-1 0,5 10 0,-7-1 0,0 5 0,-11 2 0,1 7 0,1 8 0,1 10 0,9 8 0,-10 2 2428,3 1-2428,-2 0 1942,3 3-1942,8 0 1480,1 3-1480,4 2 358,4 1-358,2 4 0,3 2 0,4 3 0,4 3 0,8 0 0,13 0 0,5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6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1608 24575,'31'-7'0,"17"-11"0,42-25 0,-26 12 0,6-4-2152,-12 5 0,3-2 1,3-1 2151,12-6 0,4-2 0,2 0-823,-14 6 0,1 0 1,1 0-1,1-1 823,6-2 0,3-1 0,-1 1 0,0 0 0,-4 3 0,0 0 0,0 1 0,-1 0-169,-2 2 0,0-1 1,-1 1-1,0 2 169,19-8 0,-2 2 0,0 0 0,-4 2 0,-1 0 0,0 0-566,0 1 0,1 1 0,-1 0 566,-5 3 0,0 1 0,-2 1 275,-7 2 0,-1 1 0,-4 3-275,13-3 0,-4 3 1387,-9 2 1,-3 1-1388,31-5 0,-20 6 3040,-3 1-3040,-21 10 3046,-11 3-3046,-5-4 1804,-10 1-1804,-13 1 629,-21 0-629,-20 4 0,-17-4 0,-22 0 0,-12-2 0,-1-1 0,-3 1 0,18-1 0,8-1 0,3 2 0,15 2 0,9 2 0,20 2 0,20 1 0,26 5 0,29 4 0,12 6 0,11 4 0,0-1 0,-3 2 0,-6-2 0,-12-1 0,-12-2 0,-15-3 0,-12-1 0,-7 2 0,-9 5 0,-2 3 0,-16 10 0,-12 5 0,-10-2 0,-9 4 0,-1 0 0,-1 3 0,0 0 0,7-5 0,9-8 0,9-7 0,9-8 0,5-6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681 0 24575,'-64'20'0,"1"6"0,-16 19 0,32-6 0,0 6 0,-2 8 0,2 4-1641,-1 8 0,3 3 1641,2 5 0,5 1 0,10-1 0,7 2 0,1 5 0,5 1 0,3 4 0,5 2 0,2 2 0,4-1 0,0-4 0,1-2 0,0-4 0,3-1 0,6-8 0,4-3 0,5-10 0,7-3 0,8-2 0,8-4 0,17 3 0,6-4 0,5-2 0,4-4 0,11 0 0,4-3-981,4-4 0,3-5 981,0-8 0,2-5-426,-26-5 1,3-1-1,-1-2 426,1-1 0,1-2 0,0-1 0,1-1 0,-1 0 0,1-2 0,0-1 0,0-1 0,-2-2 0,-5-3 0,-1-2 0,-1-3-733,29-12 1,-4-6 732,-8-9 0,-5-6 0,-9-4 0,-5-5 0,-4-4 0,-5-1 0,-11 3 0,-5-2 0,-7 4 0,-5 0 324,-6 0 1,-4-1-325,-5 3 0,-3-1 0,-1-4 0,-2-1 0,-3 1 0,-3 1 0,-5 1 0,-5 2 0,-4 0 0,-6 2 0,-7 0 0,-5 1 0,-7 1 0,-3 0 0,-5 1 0,-2 1 373,-6 0 1,-3 1-374,-4 0 0,-2 2 0,-3-1 0,-2 2 0,-3 0 0,-1 2 0,1 2 0,1 1 0,1 2 0,1 2 0,10 6 0,2 3 0,8 3 0,1 2 2270,-39-10-2270,5 9 0,-8 0 0,8 7 0,12 5 1896,16 4-1896,9 3 674,12 1-674,10 1 0,10 0 0,7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9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24575,'-21'0'0,"10"0"0,9 0 0,28 7 0,40 13 0,-16-2 0,6 4 0,19 8 0,4 1-1642,0 0 0,3 1 1642,-7-4 0,5 1 0,4 0-957,-11-4 1,2 0 0,3 0 0,2 0 956,9 2 0,3 1 0,2-1 0,1 2-810,-8-4 0,3 1 0,1 1 0,-1-1 0,-3-2 810,9 2 0,-3-2 0,0 0 0,2 0 0,-14-4 0,2 0 0,0 0 0,0 0 0,-2-2 0,13 3 0,-2-1 0,0 0 0,-2-1-542,-4-1 0,-1-1 0,-1 1 0,1-1 542,1 1 0,0 1 0,-1-2 0,-4 0 0,4 0 0,-4-2 0,-1 2 0,3 1 0,-1 1 0,-2-2 41,-11-2 0,-2-2 0,-2 1-41,23 6 0,-3-1 888,-3 0 0,-4-1-888,-11-2 0,-2 0 1819,-5-1 1,-2-1-1820,35 7 3848,-30-6-3848,-21-5 1996,-16-4-1996,-12-6 1483,-13-13-1483,-18-19 0,-20-18 0,-21-17-271,24 28 1,-2-1 270,-5-3 0,-1 1 0,1 1 0,-1 2 0,2 3 0,0 2-70,-33-29 70,12 12 0,10 7 0,13 13 0,13 11 0,12 10 0,7 7 0,18 14 999,21 15-999,28 21 0,-21-17 0,1 3-343,7 3 1,0 0 342,1 0 0,0 0 0,-2-3 0,-1 0 0,1-1 0,-1-1 0,-4-3 0,0 1 0,36 29-14,-15-6 14,-15-10 0,-16-10 0,-11-7 0,-7-3 0,-6 1 0,-2 2 759,-3 5-759,-12 4 14,-16 4-14,-16 1 0,-27 3 0,-6-5 0,-2 0 0,-2-1 0,17-9 0,6 2 0,13-8 0,12-5 0,10-4 0,10-7 0,4-2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21 24575,'-26'-10'0,"-1"5"0,-7 0 0,-3 5 0,-1-1 0,-2 8 0,-7 17 0,-5 20 0,-8 31-672,26-29 0,2 5 672,1 9 0,3 5 0,2 11 0,4 5-994,3 5 1,4 3 993,4 4 0,3 1 0,3-7 0,1-1 0,1-1 0,2-1 0,1 2 0,3-1 0,5 2 0,7 0 0,7 3 0,8-1 0,11-5 0,8-4 0,7-8 0,7-5 0,2-8 0,5-7 0,4-10 0,4-7 0,8-8 0,3-6 0,7-5 0,1-4-798,-28-5 0,0-3 1,1-2 797,1-1 0,1-3 0,0-3 0,-2-2 0,1-4 0,-2-3 0,2-4 0,0-5 0,-1-3 0,0-5 0,-1-4 0,-2-3 0,-2-1 0,-1-2 0,-4-1 0,21-19 0,-6-1 0,-9 4 0,-4-1-565,-9 2 0,-4-1 565,-8 2 0,-4-3 81,-3 0 1,-4-2-82,-6 0 0,-6 1 0,-5 1 0,-4 0 0,-2 0 0,-4 1 0,-9-2 0,-6 1 0,-9 0 0,-8 1 0,-8-2 0,-8 3 66,-9-2 1,-6 2-67,-5 0 0,-4 4 0,-5 1 0,-3 2 0,1 3 0,-1 3 0,1 4 0,0 4 0,-1 4 0,0 4 0,6 5 0,1 3 0,-1 3 0,-1 3 585,2 1 1,0 2-586,2 2 0,1 2 0,0 0 0,2 2 362,4 1 0,2 2-362,5 0 0,3 2 0,-44-1 826,8 0-826,18 3 1750,15 4-1750,19 0 0,15-1 0,10-3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1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24575,'22'0'0,"28"0"0,0 0 0,8 0-3587,22 0 0,9 0 3587,-15 0 0,4 0 0,4 0 0,12 0 0,5 0 0,3 0-1081,-17 0 1,3 0 0,1 0-1,2 0 1081,-13 0 0,1 0 0,2 0 0,1 0 0,2 0 0,-1 0 0,3 0 0,1 0 0,2 0 0,-1 0 0,-2 0-267,-1 0 0,-1 0 0,1 0 0,-1 0 0,-2 0 1,-1 0 266,8 0 0,-2 0 0,-2 0 0,-1 0 0,-1 0-313,8 0 0,0 0 0,-5 0 0,-7 0 313,22 0 0,-7 0 322,4 0 0,-2 0-322,-3 0 0,-5 0 1408,-15 0 0,-4 0-1408,-5 0 0,-4 0 4751,27 0-4751,-31 0 2926,-23 0-2926,-14 0 0,-12 0 0,-2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2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24575,'3'0'0,"12"0"0,21 0 0,23 5 0,19 6 0,16 6 0,-43-5 0,0 0 0,-1 1 0,-2-1 0,38 12 0,-19-5 0,-21-4 0,-15-5 0,-15-3 0,-6-3 0,-3 2 0,-1 1 0,-3 2 0,-5 7 0,-4-1 0,-10 7 0,-6 1 0,-9-2 0,-1 0 0,3-4 0,2 2 0,3-3 0,1 1 0,2-2 0,4 0 0,4 5 0,8-9 0,-2 2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19 23135,'-2'-9'0,"-3"3"707,-4 2-707,-5 4 241,-5 0-241,-4 0 122,-6 0-122,-8 0 370,-3 4-370,-6 14 0,-4 23 0,5 22 0,2 27-761,25-36 1,3 4 760,4 9 0,2 4 0,1 7 0,3 2 0,1 5 0,3 0-1018,2 1 0,4-1 1018,8-5 0,8 0 0,14 6 0,10-3 0,8-7 0,8-5 0,-13-25 0,4-3 0,2-2 0,26 17 0,6-6-977,-19-18 0,2-3 1,2-1 976,4 1 0,0-1 0,3-1 0,3 0 0,2-1 0,1-3 0,3-1 0,2-3 0,0-2 0,-5-5 0,0-2 0,0-1 0,5-1 0,0-1 0,-2-2 0,-5-2 0,-2-2 0,-1 0-417,-10 0 0,-1 0 0,-3-3 417,17-4 0,-5-4 244,-12-3 1,-5-5-245,-10-3 0,-4-4 1592,34-30-1592,-25-1 0,-14-14 3104,-17-2-3104,-10-6 0,-7-5 0,-15-3 841,-11-14-841,3 45 0,-5 0 0,-6-5 0,-4 0 0,-5-3 0,-3 0-390,-4-1 1,-4 2 389,-2 0 0,-4 1 0,-1 5 0,-2 2 0,0 3 0,-2 2 0,-3 2 0,0 3 0,1 3 0,-1 2 0,3 4 0,-1 1-365,1 1 0,1 3 365,7 3 0,1 2 0,-35-12 0,-3 2 0,1 12 0,37 10 0,0 2 0,-1 0 0,0 3-343,-41 2 343,40 3 0,-1 0 0,-46 0 0,48 1 0,-1 0 0,-43 0 0,16 2 0,0 7 0,9 8 829,5 5-829,5 7 0,4 3 0,6 2 1514,10 0-1514,6-4 203,9-4 1,10-12 0,5-4-1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1345 24575,'-4'1'0,"1"-22"0,1-16 0,2-27 0,0-8 0,0-8 0,8-17-4252,1 45 1,2 0 4251,0 2 0,5 0 0,11-10 0,5-1 353,4-1 0,3 1-353,5-1 0,3 0 0,5-4 0,1 3 0,-8 17 0,1 5-206,0 3 1,1 4 205,0 5 0,1 5 0,0 6 0,2 3 0,1 3 0,2 4 0,2 3 0,2 2 0,-1 3 0,0 0 0,-4 0 0,0 0 0,1 0 0,0 2 0,-2 5 0,1 3 0,2 6 0,0 5 0,3 6 0,-2 5 0,-2 6 0,-2 3-378,0 6 0,-3 3 378,-4 3 0,-4 1 0,-3-1 0,-3 0 2516,-5-3 1,-3 1-2517,-4 3 0,-2 1 0,-2-2 0,-2 1 0,-1 7 0,-1 2 0,-4 1 0,-3-1 0,-1-6 0,-3 0 0,0 2 0,-2-1 0,-4-4 0,-4-2 0,-10 36 0,-18-2 0,-10-14 0,-15 8 0,22-35 0,-2 0 0,2-7 0,0-1 0,-4 1 0,0-2 1224,-32 18-1224,6-9 0,-1-5 595,11-9-595,8-7 1206,9-5-1206,12-5 794,7-3-794,7-4 112,3-2-112,3-3 0,2-6 0,3-8 0,2-8 0,1-11 0,1-8 0,0-7 0,0-3 0,3-4 0,2-1 0,5 4 0,6 3 0,4 7 0,2 6 0,0 5 0,-3 7 0,-4 6 0,-3 6 0,-3 3 0,-1 2 0,-1 4 0,-2 11 0,-3 13 0,-10 19 0,-10 16 0,-3 2 0,-5 2 0,4-6 0,4-6 0,-1-2 0,5-4 0,3-9 0,3-4 0,3-7 0,1-5 0,3-5 0,1-3 0,0-1 0,-1 2 0,15 1 0,11 4 0,17 0 0,19 3 0,-1 1 0,5 0 0,-4-1 0,-3-1 0,4-1 0,-1 3 0,-4-1 0,-7-4 0,-9 0 0,-9-4 0,-7-3 0,-8-1 0,-6-3 0,-5-2 0,-2-1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51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1030 24575,'-5'-2'0,"3"-11"0,0-13 0,2-21 0,0-19 0,0-16 0,0-15-611,3 45 0,4 0 611,2-3 0,4 1 0,5 1 0,5 1 0,7 0 0,5 3 0,1 4 0,4 4 0,4 4 0,2 5 0,-2 5 0,0 4 0,43-8 0,4 10 0,3 10 0,-43 8 0,0 0 0,0 1 0,0 2-87,49-2 87,-50 5 0,-1 2 0,1 4 0,-1 2 0,42 20 0,-43-9 0,-2 4 0,-1 2 0,-1 3 0,0 4 0,0 3 0,-2 4 0,-1 1 0,-4 3 0,-3 2 0,-1 2 0,-3 1 0,-2 0 0,-3 1 0,-1-3 0,-3-1 0,14 44 0,-8 1 0,-16-44 0,-1 2 0,0 5 0,-1 0 0,-2-5 0,0 1 0,-2 5 0,-1 0 0,-1-6 0,-1 0 0,-1 4 0,0 1 0,-1 0 0,0-2 0,-5 33 0,-11-2 0,-18-12 0,-15-1 0,-19-9 0,-12-13 0,5-20 0,4-12 0,7-8 0,-2-8 0,-6-2 0,-5 0 0,8-2 0,3-6 905,7-6-905,5-10 404,4-3-404,9 0 0,0-3 0,5 2 0,1 1 0,0 1 0,4 6 0,4 4 0,6 4 0,5 5 0,3 0 0,2 3 0,0 0 0,1 2 0,2-1 0,2-3 0,8-6 0,12-10 0,8-4 0,24-17 0,7-2 0,4-3 0,3 3 0,-15 11 0,0 3 0,-13 8 0,-7 4 0,-8 6 0,-6 3 0,0 3 0,-6 2 0,-9 4 0,-18 12 0,-11 9 0,-27 23 0,-12 14 0,5 0 0,0 0 0,18-10 0,7-6 0,0 1 0,9-9 0,7-7 0,7-5 0,6-6 0,4-2 0,5-3 0,6 1 0,10-4 0,7 0 0,11 1 0,1 1 0,2 6 0,6 5 0,3 8 0,5 5 0,-2 5 0,-2-1 0,-6 4 0,-5-1 0,-4-3 0,-7-2 0,-4-7 0,-3-5 0,-6-4 0,-3-11 0,-3-4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1045 8 24575,'-20'-4'0,"-4"1"0,0 3 0,-10 0 0,-12 0 0,-3 0 0,-6 0 0,-11 0 0,3 0 0,-6 0 0,1 0 0,6 5 0,-6 11 0,2 21-4447,9 23 4447,8 11 0,25-29 0,3 3-652,0 6 1,0 3 651,-1 12 0,0 5 0,7-17 0,2 3 0,1 1-740,1 4 1,2 2 0,1 0 739,0 4 0,2 0 0,2 1 0,1 1 0,2 1 0,0-1 0,-1-1 0,1 0 0,2-1 0,1-2 0,2-1 0,2-1-466,3-5 1,2-1 0,3-2 465,14 20 0,8-5 0,10-3 0,6-5 0,6-6 0,6-5 0,6-3 0,4-6 0,6-8 0,3-5 0,5-5 0,2-4 509,-3-4 1,0-4-510,2-4 0,0-2 0,-2-1 0,0-1 0,3-2 0,2-2 0,-28-1 0,0-1 0,1-2 0,-2-1 0,1-2 0,-2-2-151,29-8 0,-4-5 151,-8-3 0,-3-6 0,-8-4 0,-4-4 0,-7-2 0,-4-4 536,-5-2 0,-4-4-536,-3-5 0,-5-2 0,-5 0 0,-4-2 0,-4-3 0,-4-1 0,-3 2 0,-4 0 0,-3 8 0,-2 0 0,-2-2 0,-2 1 0,-1 9 0,-1 2 0,-1-2 0,0 0 683,1 1 1,-2 1-684,-9-36 0,2 35 0,-3-1 0,-4 4 0,-3 1 0,-2-3 0,-1 1 0,-18-30 0,16 34 0,-1 1 0,-20-28 0,-5 3 0,-4-1 0,3 10 0,-6-2 0,1 4 0,-12 2 0,2 7 0,0 6 0,2 8 0,8 8 0,-9 1 2428,3 1-2428,-3 0 1942,4 3-1942,6-1 1480,2 3-1480,4 2 358,4 1-358,0 3 0,4 2 0,4 2 0,4 3 0,6 0 0,13 0 0,5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6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1377 24575,'29'-5'0,"15"-12"0,40-19 0,-24 9 0,5-3-2152,-11 4 0,3-1 1,2-1 2151,13-6 0,2 0 0,2-2-823,-13 7 0,2-1 1,0-1-1,1 1 823,6-3 0,2 0 0,0 0 0,0 1 0,-4 1 0,0 2 0,-1 0 0,0 0-169,-2 1 0,0 0 1,0 1-1,-1 0 169,17-5 0,0 1 0,-2 1 0,-3 0 0,0 1 0,-1 0-566,1 1 0,0 0 0,-1 1 566,-4 2 0,-1 1 0,-1 1 275,-7 2 0,0 0 0,-4 3-275,11-2 0,-3 2 1387,-8 1 1,-3 2-1388,28-5 0,-17 6 3040,-4 0-3040,-20 9 3046,-9 2-3046,-6-3 1804,-8 2-1804,-12-2 629,-21 2-629,-17 3 0,-17-3 0,-21 0 0,-10-2 0,-1 0 0,-3-1 0,17 1 0,7-2 0,3 1 0,14 4 0,8 0 0,19 2 0,19 1 0,24 4 0,26 4 0,12 5 0,11 3 0,-1-1 0,-3 2 0,-4-1 0,-13-2 0,-11 0 0,-13-4 0,-12-1 0,-6 2 0,-8 5 0,-3 2 0,-14 9 0,-12 3 0,-8-1 0,-10 4 0,1 0 0,-3 1 0,1 2 0,7-6 0,8-6 0,8-5 0,8-9 0,6-4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634 0 24575,'-60'17'0,"2"5"0,-15 17 0,29-6 0,0 6 0,-2 6 0,2 4-1641,0 7 0,2 2 1641,1 4 0,6 2 0,10-1 0,4 1 0,3 4 0,4 1 0,3 5 0,4 0 0,3 2 0,3-1 0,0-3 0,1-2 0,0-2 0,3-3 0,5-5 0,5-4 0,3-8 0,7-3 0,8-1 0,7-3 0,16 1 0,6-2 0,4-3 0,4-3 0,10 1 0,4-3-981,4-4 0,3-5 981,-1-5 0,2-5-426,-23-4 1,1-2-1,0-1 426,2-1 0,-1-1 0,1-2 0,0 0 0,1-1 0,0-1 0,-1 0 0,1-2 0,-2-1 0,-4-3 0,-2-2 0,-1-3-733,28-9 1,-4-6 732,-8-7 0,-5-5 0,-8-5 0,-4-3 0,-4-3 0,-5-2 0,-10 3 0,-5-1 0,-7 2 0,-3 0 324,-6 1 1,-5 0-325,-4 1 0,-2-1 0,-2-2 0,-2-2 0,-2 2 0,-3-1 0,-5 2 0,-4 1 0,-4 1 0,-6 1 0,-6 1 0,-5 0 0,-6 1 0,-4 0 0,-3 1 0,-3 1 373,-6-1 1,-2 2-374,-3 0 0,-3 1 0,-3 0 0,-1 0 0,-3 2 0,-1 1 0,1 1 0,1 2 0,0 1 0,2 2 0,9 5 0,2 3 0,7 2 0,2 2 2270,-38-9-2270,6 8 0,-9 0 0,10 6 0,9 4 1896,15 4-1896,10 2 674,10 2-674,9-1 0,10 1 0,6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39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24575,'-20'0'0,"9"0"0,10 0 0,25 6 0,38 11 0,-15-1 0,5 2 0,18 8 0,3 0-1642,0 1 0,4 0 1642,-7-3 0,4 1 0,4 0-957,-10-4 1,3 1 0,1-1 0,3 1 956,8 1 0,2 1 0,2-1 0,3 1-810,-10-2 0,4 1 0,1 0 0,-2-1 0,-1-2 810,7 3 0,-2-2 0,0-1 0,1 1 0,-12-4 0,1 0 0,0 0 0,0 0 0,-2-1 0,13 2 0,-2-1 0,-1-1 0,0 1-542,-5-2 0,-1 0 0,-1 0 0,1 0 542,1 0 0,0 1 0,-1-1 0,-3 0 0,3-1 0,-4-1 0,0 1 0,2 2 0,0 0 0,-2-1 41,-11-3 0,-2 0 0,-1 0-41,21 5 0,-3 0 888,-3-1 0,-3-1-888,-11-1 0,-1-1 1819,-5 0 1,-2-1-1820,32 6 3848,-27-5-3848,-19-5 1996,-16-2-1996,-12-6 1483,-11-12-1483,-16-15 0,-20-16 0,-19-14-271,23 23 1,-3 1 270,-4-4 0,-2 0 0,2 2 0,0 2 0,0 2 0,1 2-70,-31-25 70,11 10 0,9 7 0,13 10 0,12 10 0,10 9 0,8 5 0,16 12 999,20 14-999,26 16 0,-20-12 0,2 1-343,5 3 1,1 0 342,0 0 0,1-1 0,-3-1 0,1-1 0,-1-1 0,0-1 0,-3-1 0,-2-1 0,35 26-14,-14-5 14,-15-9 0,-14-9 0,-10-5 0,-7-4 0,-6 2 0,-1 1 759,-3 5-759,-12 4 14,-14 2-14,-15 1 0,-26 3 0,-5-4 0,-2-1 0,-1 0 0,16-7 0,4 0 0,13-6 0,11-4 0,9-4 0,10-5 0,3-2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18 24575,'-25'-8'0,"1"3"0,-8 1 0,-3 4 0,0-1 0,-3 7 0,-6 15 0,-4 17 0,-7 25-672,23-23 0,2 4 672,1 7 0,3 4 0,2 11 0,4 3-994,2 5 1,3 2 993,5 4 0,3 0 0,2-5 0,2-1 0,0-2 0,2 0 0,1 1 0,3 1 0,4 0 0,7 0 0,7 4 0,7-2 0,10-4 0,7-4 0,8-6 0,5-5 0,3-6 0,4-7 0,4-8 0,3-6 0,8-6 0,4-7 0,5-2 0,2-5-798,-28-5 0,2-1 1,0-2 797,2-2 0,0-1 0,-1-3 0,0-3 0,-1-2 0,0-3 0,2-4 0,-1-3 0,-1-4 0,0-3 0,-1-4 0,-1-2 0,-3-1 0,-1-3 0,-2 0 0,18-16 0,-5-1 0,-8 3 0,-5 0-565,-7 1 0,-5-1 565,-7 2 0,-3-2 81,-3-1 1,-4-1-82,-7 0 0,-4 0 0,-5 1 0,-4 1 0,-1 0 0,-4 0 0,-8-1 0,-7 0 0,-7 0 0,-8 2 0,-8-2 0,-7 1 66,-8 0 1,-6 1-67,-4 1 0,-5 2 0,-4 1 0,-2 2 0,0 3 0,-1 3 0,2 3 0,-2 3 0,1 3 0,-1 4 0,6 5 0,1 2 0,-2 2 0,1 3 585,0 1 1,1 1-586,2 3 0,1 0 0,0 2 0,0 0 362,6 2 0,1 1-362,5 1 0,2 0 0,-40 0 826,7 1-826,17 2 1750,13 2-1750,18 1 0,15 0 0,8-3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1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24575,'21'0'0,"26"0"0,0 0 0,7 0-3587,20 0 0,9 0 3587,-14 0 0,4 0 0,3 0 0,12 0 0,4 0 0,3 0-1081,-16 0 1,3 0 0,1 0-1,2 0 1081,-12 0 0,0 0 0,2 0 0,1 0 0,3 0 0,-2 0 0,3 0 0,2 0 0,0 0 0,0 0 0,-1 0-267,-3 0 0,1 0 0,0 0 0,-1 0 0,-1 0 1,-2 0 266,8 0 0,-2 0 0,-1 0 0,-2 0 0,-2 0-313,10 0 0,-2 0 0,-4 0 0,-6 0 313,20 0 0,-6 0 322,3 0 0,-1 0-322,-5 0 0,-2 0 1408,-15 0 0,-3 0-1408,-6 0 0,-3 0 4751,25 0-4751,-29 0 2926,-22 0-2926,-12 0 0,-11 0 0,-2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2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24575,'3'0'0,"11"0"0,20 0 0,20 4 0,19 5 0,15 6 0,-41-5 0,1 1 0,-2 0 0,-1-1 0,35 11 0,-18-5 0,-19-3 0,-14-5 0,-14-2 0,-6-2 0,-2 1 0,-2 1 0,-2 2 0,-4 5 0,-6 0 0,-7 6 0,-6 0 0,-9 0 0,-1-1 0,3-4 0,1 2 0,4-2 0,0 1 0,3-3 0,3 2 0,4 3 0,7-8 0,-1 2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404 16 23135,'-2'-8'0,"-2"4"707,-5 0-707,-4 4 241,-4 0-241,-5 0 122,-5 0-122,-7 0 370,-4 4-370,-5 11 0,-3 20 0,4 19 0,3 23-761,21-31 1,5 4 760,2 7 0,3 4 0,1 6 0,1 1 0,3 5 0,2 0-1018,1 1 0,6-2 1018,5-3 0,9 0 0,13 4 0,9-2 0,7-6 0,8-4 0,-12-22 0,3-1 0,2-3 0,25 14 0,5-4-977,-18-16 0,3-3 1,1 0 976,3 1 0,2-1 0,1-1 0,4-1 0,1 0 0,1-3 0,4 0 0,0-3 0,1-2 0,-5-3 0,0-3 0,1-1 0,3-1 0,1 0 0,-1-2 0,-6-2 0,-1-1 0,-2-1-417,-8 1 0,-2 0 0,-3-3 417,17-3 0,-5-5 244,-12-1 1,-4-4-245,-10-4 0,-3-2 1592,31-27-1592,-22 0 0,-14-13 3104,-16-1-3104,-8-4 0,-8-6 0,-14-1 841,-9-14-841,2 40 0,-4-1 0,-6-3 0,-4-1 0,-5-2 0,-2 0-390,-5-1 1,-2 1 389,-3 0 0,-3 2 0,-1 4 0,-2 1 0,-1 3 0,-1 2 0,-2 2 0,-2 2 0,2 2 0,0 3 0,1 2 0,1 2-365,0 1 0,1 1 365,6 4 0,1 1 0,-32-10 0,-3 2 0,1 10 0,35 9 0,-2 1 0,1 1 0,0 1-343,-39 3 343,37 2 0,0 0 0,-43 0 0,44 1 0,0 0 0,-41 0 0,15 2 0,0 6 0,9 6 829,5 5-829,4 5 0,3 4 0,7 1 1514,8 0-1514,7-3 203,8-4 1,8-10 0,6-3-1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4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1152 24575,'-4'0'0,"2"-18"0,0-13 0,2-24 0,0-7 0,0-6 0,8-15-4252,0 39 1,2-1 4251,1 2 0,3 0 0,11-8 0,5-2 353,4 1 0,2-1-353,5 0 0,3 0 0,4-4 0,1 4 0,-6 13 0,0 5-206,0 3 1,0 2 205,1 6 0,0 3 0,1 5 0,2 4 0,1 2 0,0 3 0,4 2 0,1 3 0,-1 1 0,0 2 0,-3-2 0,-1 2 0,1-1 0,1 2 0,-2 3 0,0 4 0,2 5 0,1 4 0,1 5 0,-1 4 0,-1 6 0,-2 2-378,-1 5 0,-2 3 378,-4 2 0,-3 2 0,-4-2 0,-3 0 2516,-4-2 1,-3 1-2517,-3 3 0,-2 0 0,-3-2 0,-1 1 0,0 7 0,-3 0 0,-3 2 0,-1-1 0,-4-5 0,0-1 0,-1 3 0,-3-1 0,-3-4 0,-3-1 0,-10 30 0,-16-2 0,-10-10 0,-15 5 0,22-29 0,-2-1 0,2-5 0,-1-2 0,-3 2 0,0-2 1224,-30 15-1224,6-8 0,-2-4 595,11-7-595,8-7 1206,8-3-1206,11-5 794,6-3-794,7-2 112,3-3-112,3-2 0,1-6 0,3-6 0,2-7 0,2-10 0,0-6 0,0-7 0,0-2 0,2-3 0,3-2 0,5 5 0,4 1 0,5 7 0,1 5 0,1 4 0,-4 6 0,-2 6 0,-4 4 0,-3 3 0,0 2 0,-2 3 0,-1 10 0,-3 10 0,-10 17 0,-9 14 0,-3 2 0,-3 0 0,2-4 0,4-4 0,0-3 0,3-4 0,5-7 0,0-4 0,5-5 0,1-5 0,2-4 0,0-2 0,1-2 0,0 3 0,13 0 0,10 3 0,16 1 0,18 2 0,-2 1 0,7 0 0,-6-1 0,-2-1 0,4 0 0,-2 2 0,-2-1 0,-8-3 0,-7-1 0,-9-3 0,-7-2 0,-7-1 0,-6-3 0,-4-1 0,-2-1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9:51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9 882 24575,'-4'-1'0,"2"-10"0,0-12 0,2-17 0,0-17 0,0-13 0,0-13-611,3 39 0,3-1 611,2-2 0,4 0 0,5 2 0,5 0 0,6 1 0,4 2 0,2 4 0,3 2 0,4 5 0,2 3 0,-2 5 0,0 4 0,40-8 0,4 9 0,3 9 0,-41 6 0,0 0 0,1 2 0,-1 0-87,46 0 87,-46 4 0,-1 1 0,1 3 0,-2 3 0,40 16 0,-41-7 0,0 4 0,-3 1 0,0 2 0,1 4 0,-2 3 0,0 2 0,-3 3 0,-2 1 0,-3 2 0,-2 2 0,-2 0 0,-2 2 0,-2-1 0,-2-3 0,-2 1 0,12 37 0,-6 0 0,-16-37 0,-1 2 0,0 4 0,-1 0 0,-1-4 0,-1 0 0,-1 5 0,-1-1 0,-1-4 0,-1 0 0,-1 4 0,-1-1 0,1 1 0,-1-2 0,-5 29 0,-10-2 0,-17-11 0,-13 0 0,-19-9 0,-10-10 0,4-16 0,4-12 0,6-7 0,-2-6 0,-5-2 0,-4 0 0,6-2 0,4-5 905,6-5-905,5-8 404,4-3-404,7-1 0,1-1 0,5 1 0,-1 1 0,2 1 0,3 5 0,4 3 0,6 4 0,4 3 0,2 2 0,3 1 0,0 1 0,1 1 0,1 0 0,3-4 0,7-4 0,11-9 0,7-4 0,24-13 0,4-3 0,6-1 0,1 1 0,-13 9 0,0 4 0,-12 6 0,-6 4 0,-9 5 0,-4 2 0,-2 3 0,-4 2 0,-8 4 0,-18 9 0,-10 8 0,-25 20 0,-11 12 0,5-1 0,-1 1 0,18-9 0,6-4 0,0-1 0,8-6 0,7-7 0,6-4 0,6-5 0,4-2 0,4-2 0,5 0 0,11-3 0,6 0 0,10 1 0,0 1 0,3 4 0,5 6 0,3 5 0,5 6 0,-2 3 0,-2 0 0,-6 3 0,-3-1 0,-6-2 0,-5-2 0,-4-6 0,-3-4 0,-5-4 0,-4-9 0,-2-4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AB5D6-BA88-1A49-9D8C-5F4CA97AC56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399FE-4CDC-5043-B418-39DA6CFF3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4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E6C87-3C4F-0846-99E3-F974E90CB6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399FE-4CDC-5043-B418-39DA6CFF35B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49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FB8C-E482-023E-0088-EF220B30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DF6C0-8A0F-05D5-5245-0B299EF4D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21075-37C7-46AF-E22C-CD297E97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3270-33E4-78CF-B2A7-1C671D33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30CD7-C428-D8F0-62E6-4809B66D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7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6C42-BB29-52C3-3EB5-FAD9EB23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4076-65F3-92B1-7B72-136D9DAA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3F003-A1BF-30AE-39C6-9224C5DC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7F93-ABF6-910D-2741-E662BF80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8F2D3-4F70-A780-3557-BE4111A8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9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913F-ABDC-559D-0F01-CD067233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123F3-BBCF-90E4-3AEC-6B477AE13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A347D-2BDE-1340-F91B-BAA8B8EB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8B123-9334-A701-BC8D-0864571E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19F42-42A8-BF72-41E7-27FA96F5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9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C983-C78A-445F-DDF0-A2D1552A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A4C9-6793-AE96-AFF4-86B7E72D1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8BD0F-8187-4868-055E-17147B6C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C207-9BDD-434A-CA0F-2ED76B90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4E41-4E9C-FBC4-7A6D-3A31CF92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6DCAB-D4D9-6F16-499E-AC7CB867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4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E959-5E64-F6C0-F67A-690E5444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8FE6-A41F-66E0-D8EC-326CBBFDB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E8BB1-2D1D-8CAF-55C9-24186D3D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6353D-8E65-DE2F-03B6-0E118A30D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0AE9F-02BA-3C9C-3B3D-2B20E7471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CD8A3-3219-015E-9255-8C0840CB7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332BC-8F2B-A869-5984-9E8440EE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6E279-7227-5FA4-6186-7E96BD47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0E72-538E-611B-5B92-AC61B200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C5E6B-0D9C-5934-9366-79BA6211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D5A2-9FEE-892E-20B5-329DF51D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68E71-2D9B-C1D6-DAAC-5A465DE6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AB35F-B22D-D6A0-81D0-F3DD0C62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9E946-33C4-5D01-D9E2-56D1DD54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3E27-0224-A091-65AB-81F3893B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2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5DEA-E81E-3677-5C8B-A2359565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7127-2B0C-A497-023F-6182EA0D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AC2C-E5FB-3690-153F-A72ADDB88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DB268-D089-CD93-1888-2392371F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206CE-4DD5-FDBB-9A0C-688E5F06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12AB2-61B9-C0EB-B320-54F467D5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1E05-CDB1-99CD-C306-EDF3B92AE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2150A-1A75-A9FE-6285-9BD73990A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CE73-9ADA-F812-1A90-F98F3FFC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663AB-7DD8-4A56-BEB5-EC3AD2D2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24889-4009-4985-7E51-284F4A2B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E04F4-B481-2686-F70E-CB238CD5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89B3-01AB-E3CB-6130-CDEABFAB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0DB2A-9F46-8FB5-BF99-6F1EE8E77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CC48-FC88-219B-3A5C-A8CDDE1F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F297-8464-B9AA-E3DA-796A37D6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9E6C-5558-FB9C-DAC9-6F984816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5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83B3A-3755-8FB8-30F0-8288B1FFB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FFE4-EDFB-A67E-1743-304FE98A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27EB-A5A2-287D-8EF1-599D3C4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B435C-705C-601E-E94C-932C203F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1A8F-C4CC-A578-829A-C807FE3A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0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D0CC3-158A-0084-1D43-6DD4D652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CBE8-26E2-DE7D-A80C-B2C0B1346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17F1C-14AD-448E-42F8-40BE5EB66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0BCB8-C2AA-A94E-9118-86D8515C5E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90E4-D9E5-09F2-3B79-C52E688D8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DBC3-448C-61BC-764A-F631F7991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6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4.png"/><Relationship Id="rId26" Type="http://schemas.openxmlformats.org/officeDocument/2006/relationships/image" Target="../media/image98.png"/><Relationship Id="rId21" Type="http://schemas.openxmlformats.org/officeDocument/2006/relationships/customXml" Target="../ink/ink10.xml"/><Relationship Id="rId34" Type="http://schemas.openxmlformats.org/officeDocument/2006/relationships/image" Target="../media/image102.png"/><Relationship Id="rId7" Type="http://schemas.openxmlformats.org/officeDocument/2006/relationships/customXml" Target="../ink/ink3.xml"/><Relationship Id="rId12" Type="http://schemas.openxmlformats.org/officeDocument/2006/relationships/image" Target="../media/image9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1.gif"/><Relationship Id="rId16" Type="http://schemas.openxmlformats.org/officeDocument/2006/relationships/image" Target="../media/image93.png"/><Relationship Id="rId20" Type="http://schemas.openxmlformats.org/officeDocument/2006/relationships/image" Target="../media/image95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customXml" Target="../ink/ink5.xml"/><Relationship Id="rId24" Type="http://schemas.openxmlformats.org/officeDocument/2006/relationships/image" Target="../media/image97.png"/><Relationship Id="rId32" Type="http://schemas.openxmlformats.org/officeDocument/2006/relationships/image" Target="../media/image101.png"/><Relationship Id="rId37" Type="http://schemas.openxmlformats.org/officeDocument/2006/relationships/image" Target="../media/image10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99.png"/><Relationship Id="rId36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87.png"/><Relationship Id="rId9" Type="http://schemas.openxmlformats.org/officeDocument/2006/relationships/customXml" Target="../ink/ink4.xml"/><Relationship Id="rId14" Type="http://schemas.openxmlformats.org/officeDocument/2006/relationships/image" Target="../media/image92.png"/><Relationship Id="rId22" Type="http://schemas.openxmlformats.org/officeDocument/2006/relationships/image" Target="../media/image96.png"/><Relationship Id="rId27" Type="http://schemas.openxmlformats.org/officeDocument/2006/relationships/customXml" Target="../ink/ink13.xml"/><Relationship Id="rId30" Type="http://schemas.openxmlformats.org/officeDocument/2006/relationships/image" Target="../media/image100.png"/><Relationship Id="rId35" Type="http://schemas.openxmlformats.org/officeDocument/2006/relationships/customXml" Target="../ink/ink17.xml"/><Relationship Id="rId8" Type="http://schemas.openxmlformats.org/officeDocument/2006/relationships/image" Target="../media/image89.png"/><Relationship Id="rId3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5.xml"/><Relationship Id="rId21" Type="http://schemas.openxmlformats.org/officeDocument/2006/relationships/image" Target="../media/image14.png"/><Relationship Id="rId42" Type="http://schemas.openxmlformats.org/officeDocument/2006/relationships/customXml" Target="../ink/ink38.xml"/><Relationship Id="rId47" Type="http://schemas.openxmlformats.org/officeDocument/2006/relationships/image" Target="../media/image53.png"/><Relationship Id="rId63" Type="http://schemas.openxmlformats.org/officeDocument/2006/relationships/image" Target="../media/image61.png"/><Relationship Id="rId68" Type="http://schemas.openxmlformats.org/officeDocument/2006/relationships/customXml" Target="../ink/ink51.xml"/><Relationship Id="rId84" Type="http://schemas.openxmlformats.org/officeDocument/2006/relationships/image" Target="../media/image19.png"/><Relationship Id="rId89" Type="http://schemas.openxmlformats.org/officeDocument/2006/relationships/customXml" Target="../ink/ink61.xml"/><Relationship Id="rId112" Type="http://schemas.openxmlformats.org/officeDocument/2006/relationships/image" Target="../media/image147.png"/><Relationship Id="rId16" Type="http://schemas.openxmlformats.org/officeDocument/2006/relationships/customXml" Target="../ink/ink25.xml"/><Relationship Id="rId107" Type="http://schemas.openxmlformats.org/officeDocument/2006/relationships/customXml" Target="../ink/ink70.xml"/><Relationship Id="rId11" Type="http://schemas.openxmlformats.org/officeDocument/2006/relationships/image" Target="../media/image9.png"/><Relationship Id="rId32" Type="http://schemas.openxmlformats.org/officeDocument/2006/relationships/customXml" Target="../ink/ink33.xml"/><Relationship Id="rId37" Type="http://schemas.openxmlformats.org/officeDocument/2006/relationships/image" Target="../media/image24.png"/><Relationship Id="rId53" Type="http://schemas.openxmlformats.org/officeDocument/2006/relationships/image" Target="../media/image56.png"/><Relationship Id="rId58" Type="http://schemas.openxmlformats.org/officeDocument/2006/relationships/customXml" Target="../ink/ink46.xml"/><Relationship Id="rId74" Type="http://schemas.openxmlformats.org/officeDocument/2006/relationships/customXml" Target="../ink/ink54.xml"/><Relationship Id="rId79" Type="http://schemas.openxmlformats.org/officeDocument/2006/relationships/image" Target="../media/image69.png"/><Relationship Id="rId102" Type="http://schemas.openxmlformats.org/officeDocument/2006/relationships/image" Target="../media/image142.png"/><Relationship Id="rId123" Type="http://schemas.openxmlformats.org/officeDocument/2006/relationships/customXml" Target="../ink/ink78.xml"/><Relationship Id="rId128" Type="http://schemas.openxmlformats.org/officeDocument/2006/relationships/image" Target="../media/image155.png"/><Relationship Id="rId5" Type="http://schemas.openxmlformats.org/officeDocument/2006/relationships/image" Target="../media/image610.png"/><Relationship Id="rId90" Type="http://schemas.openxmlformats.org/officeDocument/2006/relationships/image" Target="../media/image136.png"/><Relationship Id="rId95" Type="http://schemas.openxmlformats.org/officeDocument/2006/relationships/customXml" Target="../ink/ink64.xml"/><Relationship Id="rId22" Type="http://schemas.openxmlformats.org/officeDocument/2006/relationships/customXml" Target="../ink/ink28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41.xml"/><Relationship Id="rId64" Type="http://schemas.openxmlformats.org/officeDocument/2006/relationships/customXml" Target="../ink/ink49.xml"/><Relationship Id="rId69" Type="http://schemas.openxmlformats.org/officeDocument/2006/relationships/image" Target="../media/image64.png"/><Relationship Id="rId113" Type="http://schemas.openxmlformats.org/officeDocument/2006/relationships/customXml" Target="../ink/ink73.xml"/><Relationship Id="rId118" Type="http://schemas.openxmlformats.org/officeDocument/2006/relationships/image" Target="../media/image150.png"/><Relationship Id="rId80" Type="http://schemas.openxmlformats.org/officeDocument/2006/relationships/customXml" Target="../ink/ink57.xml"/><Relationship Id="rId85" Type="http://schemas.openxmlformats.org/officeDocument/2006/relationships/customXml" Target="../ink/ink59.xml"/><Relationship Id="rId12" Type="http://schemas.openxmlformats.org/officeDocument/2006/relationships/customXml" Target="../ink/ink23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36.xml"/><Relationship Id="rId59" Type="http://schemas.openxmlformats.org/officeDocument/2006/relationships/image" Target="../media/image59.png"/><Relationship Id="rId103" Type="http://schemas.openxmlformats.org/officeDocument/2006/relationships/customXml" Target="../ink/ink68.xml"/><Relationship Id="rId108" Type="http://schemas.openxmlformats.org/officeDocument/2006/relationships/image" Target="../media/image145.png"/><Relationship Id="rId124" Type="http://schemas.openxmlformats.org/officeDocument/2006/relationships/image" Target="../media/image153.png"/><Relationship Id="rId129" Type="http://schemas.openxmlformats.org/officeDocument/2006/relationships/customXml" Target="../ink/ink81.xml"/><Relationship Id="rId54" Type="http://schemas.openxmlformats.org/officeDocument/2006/relationships/customXml" Target="../ink/ink44.xml"/><Relationship Id="rId70" Type="http://schemas.openxmlformats.org/officeDocument/2006/relationships/customXml" Target="../ink/ink52.xml"/><Relationship Id="rId75" Type="http://schemas.openxmlformats.org/officeDocument/2006/relationships/image" Target="../media/image67.png"/><Relationship Id="rId91" Type="http://schemas.openxmlformats.org/officeDocument/2006/relationships/customXml" Target="../ink/ink62.xml"/><Relationship Id="rId96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23" Type="http://schemas.openxmlformats.org/officeDocument/2006/relationships/image" Target="../media/image15.png"/><Relationship Id="rId28" Type="http://schemas.openxmlformats.org/officeDocument/2006/relationships/customXml" Target="../ink/ink31.xml"/><Relationship Id="rId49" Type="http://schemas.openxmlformats.org/officeDocument/2006/relationships/image" Target="../media/image54.png"/><Relationship Id="rId114" Type="http://schemas.openxmlformats.org/officeDocument/2006/relationships/image" Target="../media/image148.png"/><Relationship Id="rId119" Type="http://schemas.openxmlformats.org/officeDocument/2006/relationships/customXml" Target="../ink/ink76.xml"/><Relationship Id="rId44" Type="http://schemas.openxmlformats.org/officeDocument/2006/relationships/customXml" Target="../ink/ink39.xml"/><Relationship Id="rId60" Type="http://schemas.openxmlformats.org/officeDocument/2006/relationships/customXml" Target="../ink/ink47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34.png"/><Relationship Id="rId130" Type="http://schemas.openxmlformats.org/officeDocument/2006/relationships/image" Target="../media/image156.png"/><Relationship Id="rId13" Type="http://schemas.openxmlformats.org/officeDocument/2006/relationships/image" Target="../media/image10.png"/><Relationship Id="rId18" Type="http://schemas.openxmlformats.org/officeDocument/2006/relationships/customXml" Target="../ink/ink26.xml"/><Relationship Id="rId39" Type="http://schemas.openxmlformats.org/officeDocument/2006/relationships/image" Target="../media/image49.png"/><Relationship Id="rId109" Type="http://schemas.openxmlformats.org/officeDocument/2006/relationships/customXml" Target="../ink/ink71.xml"/><Relationship Id="rId34" Type="http://schemas.openxmlformats.org/officeDocument/2006/relationships/customXml" Target="../ink/ink34.xml"/><Relationship Id="rId50" Type="http://schemas.openxmlformats.org/officeDocument/2006/relationships/customXml" Target="../ink/ink42.xml"/><Relationship Id="rId55" Type="http://schemas.openxmlformats.org/officeDocument/2006/relationships/image" Target="../media/image57.png"/><Relationship Id="rId76" Type="http://schemas.openxmlformats.org/officeDocument/2006/relationships/customXml" Target="../ink/ink55.xml"/><Relationship Id="rId97" Type="http://schemas.openxmlformats.org/officeDocument/2006/relationships/customXml" Target="../ink/ink65.xml"/><Relationship Id="rId104" Type="http://schemas.openxmlformats.org/officeDocument/2006/relationships/image" Target="../media/image143.png"/><Relationship Id="rId120" Type="http://schemas.openxmlformats.org/officeDocument/2006/relationships/image" Target="../media/image151.png"/><Relationship Id="rId125" Type="http://schemas.openxmlformats.org/officeDocument/2006/relationships/customXml" Target="../ink/ink79.xml"/><Relationship Id="rId7" Type="http://schemas.openxmlformats.org/officeDocument/2006/relationships/image" Target="../media/image710.png"/><Relationship Id="rId71" Type="http://schemas.openxmlformats.org/officeDocument/2006/relationships/image" Target="../media/image65.png"/><Relationship Id="rId92" Type="http://schemas.openxmlformats.org/officeDocument/2006/relationships/image" Target="../media/image137.png"/><Relationship Id="rId2" Type="http://schemas.openxmlformats.org/officeDocument/2006/relationships/customXml" Target="../ink/ink18.xml"/><Relationship Id="rId29" Type="http://schemas.openxmlformats.org/officeDocument/2006/relationships/image" Target="../media/image18.png"/><Relationship Id="rId24" Type="http://schemas.openxmlformats.org/officeDocument/2006/relationships/customXml" Target="../ink/ink29.xml"/><Relationship Id="rId40" Type="http://schemas.openxmlformats.org/officeDocument/2006/relationships/customXml" Target="../ink/ink37.xml"/><Relationship Id="rId45" Type="http://schemas.openxmlformats.org/officeDocument/2006/relationships/image" Target="../media/image52.png"/><Relationship Id="rId66" Type="http://schemas.openxmlformats.org/officeDocument/2006/relationships/customXml" Target="../ink/ink50.xml"/><Relationship Id="rId87" Type="http://schemas.openxmlformats.org/officeDocument/2006/relationships/customXml" Target="../ink/ink60.xml"/><Relationship Id="rId110" Type="http://schemas.openxmlformats.org/officeDocument/2006/relationships/image" Target="../media/image146.png"/><Relationship Id="rId115" Type="http://schemas.openxmlformats.org/officeDocument/2006/relationships/customXml" Target="../ink/ink74.xml"/><Relationship Id="rId131" Type="http://schemas.openxmlformats.org/officeDocument/2006/relationships/customXml" Target="../ink/ink82.xml"/><Relationship Id="rId61" Type="http://schemas.openxmlformats.org/officeDocument/2006/relationships/image" Target="../media/image60.png"/><Relationship Id="rId82" Type="http://schemas.openxmlformats.org/officeDocument/2006/relationships/customXml" Target="../ink/ink58.xml"/><Relationship Id="rId19" Type="http://schemas.openxmlformats.org/officeDocument/2006/relationships/image" Target="../media/image13.png"/><Relationship Id="rId14" Type="http://schemas.openxmlformats.org/officeDocument/2006/relationships/customXml" Target="../ink/ink24.xml"/><Relationship Id="rId30" Type="http://schemas.openxmlformats.org/officeDocument/2006/relationships/customXml" Target="../ink/ink32.xml"/><Relationship Id="rId35" Type="http://schemas.openxmlformats.org/officeDocument/2006/relationships/image" Target="../media/image23.png"/><Relationship Id="rId56" Type="http://schemas.openxmlformats.org/officeDocument/2006/relationships/customXml" Target="../ink/ink45.xml"/><Relationship Id="rId77" Type="http://schemas.openxmlformats.org/officeDocument/2006/relationships/image" Target="../media/image68.png"/><Relationship Id="rId100" Type="http://schemas.openxmlformats.org/officeDocument/2006/relationships/image" Target="../media/image141.png"/><Relationship Id="rId105" Type="http://schemas.openxmlformats.org/officeDocument/2006/relationships/customXml" Target="../ink/ink69.xml"/><Relationship Id="rId126" Type="http://schemas.openxmlformats.org/officeDocument/2006/relationships/image" Target="../media/image154.png"/><Relationship Id="rId8" Type="http://schemas.openxmlformats.org/officeDocument/2006/relationships/customXml" Target="../ink/ink21.xml"/><Relationship Id="rId51" Type="http://schemas.openxmlformats.org/officeDocument/2006/relationships/image" Target="../media/image55.png"/><Relationship Id="rId72" Type="http://schemas.openxmlformats.org/officeDocument/2006/relationships/customXml" Target="../ink/ink53.xml"/><Relationship Id="rId93" Type="http://schemas.openxmlformats.org/officeDocument/2006/relationships/customXml" Target="../ink/ink63.xml"/><Relationship Id="rId98" Type="http://schemas.openxmlformats.org/officeDocument/2006/relationships/image" Target="../media/image140.png"/><Relationship Id="rId121" Type="http://schemas.openxmlformats.org/officeDocument/2006/relationships/customXml" Target="../ink/ink77.xml"/><Relationship Id="rId3" Type="http://schemas.openxmlformats.org/officeDocument/2006/relationships/image" Target="../media/image510.png"/><Relationship Id="rId25" Type="http://schemas.openxmlformats.org/officeDocument/2006/relationships/image" Target="../media/image16.png"/><Relationship Id="rId46" Type="http://schemas.openxmlformats.org/officeDocument/2006/relationships/customXml" Target="../ink/ink40.xml"/><Relationship Id="rId67" Type="http://schemas.openxmlformats.org/officeDocument/2006/relationships/image" Target="../media/image63.png"/><Relationship Id="rId116" Type="http://schemas.openxmlformats.org/officeDocument/2006/relationships/image" Target="../media/image149.png"/><Relationship Id="rId20" Type="http://schemas.openxmlformats.org/officeDocument/2006/relationships/customXml" Target="../ink/ink27.xml"/><Relationship Id="rId41" Type="http://schemas.openxmlformats.org/officeDocument/2006/relationships/image" Target="../media/image50.png"/><Relationship Id="rId62" Type="http://schemas.openxmlformats.org/officeDocument/2006/relationships/customXml" Target="../ink/ink48.xml"/><Relationship Id="rId83" Type="http://schemas.openxmlformats.org/officeDocument/2006/relationships/image" Target="../media/image71.png"/><Relationship Id="rId88" Type="http://schemas.openxmlformats.org/officeDocument/2006/relationships/image" Target="../media/image135.png"/><Relationship Id="rId111" Type="http://schemas.openxmlformats.org/officeDocument/2006/relationships/customXml" Target="../ink/ink72.xml"/><Relationship Id="rId132" Type="http://schemas.openxmlformats.org/officeDocument/2006/relationships/image" Target="../media/image157.png"/><Relationship Id="rId15" Type="http://schemas.openxmlformats.org/officeDocument/2006/relationships/image" Target="../media/image11.png"/><Relationship Id="rId36" Type="http://schemas.openxmlformats.org/officeDocument/2006/relationships/customXml" Target="../ink/ink35.xml"/><Relationship Id="rId57" Type="http://schemas.openxmlformats.org/officeDocument/2006/relationships/image" Target="../media/image58.png"/><Relationship Id="rId106" Type="http://schemas.openxmlformats.org/officeDocument/2006/relationships/image" Target="../media/image144.png"/><Relationship Id="rId127" Type="http://schemas.openxmlformats.org/officeDocument/2006/relationships/customXml" Target="../ink/ink80.xml"/><Relationship Id="rId10" Type="http://schemas.openxmlformats.org/officeDocument/2006/relationships/customXml" Target="../ink/ink22.xml"/><Relationship Id="rId31" Type="http://schemas.openxmlformats.org/officeDocument/2006/relationships/image" Target="../media/image20.png"/><Relationship Id="rId52" Type="http://schemas.openxmlformats.org/officeDocument/2006/relationships/customXml" Target="../ink/ink43.xml"/><Relationship Id="rId73" Type="http://schemas.openxmlformats.org/officeDocument/2006/relationships/image" Target="../media/image66.png"/><Relationship Id="rId78" Type="http://schemas.openxmlformats.org/officeDocument/2006/relationships/customXml" Target="../ink/ink56.xml"/><Relationship Id="rId94" Type="http://schemas.openxmlformats.org/officeDocument/2006/relationships/image" Target="../media/image138.png"/><Relationship Id="rId99" Type="http://schemas.openxmlformats.org/officeDocument/2006/relationships/customXml" Target="../ink/ink66.xml"/><Relationship Id="rId101" Type="http://schemas.openxmlformats.org/officeDocument/2006/relationships/customXml" Target="../ink/ink67.xml"/><Relationship Id="rId122" Type="http://schemas.openxmlformats.org/officeDocument/2006/relationships/image" Target="../media/image152.png"/><Relationship Id="rId4" Type="http://schemas.openxmlformats.org/officeDocument/2006/relationships/customXml" Target="../ink/ink19.xml"/><Relationship Id="rId9" Type="http://schemas.openxmlformats.org/officeDocument/2006/relationships/image" Target="../media/image810.png"/><Relationship Id="rId26" Type="http://schemas.openxmlformats.org/officeDocument/2006/relationships/customXml" Target="../ink/ink30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14.png"/><Relationship Id="rId42" Type="http://schemas.openxmlformats.org/officeDocument/2006/relationships/customXml" Target="../ink/ink103.xml"/><Relationship Id="rId63" Type="http://schemas.openxmlformats.org/officeDocument/2006/relationships/image" Target="../media/image61.png"/><Relationship Id="rId84" Type="http://schemas.openxmlformats.org/officeDocument/2006/relationships/image" Target="../media/image19.png"/><Relationship Id="rId138" Type="http://schemas.openxmlformats.org/officeDocument/2006/relationships/image" Target="../media/image159.png"/><Relationship Id="rId107" Type="http://schemas.openxmlformats.org/officeDocument/2006/relationships/image" Target="../media/image142.png"/><Relationship Id="rId11" Type="http://schemas.openxmlformats.org/officeDocument/2006/relationships/image" Target="../media/image9.png"/><Relationship Id="rId32" Type="http://schemas.openxmlformats.org/officeDocument/2006/relationships/customXml" Target="../ink/ink98.xml"/><Relationship Id="rId53" Type="http://schemas.openxmlformats.org/officeDocument/2006/relationships/image" Target="../media/image56.png"/><Relationship Id="rId74" Type="http://schemas.openxmlformats.org/officeDocument/2006/relationships/customXml" Target="../ink/ink119.xml"/><Relationship Id="rId128" Type="http://schemas.openxmlformats.org/officeDocument/2006/relationships/image" Target="../media/image153.png"/><Relationship Id="rId5" Type="http://schemas.openxmlformats.org/officeDocument/2006/relationships/image" Target="../media/image610.png"/><Relationship Id="rId90" Type="http://schemas.openxmlformats.org/officeDocument/2006/relationships/customXml" Target="../ink/ink127.xml"/><Relationship Id="rId95" Type="http://schemas.openxmlformats.org/officeDocument/2006/relationships/image" Target="../media/image136.png"/><Relationship Id="rId22" Type="http://schemas.openxmlformats.org/officeDocument/2006/relationships/customXml" Target="../ink/ink93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106.xml"/><Relationship Id="rId64" Type="http://schemas.openxmlformats.org/officeDocument/2006/relationships/customXml" Target="../ink/ink114.xml"/><Relationship Id="rId69" Type="http://schemas.openxmlformats.org/officeDocument/2006/relationships/image" Target="../media/image64.png"/><Relationship Id="rId113" Type="http://schemas.openxmlformats.org/officeDocument/2006/relationships/image" Target="../media/image145.png"/><Relationship Id="rId118" Type="http://schemas.openxmlformats.org/officeDocument/2006/relationships/customXml" Target="../ink/ink141.xml"/><Relationship Id="rId134" Type="http://schemas.openxmlformats.org/officeDocument/2006/relationships/image" Target="../media/image156.png"/><Relationship Id="rId139" Type="http://schemas.openxmlformats.org/officeDocument/2006/relationships/customXml" Target="../ink/ink152.xml"/><Relationship Id="rId80" Type="http://schemas.openxmlformats.org/officeDocument/2006/relationships/customXml" Target="../ink/ink122.xml"/><Relationship Id="rId85" Type="http://schemas.openxmlformats.org/officeDocument/2006/relationships/customXml" Target="../ink/ink124.xml"/><Relationship Id="rId12" Type="http://schemas.openxmlformats.org/officeDocument/2006/relationships/customXml" Target="../ink/ink88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101.xml"/><Relationship Id="rId59" Type="http://schemas.openxmlformats.org/officeDocument/2006/relationships/image" Target="../media/image59.png"/><Relationship Id="rId103" Type="http://schemas.openxmlformats.org/officeDocument/2006/relationships/image" Target="../media/image140.png"/><Relationship Id="rId108" Type="http://schemas.openxmlformats.org/officeDocument/2006/relationships/customXml" Target="../ink/ink136.xml"/><Relationship Id="rId124" Type="http://schemas.openxmlformats.org/officeDocument/2006/relationships/image" Target="../media/image151.png"/><Relationship Id="rId129" Type="http://schemas.openxmlformats.org/officeDocument/2006/relationships/customXml" Target="../ink/ink147.xml"/><Relationship Id="rId54" Type="http://schemas.openxmlformats.org/officeDocument/2006/relationships/customXml" Target="../ink/ink109.xml"/><Relationship Id="rId70" Type="http://schemas.openxmlformats.org/officeDocument/2006/relationships/customXml" Target="../ink/ink117.xml"/><Relationship Id="rId75" Type="http://schemas.openxmlformats.org/officeDocument/2006/relationships/image" Target="../media/image67.png"/><Relationship Id="rId91" Type="http://schemas.openxmlformats.org/officeDocument/2006/relationships/image" Target="../media/image134.png"/><Relationship Id="rId96" Type="http://schemas.openxmlformats.org/officeDocument/2006/relationships/customXml" Target="../ink/ink130.xml"/><Relationship Id="rId140" Type="http://schemas.openxmlformats.org/officeDocument/2006/relationships/image" Target="../media/image160.png"/><Relationship Id="rId145" Type="http://schemas.openxmlformats.org/officeDocument/2006/relationships/customXml" Target="../ink/ink1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5.xml"/><Relationship Id="rId23" Type="http://schemas.openxmlformats.org/officeDocument/2006/relationships/image" Target="../media/image15.png"/><Relationship Id="rId28" Type="http://schemas.openxmlformats.org/officeDocument/2006/relationships/customXml" Target="../ink/ink96.xml"/><Relationship Id="rId49" Type="http://schemas.openxmlformats.org/officeDocument/2006/relationships/image" Target="../media/image54.png"/><Relationship Id="rId114" Type="http://schemas.openxmlformats.org/officeDocument/2006/relationships/customXml" Target="../ink/ink139.xml"/><Relationship Id="rId119" Type="http://schemas.openxmlformats.org/officeDocument/2006/relationships/customXml" Target="../ink/ink142.xml"/><Relationship Id="rId44" Type="http://schemas.openxmlformats.org/officeDocument/2006/relationships/customXml" Target="../ink/ink104.xml"/><Relationship Id="rId60" Type="http://schemas.openxmlformats.org/officeDocument/2006/relationships/customXml" Target="../ink/ink112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58.png"/><Relationship Id="rId130" Type="http://schemas.openxmlformats.org/officeDocument/2006/relationships/image" Target="../media/image154.png"/><Relationship Id="rId135" Type="http://schemas.openxmlformats.org/officeDocument/2006/relationships/customXml" Target="../ink/ink150.xml"/><Relationship Id="rId13" Type="http://schemas.openxmlformats.org/officeDocument/2006/relationships/image" Target="../media/image10.png"/><Relationship Id="rId18" Type="http://schemas.openxmlformats.org/officeDocument/2006/relationships/customXml" Target="../ink/ink91.xml"/><Relationship Id="rId39" Type="http://schemas.openxmlformats.org/officeDocument/2006/relationships/image" Target="../media/image49.png"/><Relationship Id="rId109" Type="http://schemas.openxmlformats.org/officeDocument/2006/relationships/image" Target="../media/image143.png"/><Relationship Id="rId34" Type="http://schemas.openxmlformats.org/officeDocument/2006/relationships/customXml" Target="../ink/ink99.xml"/><Relationship Id="rId50" Type="http://schemas.openxmlformats.org/officeDocument/2006/relationships/customXml" Target="../ink/ink107.xml"/><Relationship Id="rId55" Type="http://schemas.openxmlformats.org/officeDocument/2006/relationships/image" Target="../media/image57.png"/><Relationship Id="rId76" Type="http://schemas.openxmlformats.org/officeDocument/2006/relationships/customXml" Target="../ink/ink120.xml"/><Relationship Id="rId97" Type="http://schemas.openxmlformats.org/officeDocument/2006/relationships/image" Target="../media/image137.png"/><Relationship Id="rId104" Type="http://schemas.openxmlformats.org/officeDocument/2006/relationships/customXml" Target="../ink/ink134.xml"/><Relationship Id="rId120" Type="http://schemas.openxmlformats.org/officeDocument/2006/relationships/image" Target="../media/image149.png"/><Relationship Id="rId125" Type="http://schemas.openxmlformats.org/officeDocument/2006/relationships/customXml" Target="../ink/ink145.xml"/><Relationship Id="rId141" Type="http://schemas.openxmlformats.org/officeDocument/2006/relationships/customXml" Target="../ink/ink153.xml"/><Relationship Id="rId146" Type="http://schemas.openxmlformats.org/officeDocument/2006/relationships/image" Target="../media/image163.png"/><Relationship Id="rId7" Type="http://schemas.openxmlformats.org/officeDocument/2006/relationships/image" Target="../media/image710.png"/><Relationship Id="rId71" Type="http://schemas.openxmlformats.org/officeDocument/2006/relationships/image" Target="../media/image65.png"/><Relationship Id="rId92" Type="http://schemas.openxmlformats.org/officeDocument/2006/relationships/customXml" Target="../ink/ink128.xml"/><Relationship Id="rId2" Type="http://schemas.openxmlformats.org/officeDocument/2006/relationships/customXml" Target="../ink/ink83.xml"/><Relationship Id="rId29" Type="http://schemas.openxmlformats.org/officeDocument/2006/relationships/image" Target="../media/image18.png"/><Relationship Id="rId24" Type="http://schemas.openxmlformats.org/officeDocument/2006/relationships/customXml" Target="../ink/ink94.xml"/><Relationship Id="rId40" Type="http://schemas.openxmlformats.org/officeDocument/2006/relationships/customXml" Target="../ink/ink102.xml"/><Relationship Id="rId45" Type="http://schemas.openxmlformats.org/officeDocument/2006/relationships/image" Target="../media/image52.png"/><Relationship Id="rId66" Type="http://schemas.openxmlformats.org/officeDocument/2006/relationships/customXml" Target="../ink/ink115.xml"/><Relationship Id="rId87" Type="http://schemas.openxmlformats.org/officeDocument/2006/relationships/customXml" Target="../ink/ink125.xml"/><Relationship Id="rId110" Type="http://schemas.openxmlformats.org/officeDocument/2006/relationships/customXml" Target="../ink/ink137.xml"/><Relationship Id="rId115" Type="http://schemas.openxmlformats.org/officeDocument/2006/relationships/image" Target="../media/image146.png"/><Relationship Id="rId131" Type="http://schemas.openxmlformats.org/officeDocument/2006/relationships/customXml" Target="../ink/ink148.xml"/><Relationship Id="rId136" Type="http://schemas.openxmlformats.org/officeDocument/2006/relationships/image" Target="../media/image157.png"/><Relationship Id="rId61" Type="http://schemas.openxmlformats.org/officeDocument/2006/relationships/image" Target="../media/image60.png"/><Relationship Id="rId82" Type="http://schemas.openxmlformats.org/officeDocument/2006/relationships/customXml" Target="../ink/ink123.xml"/><Relationship Id="rId19" Type="http://schemas.openxmlformats.org/officeDocument/2006/relationships/image" Target="../media/image13.png"/><Relationship Id="rId14" Type="http://schemas.openxmlformats.org/officeDocument/2006/relationships/customXml" Target="../ink/ink89.xml"/><Relationship Id="rId30" Type="http://schemas.openxmlformats.org/officeDocument/2006/relationships/customXml" Target="../ink/ink97.xml"/><Relationship Id="rId35" Type="http://schemas.openxmlformats.org/officeDocument/2006/relationships/image" Target="../media/image23.png"/><Relationship Id="rId56" Type="http://schemas.openxmlformats.org/officeDocument/2006/relationships/customXml" Target="../ink/ink110.xml"/><Relationship Id="rId77" Type="http://schemas.openxmlformats.org/officeDocument/2006/relationships/image" Target="../media/image68.png"/><Relationship Id="rId100" Type="http://schemas.openxmlformats.org/officeDocument/2006/relationships/customXml" Target="../ink/ink132.xml"/><Relationship Id="rId105" Type="http://schemas.openxmlformats.org/officeDocument/2006/relationships/image" Target="../media/image141.png"/><Relationship Id="rId126" Type="http://schemas.openxmlformats.org/officeDocument/2006/relationships/image" Target="../media/image152.png"/><Relationship Id="rId8" Type="http://schemas.openxmlformats.org/officeDocument/2006/relationships/customXml" Target="../ink/ink86.xml"/><Relationship Id="rId51" Type="http://schemas.openxmlformats.org/officeDocument/2006/relationships/image" Target="../media/image55.png"/><Relationship Id="rId72" Type="http://schemas.openxmlformats.org/officeDocument/2006/relationships/customXml" Target="../ink/ink118.xml"/><Relationship Id="rId93" Type="http://schemas.openxmlformats.org/officeDocument/2006/relationships/image" Target="../media/image135.png"/><Relationship Id="rId98" Type="http://schemas.openxmlformats.org/officeDocument/2006/relationships/customXml" Target="../ink/ink131.xml"/><Relationship Id="rId121" Type="http://schemas.openxmlformats.org/officeDocument/2006/relationships/customXml" Target="../ink/ink143.xml"/><Relationship Id="rId142" Type="http://schemas.openxmlformats.org/officeDocument/2006/relationships/image" Target="../media/image161.png"/><Relationship Id="rId3" Type="http://schemas.openxmlformats.org/officeDocument/2006/relationships/image" Target="../media/image510.png"/><Relationship Id="rId25" Type="http://schemas.openxmlformats.org/officeDocument/2006/relationships/image" Target="../media/image16.png"/><Relationship Id="rId46" Type="http://schemas.openxmlformats.org/officeDocument/2006/relationships/customXml" Target="../ink/ink105.xml"/><Relationship Id="rId67" Type="http://schemas.openxmlformats.org/officeDocument/2006/relationships/image" Target="../media/image63.png"/><Relationship Id="rId116" Type="http://schemas.openxmlformats.org/officeDocument/2006/relationships/customXml" Target="../ink/ink140.xml"/><Relationship Id="rId137" Type="http://schemas.openxmlformats.org/officeDocument/2006/relationships/customXml" Target="../ink/ink151.xml"/><Relationship Id="rId20" Type="http://schemas.openxmlformats.org/officeDocument/2006/relationships/customXml" Target="../ink/ink92.xml"/><Relationship Id="rId41" Type="http://schemas.openxmlformats.org/officeDocument/2006/relationships/image" Target="../media/image50.png"/><Relationship Id="rId62" Type="http://schemas.openxmlformats.org/officeDocument/2006/relationships/customXml" Target="../ink/ink113.xml"/><Relationship Id="rId83" Type="http://schemas.openxmlformats.org/officeDocument/2006/relationships/image" Target="../media/image71.png"/><Relationship Id="rId88" Type="http://schemas.openxmlformats.org/officeDocument/2006/relationships/image" Target="../media/image148.png"/><Relationship Id="rId111" Type="http://schemas.openxmlformats.org/officeDocument/2006/relationships/image" Target="../media/image144.png"/><Relationship Id="rId132" Type="http://schemas.openxmlformats.org/officeDocument/2006/relationships/image" Target="../media/image155.png"/><Relationship Id="rId15" Type="http://schemas.openxmlformats.org/officeDocument/2006/relationships/image" Target="../media/image11.png"/><Relationship Id="rId36" Type="http://schemas.openxmlformats.org/officeDocument/2006/relationships/customXml" Target="../ink/ink100.xml"/><Relationship Id="rId57" Type="http://schemas.openxmlformats.org/officeDocument/2006/relationships/image" Target="../media/image58.png"/><Relationship Id="rId106" Type="http://schemas.openxmlformats.org/officeDocument/2006/relationships/customXml" Target="../ink/ink135.xml"/><Relationship Id="rId127" Type="http://schemas.openxmlformats.org/officeDocument/2006/relationships/customXml" Target="../ink/ink146.xml"/><Relationship Id="rId10" Type="http://schemas.openxmlformats.org/officeDocument/2006/relationships/customXml" Target="../ink/ink87.xml"/><Relationship Id="rId31" Type="http://schemas.openxmlformats.org/officeDocument/2006/relationships/image" Target="../media/image20.png"/><Relationship Id="rId52" Type="http://schemas.openxmlformats.org/officeDocument/2006/relationships/customXml" Target="../ink/ink108.xml"/><Relationship Id="rId73" Type="http://schemas.openxmlformats.org/officeDocument/2006/relationships/image" Target="../media/image66.png"/><Relationship Id="rId78" Type="http://schemas.openxmlformats.org/officeDocument/2006/relationships/customXml" Target="../ink/ink121.xml"/><Relationship Id="rId94" Type="http://schemas.openxmlformats.org/officeDocument/2006/relationships/customXml" Target="../ink/ink129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image" Target="../media/image150.png"/><Relationship Id="rId143" Type="http://schemas.openxmlformats.org/officeDocument/2006/relationships/customXml" Target="../ink/ink154.xml"/><Relationship Id="rId4" Type="http://schemas.openxmlformats.org/officeDocument/2006/relationships/customXml" Target="../ink/ink84.xml"/><Relationship Id="rId9" Type="http://schemas.openxmlformats.org/officeDocument/2006/relationships/image" Target="../media/image810.png"/><Relationship Id="rId26" Type="http://schemas.openxmlformats.org/officeDocument/2006/relationships/customXml" Target="../ink/ink95.xml"/><Relationship Id="rId47" Type="http://schemas.openxmlformats.org/officeDocument/2006/relationships/image" Target="../media/image53.png"/><Relationship Id="rId68" Type="http://schemas.openxmlformats.org/officeDocument/2006/relationships/customXml" Target="../ink/ink116.xml"/><Relationship Id="rId89" Type="http://schemas.openxmlformats.org/officeDocument/2006/relationships/customXml" Target="../ink/ink126.xml"/><Relationship Id="rId112" Type="http://schemas.openxmlformats.org/officeDocument/2006/relationships/customXml" Target="../ink/ink138.xml"/><Relationship Id="rId133" Type="http://schemas.openxmlformats.org/officeDocument/2006/relationships/customXml" Target="../ink/ink149.xml"/><Relationship Id="rId16" Type="http://schemas.openxmlformats.org/officeDocument/2006/relationships/customXml" Target="../ink/ink90.xml"/><Relationship Id="rId37" Type="http://schemas.openxmlformats.org/officeDocument/2006/relationships/image" Target="../media/image24.png"/><Relationship Id="rId58" Type="http://schemas.openxmlformats.org/officeDocument/2006/relationships/customXml" Target="../ink/ink111.xml"/><Relationship Id="rId79" Type="http://schemas.openxmlformats.org/officeDocument/2006/relationships/image" Target="../media/image69.png"/><Relationship Id="rId102" Type="http://schemas.openxmlformats.org/officeDocument/2006/relationships/customXml" Target="../ink/ink133.xml"/><Relationship Id="rId123" Type="http://schemas.openxmlformats.org/officeDocument/2006/relationships/customXml" Target="../ink/ink144.xml"/><Relationship Id="rId144" Type="http://schemas.openxmlformats.org/officeDocument/2006/relationships/image" Target="../media/image162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14.png"/><Relationship Id="rId42" Type="http://schemas.openxmlformats.org/officeDocument/2006/relationships/customXml" Target="../ink/ink176.xml"/><Relationship Id="rId63" Type="http://schemas.openxmlformats.org/officeDocument/2006/relationships/image" Target="../media/image61.png"/><Relationship Id="rId84" Type="http://schemas.openxmlformats.org/officeDocument/2006/relationships/image" Target="../media/image19.png"/><Relationship Id="rId138" Type="http://schemas.openxmlformats.org/officeDocument/2006/relationships/image" Target="../media/image159.png"/><Relationship Id="rId107" Type="http://schemas.openxmlformats.org/officeDocument/2006/relationships/image" Target="../media/image142.png"/><Relationship Id="rId11" Type="http://schemas.openxmlformats.org/officeDocument/2006/relationships/image" Target="../media/image9.png"/><Relationship Id="rId32" Type="http://schemas.openxmlformats.org/officeDocument/2006/relationships/customXml" Target="../ink/ink171.xml"/><Relationship Id="rId53" Type="http://schemas.openxmlformats.org/officeDocument/2006/relationships/image" Target="../media/image56.png"/><Relationship Id="rId74" Type="http://schemas.openxmlformats.org/officeDocument/2006/relationships/customXml" Target="../ink/ink192.xml"/><Relationship Id="rId128" Type="http://schemas.openxmlformats.org/officeDocument/2006/relationships/image" Target="../media/image153.png"/><Relationship Id="rId5" Type="http://schemas.openxmlformats.org/officeDocument/2006/relationships/image" Target="../media/image610.png"/><Relationship Id="rId90" Type="http://schemas.openxmlformats.org/officeDocument/2006/relationships/customXml" Target="../ink/ink200.xml"/><Relationship Id="rId95" Type="http://schemas.openxmlformats.org/officeDocument/2006/relationships/image" Target="../media/image136.png"/><Relationship Id="rId22" Type="http://schemas.openxmlformats.org/officeDocument/2006/relationships/customXml" Target="../ink/ink166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179.xml"/><Relationship Id="rId64" Type="http://schemas.openxmlformats.org/officeDocument/2006/relationships/customXml" Target="../ink/ink187.xml"/><Relationship Id="rId69" Type="http://schemas.openxmlformats.org/officeDocument/2006/relationships/image" Target="../media/image64.png"/><Relationship Id="rId113" Type="http://schemas.openxmlformats.org/officeDocument/2006/relationships/image" Target="../media/image145.png"/><Relationship Id="rId118" Type="http://schemas.openxmlformats.org/officeDocument/2006/relationships/customXml" Target="../ink/ink214.xml"/><Relationship Id="rId134" Type="http://schemas.openxmlformats.org/officeDocument/2006/relationships/image" Target="../media/image156.png"/><Relationship Id="rId139" Type="http://schemas.openxmlformats.org/officeDocument/2006/relationships/customXml" Target="../ink/ink225.xml"/><Relationship Id="rId80" Type="http://schemas.openxmlformats.org/officeDocument/2006/relationships/customXml" Target="../ink/ink195.xml"/><Relationship Id="rId85" Type="http://schemas.openxmlformats.org/officeDocument/2006/relationships/customXml" Target="../ink/ink197.xml"/><Relationship Id="rId12" Type="http://schemas.openxmlformats.org/officeDocument/2006/relationships/customXml" Target="../ink/ink161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174.xml"/><Relationship Id="rId59" Type="http://schemas.openxmlformats.org/officeDocument/2006/relationships/image" Target="../media/image59.png"/><Relationship Id="rId103" Type="http://schemas.openxmlformats.org/officeDocument/2006/relationships/image" Target="../media/image140.png"/><Relationship Id="rId108" Type="http://schemas.openxmlformats.org/officeDocument/2006/relationships/customXml" Target="../ink/ink209.xml"/><Relationship Id="rId124" Type="http://schemas.openxmlformats.org/officeDocument/2006/relationships/image" Target="../media/image151.png"/><Relationship Id="rId129" Type="http://schemas.openxmlformats.org/officeDocument/2006/relationships/customXml" Target="../ink/ink220.xml"/><Relationship Id="rId54" Type="http://schemas.openxmlformats.org/officeDocument/2006/relationships/customXml" Target="../ink/ink182.xml"/><Relationship Id="rId70" Type="http://schemas.openxmlformats.org/officeDocument/2006/relationships/customXml" Target="../ink/ink190.xml"/><Relationship Id="rId75" Type="http://schemas.openxmlformats.org/officeDocument/2006/relationships/image" Target="../media/image67.png"/><Relationship Id="rId91" Type="http://schemas.openxmlformats.org/officeDocument/2006/relationships/image" Target="../media/image134.png"/><Relationship Id="rId96" Type="http://schemas.openxmlformats.org/officeDocument/2006/relationships/customXml" Target="../ink/ink203.xml"/><Relationship Id="rId140" Type="http://schemas.openxmlformats.org/officeDocument/2006/relationships/image" Target="../media/image160.png"/><Relationship Id="rId145" Type="http://schemas.openxmlformats.org/officeDocument/2006/relationships/customXml" Target="../ink/ink2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8.xml"/><Relationship Id="rId23" Type="http://schemas.openxmlformats.org/officeDocument/2006/relationships/image" Target="../media/image15.png"/><Relationship Id="rId28" Type="http://schemas.openxmlformats.org/officeDocument/2006/relationships/customXml" Target="../ink/ink169.xml"/><Relationship Id="rId49" Type="http://schemas.openxmlformats.org/officeDocument/2006/relationships/image" Target="../media/image54.png"/><Relationship Id="rId114" Type="http://schemas.openxmlformats.org/officeDocument/2006/relationships/customXml" Target="../ink/ink212.xml"/><Relationship Id="rId119" Type="http://schemas.openxmlformats.org/officeDocument/2006/relationships/customXml" Target="../ink/ink215.xml"/><Relationship Id="rId44" Type="http://schemas.openxmlformats.org/officeDocument/2006/relationships/customXml" Target="../ink/ink177.xml"/><Relationship Id="rId60" Type="http://schemas.openxmlformats.org/officeDocument/2006/relationships/customXml" Target="../ink/ink185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58.png"/><Relationship Id="rId130" Type="http://schemas.openxmlformats.org/officeDocument/2006/relationships/image" Target="../media/image154.png"/><Relationship Id="rId135" Type="http://schemas.openxmlformats.org/officeDocument/2006/relationships/customXml" Target="../ink/ink223.xml"/><Relationship Id="rId13" Type="http://schemas.openxmlformats.org/officeDocument/2006/relationships/image" Target="../media/image10.png"/><Relationship Id="rId18" Type="http://schemas.openxmlformats.org/officeDocument/2006/relationships/customXml" Target="../ink/ink164.xml"/><Relationship Id="rId39" Type="http://schemas.openxmlformats.org/officeDocument/2006/relationships/image" Target="../media/image49.png"/><Relationship Id="rId109" Type="http://schemas.openxmlformats.org/officeDocument/2006/relationships/image" Target="../media/image143.png"/><Relationship Id="rId34" Type="http://schemas.openxmlformats.org/officeDocument/2006/relationships/customXml" Target="../ink/ink172.xml"/><Relationship Id="rId50" Type="http://schemas.openxmlformats.org/officeDocument/2006/relationships/customXml" Target="../ink/ink180.xml"/><Relationship Id="rId55" Type="http://schemas.openxmlformats.org/officeDocument/2006/relationships/image" Target="../media/image57.png"/><Relationship Id="rId76" Type="http://schemas.openxmlformats.org/officeDocument/2006/relationships/customXml" Target="../ink/ink193.xml"/><Relationship Id="rId97" Type="http://schemas.openxmlformats.org/officeDocument/2006/relationships/image" Target="../media/image137.png"/><Relationship Id="rId104" Type="http://schemas.openxmlformats.org/officeDocument/2006/relationships/customXml" Target="../ink/ink207.xml"/><Relationship Id="rId120" Type="http://schemas.openxmlformats.org/officeDocument/2006/relationships/image" Target="../media/image149.png"/><Relationship Id="rId125" Type="http://schemas.openxmlformats.org/officeDocument/2006/relationships/customXml" Target="../ink/ink218.xml"/><Relationship Id="rId141" Type="http://schemas.openxmlformats.org/officeDocument/2006/relationships/customXml" Target="../ink/ink226.xml"/><Relationship Id="rId146" Type="http://schemas.openxmlformats.org/officeDocument/2006/relationships/image" Target="../media/image163.png"/><Relationship Id="rId7" Type="http://schemas.openxmlformats.org/officeDocument/2006/relationships/image" Target="../media/image710.png"/><Relationship Id="rId71" Type="http://schemas.openxmlformats.org/officeDocument/2006/relationships/image" Target="../media/image65.png"/><Relationship Id="rId92" Type="http://schemas.openxmlformats.org/officeDocument/2006/relationships/customXml" Target="../ink/ink201.xml"/><Relationship Id="rId2" Type="http://schemas.openxmlformats.org/officeDocument/2006/relationships/customXml" Target="../ink/ink156.xml"/><Relationship Id="rId29" Type="http://schemas.openxmlformats.org/officeDocument/2006/relationships/image" Target="../media/image18.png"/><Relationship Id="rId24" Type="http://schemas.openxmlformats.org/officeDocument/2006/relationships/customXml" Target="../ink/ink167.xml"/><Relationship Id="rId40" Type="http://schemas.openxmlformats.org/officeDocument/2006/relationships/customXml" Target="../ink/ink175.xml"/><Relationship Id="rId45" Type="http://schemas.openxmlformats.org/officeDocument/2006/relationships/image" Target="../media/image52.png"/><Relationship Id="rId66" Type="http://schemas.openxmlformats.org/officeDocument/2006/relationships/customXml" Target="../ink/ink188.xml"/><Relationship Id="rId87" Type="http://schemas.openxmlformats.org/officeDocument/2006/relationships/customXml" Target="../ink/ink198.xml"/><Relationship Id="rId110" Type="http://schemas.openxmlformats.org/officeDocument/2006/relationships/customXml" Target="../ink/ink210.xml"/><Relationship Id="rId115" Type="http://schemas.openxmlformats.org/officeDocument/2006/relationships/image" Target="../media/image146.png"/><Relationship Id="rId131" Type="http://schemas.openxmlformats.org/officeDocument/2006/relationships/customXml" Target="../ink/ink221.xml"/><Relationship Id="rId136" Type="http://schemas.openxmlformats.org/officeDocument/2006/relationships/image" Target="../media/image157.png"/><Relationship Id="rId61" Type="http://schemas.openxmlformats.org/officeDocument/2006/relationships/image" Target="../media/image60.png"/><Relationship Id="rId82" Type="http://schemas.openxmlformats.org/officeDocument/2006/relationships/customXml" Target="../ink/ink196.xml"/><Relationship Id="rId19" Type="http://schemas.openxmlformats.org/officeDocument/2006/relationships/image" Target="../media/image13.png"/><Relationship Id="rId14" Type="http://schemas.openxmlformats.org/officeDocument/2006/relationships/customXml" Target="../ink/ink162.xml"/><Relationship Id="rId30" Type="http://schemas.openxmlformats.org/officeDocument/2006/relationships/customXml" Target="../ink/ink170.xml"/><Relationship Id="rId35" Type="http://schemas.openxmlformats.org/officeDocument/2006/relationships/image" Target="../media/image23.png"/><Relationship Id="rId56" Type="http://schemas.openxmlformats.org/officeDocument/2006/relationships/customXml" Target="../ink/ink183.xml"/><Relationship Id="rId77" Type="http://schemas.openxmlformats.org/officeDocument/2006/relationships/image" Target="../media/image68.png"/><Relationship Id="rId100" Type="http://schemas.openxmlformats.org/officeDocument/2006/relationships/customXml" Target="../ink/ink205.xml"/><Relationship Id="rId105" Type="http://schemas.openxmlformats.org/officeDocument/2006/relationships/image" Target="../media/image141.png"/><Relationship Id="rId126" Type="http://schemas.openxmlformats.org/officeDocument/2006/relationships/image" Target="../media/image152.png"/><Relationship Id="rId147" Type="http://schemas.openxmlformats.org/officeDocument/2006/relationships/image" Target="../media/image164.png"/><Relationship Id="rId8" Type="http://schemas.openxmlformats.org/officeDocument/2006/relationships/customXml" Target="../ink/ink159.xml"/><Relationship Id="rId51" Type="http://schemas.openxmlformats.org/officeDocument/2006/relationships/image" Target="../media/image55.png"/><Relationship Id="rId72" Type="http://schemas.openxmlformats.org/officeDocument/2006/relationships/customXml" Target="../ink/ink191.xml"/><Relationship Id="rId93" Type="http://schemas.openxmlformats.org/officeDocument/2006/relationships/image" Target="../media/image135.png"/><Relationship Id="rId98" Type="http://schemas.openxmlformats.org/officeDocument/2006/relationships/customXml" Target="../ink/ink204.xml"/><Relationship Id="rId121" Type="http://schemas.openxmlformats.org/officeDocument/2006/relationships/customXml" Target="../ink/ink216.xml"/><Relationship Id="rId142" Type="http://schemas.openxmlformats.org/officeDocument/2006/relationships/image" Target="../media/image161.png"/><Relationship Id="rId3" Type="http://schemas.openxmlformats.org/officeDocument/2006/relationships/image" Target="../media/image510.png"/><Relationship Id="rId25" Type="http://schemas.openxmlformats.org/officeDocument/2006/relationships/image" Target="../media/image16.png"/><Relationship Id="rId46" Type="http://schemas.openxmlformats.org/officeDocument/2006/relationships/customXml" Target="../ink/ink178.xml"/><Relationship Id="rId67" Type="http://schemas.openxmlformats.org/officeDocument/2006/relationships/image" Target="../media/image63.png"/><Relationship Id="rId116" Type="http://schemas.openxmlformats.org/officeDocument/2006/relationships/customXml" Target="../ink/ink213.xml"/><Relationship Id="rId137" Type="http://schemas.openxmlformats.org/officeDocument/2006/relationships/customXml" Target="../ink/ink224.xml"/><Relationship Id="rId20" Type="http://schemas.openxmlformats.org/officeDocument/2006/relationships/customXml" Target="../ink/ink165.xml"/><Relationship Id="rId41" Type="http://schemas.openxmlformats.org/officeDocument/2006/relationships/image" Target="../media/image50.png"/><Relationship Id="rId62" Type="http://schemas.openxmlformats.org/officeDocument/2006/relationships/customXml" Target="../ink/ink186.xml"/><Relationship Id="rId83" Type="http://schemas.openxmlformats.org/officeDocument/2006/relationships/image" Target="../media/image71.png"/><Relationship Id="rId88" Type="http://schemas.openxmlformats.org/officeDocument/2006/relationships/image" Target="../media/image148.png"/><Relationship Id="rId111" Type="http://schemas.openxmlformats.org/officeDocument/2006/relationships/image" Target="../media/image144.png"/><Relationship Id="rId132" Type="http://schemas.openxmlformats.org/officeDocument/2006/relationships/image" Target="../media/image155.png"/><Relationship Id="rId15" Type="http://schemas.openxmlformats.org/officeDocument/2006/relationships/image" Target="../media/image11.png"/><Relationship Id="rId36" Type="http://schemas.openxmlformats.org/officeDocument/2006/relationships/customXml" Target="../ink/ink173.xml"/><Relationship Id="rId57" Type="http://schemas.openxmlformats.org/officeDocument/2006/relationships/image" Target="../media/image58.png"/><Relationship Id="rId106" Type="http://schemas.openxmlformats.org/officeDocument/2006/relationships/customXml" Target="../ink/ink208.xml"/><Relationship Id="rId127" Type="http://schemas.openxmlformats.org/officeDocument/2006/relationships/customXml" Target="../ink/ink219.xml"/><Relationship Id="rId10" Type="http://schemas.openxmlformats.org/officeDocument/2006/relationships/customXml" Target="../ink/ink160.xml"/><Relationship Id="rId31" Type="http://schemas.openxmlformats.org/officeDocument/2006/relationships/image" Target="../media/image20.png"/><Relationship Id="rId52" Type="http://schemas.openxmlformats.org/officeDocument/2006/relationships/customXml" Target="../ink/ink181.xml"/><Relationship Id="rId73" Type="http://schemas.openxmlformats.org/officeDocument/2006/relationships/image" Target="../media/image66.png"/><Relationship Id="rId78" Type="http://schemas.openxmlformats.org/officeDocument/2006/relationships/customXml" Target="../ink/ink194.xml"/><Relationship Id="rId94" Type="http://schemas.openxmlformats.org/officeDocument/2006/relationships/customXml" Target="../ink/ink202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image" Target="../media/image150.png"/><Relationship Id="rId143" Type="http://schemas.openxmlformats.org/officeDocument/2006/relationships/customXml" Target="../ink/ink227.xml"/><Relationship Id="rId148" Type="http://schemas.openxmlformats.org/officeDocument/2006/relationships/image" Target="../media/image165.png"/><Relationship Id="rId4" Type="http://schemas.openxmlformats.org/officeDocument/2006/relationships/customXml" Target="../ink/ink157.xml"/><Relationship Id="rId9" Type="http://schemas.openxmlformats.org/officeDocument/2006/relationships/image" Target="../media/image810.png"/><Relationship Id="rId26" Type="http://schemas.openxmlformats.org/officeDocument/2006/relationships/customXml" Target="../ink/ink168.xml"/><Relationship Id="rId47" Type="http://schemas.openxmlformats.org/officeDocument/2006/relationships/image" Target="../media/image53.png"/><Relationship Id="rId68" Type="http://schemas.openxmlformats.org/officeDocument/2006/relationships/customXml" Target="../ink/ink189.xml"/><Relationship Id="rId89" Type="http://schemas.openxmlformats.org/officeDocument/2006/relationships/customXml" Target="../ink/ink199.xml"/><Relationship Id="rId112" Type="http://schemas.openxmlformats.org/officeDocument/2006/relationships/customXml" Target="../ink/ink211.xml"/><Relationship Id="rId133" Type="http://schemas.openxmlformats.org/officeDocument/2006/relationships/customXml" Target="../ink/ink222.xml"/><Relationship Id="rId16" Type="http://schemas.openxmlformats.org/officeDocument/2006/relationships/customXml" Target="../ink/ink163.xml"/><Relationship Id="rId37" Type="http://schemas.openxmlformats.org/officeDocument/2006/relationships/image" Target="../media/image24.png"/><Relationship Id="rId58" Type="http://schemas.openxmlformats.org/officeDocument/2006/relationships/customXml" Target="../ink/ink184.xml"/><Relationship Id="rId79" Type="http://schemas.openxmlformats.org/officeDocument/2006/relationships/image" Target="../media/image69.png"/><Relationship Id="rId102" Type="http://schemas.openxmlformats.org/officeDocument/2006/relationships/customXml" Target="../ink/ink206.xml"/><Relationship Id="rId123" Type="http://schemas.openxmlformats.org/officeDocument/2006/relationships/customXml" Target="../ink/ink217.xml"/><Relationship Id="rId144" Type="http://schemas.openxmlformats.org/officeDocument/2006/relationships/image" Target="../media/image162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14.png"/><Relationship Id="rId42" Type="http://schemas.openxmlformats.org/officeDocument/2006/relationships/customXml" Target="../ink/ink249.xml"/><Relationship Id="rId63" Type="http://schemas.openxmlformats.org/officeDocument/2006/relationships/image" Target="../media/image61.png"/><Relationship Id="rId84" Type="http://schemas.openxmlformats.org/officeDocument/2006/relationships/image" Target="../media/image19.png"/><Relationship Id="rId138" Type="http://schemas.openxmlformats.org/officeDocument/2006/relationships/image" Target="../media/image159.png"/><Relationship Id="rId107" Type="http://schemas.openxmlformats.org/officeDocument/2006/relationships/image" Target="../media/image142.png"/><Relationship Id="rId11" Type="http://schemas.openxmlformats.org/officeDocument/2006/relationships/image" Target="../media/image9.png"/><Relationship Id="rId32" Type="http://schemas.openxmlformats.org/officeDocument/2006/relationships/customXml" Target="../ink/ink244.xml"/><Relationship Id="rId53" Type="http://schemas.openxmlformats.org/officeDocument/2006/relationships/image" Target="../media/image56.png"/><Relationship Id="rId74" Type="http://schemas.openxmlformats.org/officeDocument/2006/relationships/customXml" Target="../ink/ink265.xml"/><Relationship Id="rId128" Type="http://schemas.openxmlformats.org/officeDocument/2006/relationships/image" Target="../media/image153.png"/><Relationship Id="rId5" Type="http://schemas.openxmlformats.org/officeDocument/2006/relationships/image" Target="../media/image610.png"/><Relationship Id="rId90" Type="http://schemas.openxmlformats.org/officeDocument/2006/relationships/customXml" Target="../ink/ink273.xml"/><Relationship Id="rId95" Type="http://schemas.openxmlformats.org/officeDocument/2006/relationships/image" Target="../media/image136.png"/><Relationship Id="rId22" Type="http://schemas.openxmlformats.org/officeDocument/2006/relationships/customXml" Target="../ink/ink239.xml"/><Relationship Id="rId27" Type="http://schemas.openxmlformats.org/officeDocument/2006/relationships/image" Target="../media/image17.png"/><Relationship Id="rId43" Type="http://schemas.openxmlformats.org/officeDocument/2006/relationships/image" Target="../media/image51.png"/><Relationship Id="rId48" Type="http://schemas.openxmlformats.org/officeDocument/2006/relationships/customXml" Target="../ink/ink252.xml"/><Relationship Id="rId64" Type="http://schemas.openxmlformats.org/officeDocument/2006/relationships/customXml" Target="../ink/ink260.xml"/><Relationship Id="rId69" Type="http://schemas.openxmlformats.org/officeDocument/2006/relationships/image" Target="../media/image64.png"/><Relationship Id="rId113" Type="http://schemas.openxmlformats.org/officeDocument/2006/relationships/image" Target="../media/image145.png"/><Relationship Id="rId118" Type="http://schemas.openxmlformats.org/officeDocument/2006/relationships/customXml" Target="../ink/ink287.xml"/><Relationship Id="rId134" Type="http://schemas.openxmlformats.org/officeDocument/2006/relationships/image" Target="../media/image156.png"/><Relationship Id="rId139" Type="http://schemas.openxmlformats.org/officeDocument/2006/relationships/customXml" Target="../ink/ink298.xml"/><Relationship Id="rId80" Type="http://schemas.openxmlformats.org/officeDocument/2006/relationships/customXml" Target="../ink/ink268.xml"/><Relationship Id="rId85" Type="http://schemas.openxmlformats.org/officeDocument/2006/relationships/customXml" Target="../ink/ink270.xml"/><Relationship Id="rId12" Type="http://schemas.openxmlformats.org/officeDocument/2006/relationships/customXml" Target="../ink/ink234.xml"/><Relationship Id="rId17" Type="http://schemas.openxmlformats.org/officeDocument/2006/relationships/image" Target="../media/image12.png"/><Relationship Id="rId33" Type="http://schemas.openxmlformats.org/officeDocument/2006/relationships/image" Target="../media/image22.png"/><Relationship Id="rId38" Type="http://schemas.openxmlformats.org/officeDocument/2006/relationships/customXml" Target="../ink/ink247.xml"/><Relationship Id="rId59" Type="http://schemas.openxmlformats.org/officeDocument/2006/relationships/image" Target="../media/image59.png"/><Relationship Id="rId103" Type="http://schemas.openxmlformats.org/officeDocument/2006/relationships/image" Target="../media/image140.png"/><Relationship Id="rId108" Type="http://schemas.openxmlformats.org/officeDocument/2006/relationships/customXml" Target="../ink/ink282.xml"/><Relationship Id="rId124" Type="http://schemas.openxmlformats.org/officeDocument/2006/relationships/image" Target="../media/image151.png"/><Relationship Id="rId129" Type="http://schemas.openxmlformats.org/officeDocument/2006/relationships/customXml" Target="../ink/ink293.xml"/><Relationship Id="rId54" Type="http://schemas.openxmlformats.org/officeDocument/2006/relationships/customXml" Target="../ink/ink255.xml"/><Relationship Id="rId70" Type="http://schemas.openxmlformats.org/officeDocument/2006/relationships/customXml" Target="../ink/ink263.xml"/><Relationship Id="rId75" Type="http://schemas.openxmlformats.org/officeDocument/2006/relationships/image" Target="../media/image67.png"/><Relationship Id="rId91" Type="http://schemas.openxmlformats.org/officeDocument/2006/relationships/image" Target="../media/image134.png"/><Relationship Id="rId96" Type="http://schemas.openxmlformats.org/officeDocument/2006/relationships/customXml" Target="../ink/ink276.xml"/><Relationship Id="rId140" Type="http://schemas.openxmlformats.org/officeDocument/2006/relationships/image" Target="../media/image160.png"/><Relationship Id="rId145" Type="http://schemas.openxmlformats.org/officeDocument/2006/relationships/customXml" Target="../ink/ink3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1.xml"/><Relationship Id="rId23" Type="http://schemas.openxmlformats.org/officeDocument/2006/relationships/image" Target="../media/image15.png"/><Relationship Id="rId28" Type="http://schemas.openxmlformats.org/officeDocument/2006/relationships/customXml" Target="../ink/ink242.xml"/><Relationship Id="rId49" Type="http://schemas.openxmlformats.org/officeDocument/2006/relationships/image" Target="../media/image54.png"/><Relationship Id="rId114" Type="http://schemas.openxmlformats.org/officeDocument/2006/relationships/customXml" Target="../ink/ink285.xml"/><Relationship Id="rId119" Type="http://schemas.openxmlformats.org/officeDocument/2006/relationships/customXml" Target="../ink/ink288.xml"/><Relationship Id="rId44" Type="http://schemas.openxmlformats.org/officeDocument/2006/relationships/customXml" Target="../ink/ink250.xml"/><Relationship Id="rId60" Type="http://schemas.openxmlformats.org/officeDocument/2006/relationships/customXml" Target="../ink/ink258.xml"/><Relationship Id="rId65" Type="http://schemas.openxmlformats.org/officeDocument/2006/relationships/image" Target="../media/image62.png"/><Relationship Id="rId81" Type="http://schemas.openxmlformats.org/officeDocument/2006/relationships/image" Target="../media/image70.png"/><Relationship Id="rId86" Type="http://schemas.openxmlformats.org/officeDocument/2006/relationships/image" Target="../media/image158.png"/><Relationship Id="rId130" Type="http://schemas.openxmlformats.org/officeDocument/2006/relationships/image" Target="../media/image154.png"/><Relationship Id="rId135" Type="http://schemas.openxmlformats.org/officeDocument/2006/relationships/customXml" Target="../ink/ink296.xml"/><Relationship Id="rId13" Type="http://schemas.openxmlformats.org/officeDocument/2006/relationships/image" Target="../media/image10.png"/><Relationship Id="rId18" Type="http://schemas.openxmlformats.org/officeDocument/2006/relationships/customXml" Target="../ink/ink237.xml"/><Relationship Id="rId39" Type="http://schemas.openxmlformats.org/officeDocument/2006/relationships/image" Target="../media/image49.png"/><Relationship Id="rId109" Type="http://schemas.openxmlformats.org/officeDocument/2006/relationships/image" Target="../media/image143.png"/><Relationship Id="rId34" Type="http://schemas.openxmlformats.org/officeDocument/2006/relationships/customXml" Target="../ink/ink245.xml"/><Relationship Id="rId50" Type="http://schemas.openxmlformats.org/officeDocument/2006/relationships/customXml" Target="../ink/ink253.xml"/><Relationship Id="rId55" Type="http://schemas.openxmlformats.org/officeDocument/2006/relationships/image" Target="../media/image57.png"/><Relationship Id="rId76" Type="http://schemas.openxmlformats.org/officeDocument/2006/relationships/customXml" Target="../ink/ink266.xml"/><Relationship Id="rId97" Type="http://schemas.openxmlformats.org/officeDocument/2006/relationships/image" Target="../media/image137.png"/><Relationship Id="rId104" Type="http://schemas.openxmlformats.org/officeDocument/2006/relationships/customXml" Target="../ink/ink280.xml"/><Relationship Id="rId120" Type="http://schemas.openxmlformats.org/officeDocument/2006/relationships/image" Target="../media/image149.png"/><Relationship Id="rId125" Type="http://schemas.openxmlformats.org/officeDocument/2006/relationships/customXml" Target="../ink/ink291.xml"/><Relationship Id="rId141" Type="http://schemas.openxmlformats.org/officeDocument/2006/relationships/customXml" Target="../ink/ink299.xml"/><Relationship Id="rId146" Type="http://schemas.openxmlformats.org/officeDocument/2006/relationships/image" Target="../media/image163.png"/><Relationship Id="rId7" Type="http://schemas.openxmlformats.org/officeDocument/2006/relationships/image" Target="../media/image710.png"/><Relationship Id="rId71" Type="http://schemas.openxmlformats.org/officeDocument/2006/relationships/image" Target="../media/image65.png"/><Relationship Id="rId92" Type="http://schemas.openxmlformats.org/officeDocument/2006/relationships/customXml" Target="../ink/ink274.xml"/><Relationship Id="rId2" Type="http://schemas.openxmlformats.org/officeDocument/2006/relationships/customXml" Target="../ink/ink229.xml"/><Relationship Id="rId29" Type="http://schemas.openxmlformats.org/officeDocument/2006/relationships/image" Target="../media/image18.png"/><Relationship Id="rId24" Type="http://schemas.openxmlformats.org/officeDocument/2006/relationships/customXml" Target="../ink/ink240.xml"/><Relationship Id="rId40" Type="http://schemas.openxmlformats.org/officeDocument/2006/relationships/customXml" Target="../ink/ink248.xml"/><Relationship Id="rId45" Type="http://schemas.openxmlformats.org/officeDocument/2006/relationships/image" Target="../media/image52.png"/><Relationship Id="rId66" Type="http://schemas.openxmlformats.org/officeDocument/2006/relationships/customXml" Target="../ink/ink261.xml"/><Relationship Id="rId87" Type="http://schemas.openxmlformats.org/officeDocument/2006/relationships/customXml" Target="../ink/ink271.xml"/><Relationship Id="rId110" Type="http://schemas.openxmlformats.org/officeDocument/2006/relationships/customXml" Target="../ink/ink283.xml"/><Relationship Id="rId115" Type="http://schemas.openxmlformats.org/officeDocument/2006/relationships/image" Target="../media/image146.png"/><Relationship Id="rId131" Type="http://schemas.openxmlformats.org/officeDocument/2006/relationships/customXml" Target="../ink/ink294.xml"/><Relationship Id="rId136" Type="http://schemas.openxmlformats.org/officeDocument/2006/relationships/image" Target="../media/image157.png"/><Relationship Id="rId61" Type="http://schemas.openxmlformats.org/officeDocument/2006/relationships/image" Target="../media/image60.png"/><Relationship Id="rId82" Type="http://schemas.openxmlformats.org/officeDocument/2006/relationships/customXml" Target="../ink/ink269.xml"/><Relationship Id="rId19" Type="http://schemas.openxmlformats.org/officeDocument/2006/relationships/image" Target="../media/image13.png"/><Relationship Id="rId14" Type="http://schemas.openxmlformats.org/officeDocument/2006/relationships/customXml" Target="../ink/ink235.xml"/><Relationship Id="rId30" Type="http://schemas.openxmlformats.org/officeDocument/2006/relationships/customXml" Target="../ink/ink243.xml"/><Relationship Id="rId35" Type="http://schemas.openxmlformats.org/officeDocument/2006/relationships/image" Target="../media/image23.png"/><Relationship Id="rId56" Type="http://schemas.openxmlformats.org/officeDocument/2006/relationships/customXml" Target="../ink/ink256.xml"/><Relationship Id="rId77" Type="http://schemas.openxmlformats.org/officeDocument/2006/relationships/image" Target="../media/image68.png"/><Relationship Id="rId100" Type="http://schemas.openxmlformats.org/officeDocument/2006/relationships/customXml" Target="../ink/ink278.xml"/><Relationship Id="rId105" Type="http://schemas.openxmlformats.org/officeDocument/2006/relationships/image" Target="../media/image141.png"/><Relationship Id="rId126" Type="http://schemas.openxmlformats.org/officeDocument/2006/relationships/image" Target="../media/image152.png"/><Relationship Id="rId147" Type="http://schemas.openxmlformats.org/officeDocument/2006/relationships/image" Target="../media/image164.png"/><Relationship Id="rId8" Type="http://schemas.openxmlformats.org/officeDocument/2006/relationships/customXml" Target="../ink/ink232.xml"/><Relationship Id="rId51" Type="http://schemas.openxmlformats.org/officeDocument/2006/relationships/image" Target="../media/image55.png"/><Relationship Id="rId72" Type="http://schemas.openxmlformats.org/officeDocument/2006/relationships/customXml" Target="../ink/ink264.xml"/><Relationship Id="rId93" Type="http://schemas.openxmlformats.org/officeDocument/2006/relationships/image" Target="../media/image135.png"/><Relationship Id="rId98" Type="http://schemas.openxmlformats.org/officeDocument/2006/relationships/customXml" Target="../ink/ink277.xml"/><Relationship Id="rId121" Type="http://schemas.openxmlformats.org/officeDocument/2006/relationships/customXml" Target="../ink/ink289.xml"/><Relationship Id="rId142" Type="http://schemas.openxmlformats.org/officeDocument/2006/relationships/image" Target="../media/image161.png"/><Relationship Id="rId3" Type="http://schemas.openxmlformats.org/officeDocument/2006/relationships/image" Target="../media/image510.png"/><Relationship Id="rId25" Type="http://schemas.openxmlformats.org/officeDocument/2006/relationships/image" Target="../media/image16.png"/><Relationship Id="rId46" Type="http://schemas.openxmlformats.org/officeDocument/2006/relationships/customXml" Target="../ink/ink251.xml"/><Relationship Id="rId67" Type="http://schemas.openxmlformats.org/officeDocument/2006/relationships/image" Target="../media/image63.png"/><Relationship Id="rId116" Type="http://schemas.openxmlformats.org/officeDocument/2006/relationships/customXml" Target="../ink/ink286.xml"/><Relationship Id="rId137" Type="http://schemas.openxmlformats.org/officeDocument/2006/relationships/customXml" Target="../ink/ink297.xml"/><Relationship Id="rId20" Type="http://schemas.openxmlformats.org/officeDocument/2006/relationships/customXml" Target="../ink/ink238.xml"/><Relationship Id="rId41" Type="http://schemas.openxmlformats.org/officeDocument/2006/relationships/image" Target="../media/image50.png"/><Relationship Id="rId62" Type="http://schemas.openxmlformats.org/officeDocument/2006/relationships/customXml" Target="../ink/ink259.xml"/><Relationship Id="rId83" Type="http://schemas.openxmlformats.org/officeDocument/2006/relationships/image" Target="../media/image71.png"/><Relationship Id="rId88" Type="http://schemas.openxmlformats.org/officeDocument/2006/relationships/image" Target="../media/image148.png"/><Relationship Id="rId111" Type="http://schemas.openxmlformats.org/officeDocument/2006/relationships/image" Target="../media/image144.png"/><Relationship Id="rId132" Type="http://schemas.openxmlformats.org/officeDocument/2006/relationships/image" Target="../media/image155.png"/><Relationship Id="rId15" Type="http://schemas.openxmlformats.org/officeDocument/2006/relationships/image" Target="../media/image11.png"/><Relationship Id="rId36" Type="http://schemas.openxmlformats.org/officeDocument/2006/relationships/customXml" Target="../ink/ink246.xml"/><Relationship Id="rId57" Type="http://schemas.openxmlformats.org/officeDocument/2006/relationships/image" Target="../media/image58.png"/><Relationship Id="rId106" Type="http://schemas.openxmlformats.org/officeDocument/2006/relationships/customXml" Target="../ink/ink281.xml"/><Relationship Id="rId127" Type="http://schemas.openxmlformats.org/officeDocument/2006/relationships/customXml" Target="../ink/ink292.xml"/><Relationship Id="rId10" Type="http://schemas.openxmlformats.org/officeDocument/2006/relationships/customXml" Target="../ink/ink233.xml"/><Relationship Id="rId31" Type="http://schemas.openxmlformats.org/officeDocument/2006/relationships/image" Target="../media/image20.png"/><Relationship Id="rId52" Type="http://schemas.openxmlformats.org/officeDocument/2006/relationships/customXml" Target="../ink/ink254.xml"/><Relationship Id="rId73" Type="http://schemas.openxmlformats.org/officeDocument/2006/relationships/image" Target="../media/image66.png"/><Relationship Id="rId78" Type="http://schemas.openxmlformats.org/officeDocument/2006/relationships/customXml" Target="../ink/ink267.xml"/><Relationship Id="rId94" Type="http://schemas.openxmlformats.org/officeDocument/2006/relationships/customXml" Target="../ink/ink275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image" Target="../media/image150.png"/><Relationship Id="rId143" Type="http://schemas.openxmlformats.org/officeDocument/2006/relationships/customXml" Target="../ink/ink300.xml"/><Relationship Id="rId148" Type="http://schemas.openxmlformats.org/officeDocument/2006/relationships/image" Target="../media/image165.png"/><Relationship Id="rId4" Type="http://schemas.openxmlformats.org/officeDocument/2006/relationships/customXml" Target="../ink/ink230.xml"/><Relationship Id="rId9" Type="http://schemas.openxmlformats.org/officeDocument/2006/relationships/image" Target="../media/image810.png"/><Relationship Id="rId26" Type="http://schemas.openxmlformats.org/officeDocument/2006/relationships/customXml" Target="../ink/ink241.xml"/><Relationship Id="rId47" Type="http://schemas.openxmlformats.org/officeDocument/2006/relationships/image" Target="../media/image53.png"/><Relationship Id="rId68" Type="http://schemas.openxmlformats.org/officeDocument/2006/relationships/customXml" Target="../ink/ink262.xml"/><Relationship Id="rId89" Type="http://schemas.openxmlformats.org/officeDocument/2006/relationships/customXml" Target="../ink/ink272.xml"/><Relationship Id="rId112" Type="http://schemas.openxmlformats.org/officeDocument/2006/relationships/customXml" Target="../ink/ink284.xml"/><Relationship Id="rId133" Type="http://schemas.openxmlformats.org/officeDocument/2006/relationships/customXml" Target="../ink/ink295.xml"/><Relationship Id="rId16" Type="http://schemas.openxmlformats.org/officeDocument/2006/relationships/customXml" Target="../ink/ink236.xml"/><Relationship Id="rId37" Type="http://schemas.openxmlformats.org/officeDocument/2006/relationships/image" Target="../media/image24.png"/><Relationship Id="rId58" Type="http://schemas.openxmlformats.org/officeDocument/2006/relationships/customXml" Target="../ink/ink257.xml"/><Relationship Id="rId79" Type="http://schemas.openxmlformats.org/officeDocument/2006/relationships/image" Target="../media/image69.png"/><Relationship Id="rId102" Type="http://schemas.openxmlformats.org/officeDocument/2006/relationships/customXml" Target="../ink/ink279.xml"/><Relationship Id="rId123" Type="http://schemas.openxmlformats.org/officeDocument/2006/relationships/customXml" Target="../ink/ink290.xml"/><Relationship Id="rId144" Type="http://schemas.openxmlformats.org/officeDocument/2006/relationships/image" Target="../media/image162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3.xml"/><Relationship Id="rId21" Type="http://schemas.openxmlformats.org/officeDocument/2006/relationships/image" Target="../media/image80.png"/><Relationship Id="rId34" Type="http://schemas.openxmlformats.org/officeDocument/2006/relationships/customXml" Target="../ink/ink317.xml"/><Relationship Id="rId42" Type="http://schemas.openxmlformats.org/officeDocument/2006/relationships/customXml" Target="../ink/ink321.xml"/><Relationship Id="rId47" Type="http://schemas.openxmlformats.org/officeDocument/2006/relationships/image" Target="../media/image170.png"/><Relationship Id="rId50" Type="http://schemas.openxmlformats.org/officeDocument/2006/relationships/customXml" Target="../ink/ink325.xml"/><Relationship Id="rId55" Type="http://schemas.openxmlformats.org/officeDocument/2006/relationships/image" Target="../media/image174.png"/><Relationship Id="rId63" Type="http://schemas.openxmlformats.org/officeDocument/2006/relationships/image" Target="../media/image178.png"/><Relationship Id="rId7" Type="http://schemas.openxmlformats.org/officeDocument/2006/relationships/image" Target="../media/image73.png"/><Relationship Id="rId2" Type="http://schemas.openxmlformats.org/officeDocument/2006/relationships/image" Target="../media/image166.png"/><Relationship Id="rId16" Type="http://schemas.openxmlformats.org/officeDocument/2006/relationships/customXml" Target="../ink/ink308.xml"/><Relationship Id="rId29" Type="http://schemas.openxmlformats.org/officeDocument/2006/relationships/image" Target="../media/image84.png"/><Relationship Id="rId11" Type="http://schemas.openxmlformats.org/officeDocument/2006/relationships/image" Target="../media/image75.png"/><Relationship Id="rId24" Type="http://schemas.openxmlformats.org/officeDocument/2006/relationships/customXml" Target="../ink/ink312.xml"/><Relationship Id="rId32" Type="http://schemas.openxmlformats.org/officeDocument/2006/relationships/customXml" Target="../ink/ink316.xml"/><Relationship Id="rId37" Type="http://schemas.openxmlformats.org/officeDocument/2006/relationships/image" Target="../media/image136.png"/><Relationship Id="rId40" Type="http://schemas.openxmlformats.org/officeDocument/2006/relationships/customXml" Target="../ink/ink320.xml"/><Relationship Id="rId45" Type="http://schemas.openxmlformats.org/officeDocument/2006/relationships/image" Target="../media/image169.png"/><Relationship Id="rId53" Type="http://schemas.openxmlformats.org/officeDocument/2006/relationships/image" Target="../media/image173.png"/><Relationship Id="rId58" Type="http://schemas.openxmlformats.org/officeDocument/2006/relationships/customXml" Target="../ink/ink329.xml"/><Relationship Id="rId66" Type="http://schemas.openxmlformats.org/officeDocument/2006/relationships/customXml" Target="../ink/ink333.xml"/><Relationship Id="rId5" Type="http://schemas.openxmlformats.org/officeDocument/2006/relationships/image" Target="../media/image72.png"/><Relationship Id="rId61" Type="http://schemas.openxmlformats.org/officeDocument/2006/relationships/image" Target="../media/image177.png"/><Relationship Id="rId19" Type="http://schemas.openxmlformats.org/officeDocument/2006/relationships/image" Target="../media/image79.png"/><Relationship Id="rId14" Type="http://schemas.openxmlformats.org/officeDocument/2006/relationships/customXml" Target="../ink/ink307.xml"/><Relationship Id="rId22" Type="http://schemas.openxmlformats.org/officeDocument/2006/relationships/customXml" Target="../ink/ink311.xml"/><Relationship Id="rId27" Type="http://schemas.openxmlformats.org/officeDocument/2006/relationships/image" Target="../media/image83.png"/><Relationship Id="rId30" Type="http://schemas.openxmlformats.org/officeDocument/2006/relationships/customXml" Target="../ink/ink315.xml"/><Relationship Id="rId35" Type="http://schemas.openxmlformats.org/officeDocument/2006/relationships/image" Target="../media/image135.png"/><Relationship Id="rId43" Type="http://schemas.openxmlformats.org/officeDocument/2006/relationships/image" Target="../media/image168.png"/><Relationship Id="rId48" Type="http://schemas.openxmlformats.org/officeDocument/2006/relationships/customXml" Target="../ink/ink324.xml"/><Relationship Id="rId56" Type="http://schemas.openxmlformats.org/officeDocument/2006/relationships/customXml" Target="../ink/ink328.xml"/><Relationship Id="rId64" Type="http://schemas.openxmlformats.org/officeDocument/2006/relationships/customXml" Target="../ink/ink332.xml"/><Relationship Id="rId8" Type="http://schemas.openxmlformats.org/officeDocument/2006/relationships/customXml" Target="../ink/ink304.xml"/><Relationship Id="rId51" Type="http://schemas.openxmlformats.org/officeDocument/2006/relationships/image" Target="../media/image172.png"/><Relationship Id="rId3" Type="http://schemas.openxmlformats.org/officeDocument/2006/relationships/image" Target="../media/image167.png"/><Relationship Id="rId12" Type="http://schemas.openxmlformats.org/officeDocument/2006/relationships/customXml" Target="../ink/ink306.xml"/><Relationship Id="rId17" Type="http://schemas.openxmlformats.org/officeDocument/2006/relationships/image" Target="../media/image78.png"/><Relationship Id="rId25" Type="http://schemas.openxmlformats.org/officeDocument/2006/relationships/image" Target="../media/image82.png"/><Relationship Id="rId33" Type="http://schemas.openxmlformats.org/officeDocument/2006/relationships/image" Target="../media/image134.png"/><Relationship Id="rId38" Type="http://schemas.openxmlformats.org/officeDocument/2006/relationships/customXml" Target="../ink/ink319.xml"/><Relationship Id="rId46" Type="http://schemas.openxmlformats.org/officeDocument/2006/relationships/customXml" Target="../ink/ink323.xml"/><Relationship Id="rId59" Type="http://schemas.openxmlformats.org/officeDocument/2006/relationships/image" Target="../media/image176.png"/><Relationship Id="rId67" Type="http://schemas.openxmlformats.org/officeDocument/2006/relationships/image" Target="../media/image180.png"/><Relationship Id="rId20" Type="http://schemas.openxmlformats.org/officeDocument/2006/relationships/customXml" Target="../ink/ink310.xml"/><Relationship Id="rId41" Type="http://schemas.openxmlformats.org/officeDocument/2006/relationships/image" Target="../media/image138.png"/><Relationship Id="rId54" Type="http://schemas.openxmlformats.org/officeDocument/2006/relationships/customXml" Target="../ink/ink327.xml"/><Relationship Id="rId62" Type="http://schemas.openxmlformats.org/officeDocument/2006/relationships/customXml" Target="../ink/ink3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3.xml"/><Relationship Id="rId15" Type="http://schemas.openxmlformats.org/officeDocument/2006/relationships/image" Target="../media/image77.png"/><Relationship Id="rId23" Type="http://schemas.openxmlformats.org/officeDocument/2006/relationships/image" Target="../media/image81.png"/><Relationship Id="rId28" Type="http://schemas.openxmlformats.org/officeDocument/2006/relationships/customXml" Target="../ink/ink314.xml"/><Relationship Id="rId36" Type="http://schemas.openxmlformats.org/officeDocument/2006/relationships/customXml" Target="../ink/ink318.xml"/><Relationship Id="rId49" Type="http://schemas.openxmlformats.org/officeDocument/2006/relationships/image" Target="../media/image171.png"/><Relationship Id="rId57" Type="http://schemas.openxmlformats.org/officeDocument/2006/relationships/image" Target="../media/image175.png"/><Relationship Id="rId10" Type="http://schemas.openxmlformats.org/officeDocument/2006/relationships/customXml" Target="../ink/ink305.xml"/><Relationship Id="rId31" Type="http://schemas.openxmlformats.org/officeDocument/2006/relationships/image" Target="../media/image85.png"/><Relationship Id="rId44" Type="http://schemas.openxmlformats.org/officeDocument/2006/relationships/customXml" Target="../ink/ink322.xml"/><Relationship Id="rId52" Type="http://schemas.openxmlformats.org/officeDocument/2006/relationships/customXml" Target="../ink/ink326.xml"/><Relationship Id="rId60" Type="http://schemas.openxmlformats.org/officeDocument/2006/relationships/customXml" Target="../ink/ink330.xml"/><Relationship Id="rId65" Type="http://schemas.openxmlformats.org/officeDocument/2006/relationships/image" Target="../media/image179.png"/><Relationship Id="rId4" Type="http://schemas.openxmlformats.org/officeDocument/2006/relationships/customXml" Target="../ink/ink302.xml"/><Relationship Id="rId9" Type="http://schemas.openxmlformats.org/officeDocument/2006/relationships/image" Target="../media/image74.png"/><Relationship Id="rId13" Type="http://schemas.openxmlformats.org/officeDocument/2006/relationships/image" Target="../media/image76.png"/><Relationship Id="rId18" Type="http://schemas.openxmlformats.org/officeDocument/2006/relationships/customXml" Target="../ink/ink309.xml"/><Relationship Id="rId39" Type="http://schemas.openxmlformats.org/officeDocument/2006/relationships/image" Target="../media/image137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117" Type="http://schemas.openxmlformats.org/officeDocument/2006/relationships/image" Target="../media/image183.png"/><Relationship Id="rId21" Type="http://schemas.openxmlformats.org/officeDocument/2006/relationships/customXml" Target="../ink/ink343.xml"/><Relationship Id="rId42" Type="http://schemas.openxmlformats.org/officeDocument/2006/relationships/image" Target="../media/image49.png"/><Relationship Id="rId47" Type="http://schemas.openxmlformats.org/officeDocument/2006/relationships/customXml" Target="../ink/ink356.xml"/><Relationship Id="rId63" Type="http://schemas.openxmlformats.org/officeDocument/2006/relationships/customXml" Target="../ink/ink364.xml"/><Relationship Id="rId68" Type="http://schemas.openxmlformats.org/officeDocument/2006/relationships/image" Target="../media/image62.png"/><Relationship Id="rId84" Type="http://schemas.openxmlformats.org/officeDocument/2006/relationships/image" Target="../media/image70.png"/><Relationship Id="rId89" Type="http://schemas.openxmlformats.org/officeDocument/2006/relationships/customXml" Target="../ink/ink377.xml"/><Relationship Id="rId112" Type="http://schemas.openxmlformats.org/officeDocument/2006/relationships/image" Target="../media/image84.png"/><Relationship Id="rId16" Type="http://schemas.openxmlformats.org/officeDocument/2006/relationships/image" Target="../media/image10.png"/><Relationship Id="rId107" Type="http://schemas.openxmlformats.org/officeDocument/2006/relationships/customXml" Target="../ink/ink386.xml"/><Relationship Id="rId11" Type="http://schemas.openxmlformats.org/officeDocument/2006/relationships/customXml" Target="../ink/ink338.xml"/><Relationship Id="rId32" Type="http://schemas.openxmlformats.org/officeDocument/2006/relationships/image" Target="../media/image18.png"/><Relationship Id="rId37" Type="http://schemas.openxmlformats.org/officeDocument/2006/relationships/customXml" Target="../ink/ink351.xml"/><Relationship Id="rId53" Type="http://schemas.openxmlformats.org/officeDocument/2006/relationships/customXml" Target="../ink/ink359.xml"/><Relationship Id="rId58" Type="http://schemas.openxmlformats.org/officeDocument/2006/relationships/image" Target="../media/image57.png"/><Relationship Id="rId74" Type="http://schemas.openxmlformats.org/officeDocument/2006/relationships/image" Target="../media/image65.png"/><Relationship Id="rId79" Type="http://schemas.openxmlformats.org/officeDocument/2006/relationships/customXml" Target="../ink/ink372.xml"/><Relationship Id="rId102" Type="http://schemas.openxmlformats.org/officeDocument/2006/relationships/image" Target="../media/image79.png"/><Relationship Id="rId5" Type="http://schemas.openxmlformats.org/officeDocument/2006/relationships/customXml" Target="../ink/ink335.xml"/><Relationship Id="rId90" Type="http://schemas.openxmlformats.org/officeDocument/2006/relationships/image" Target="../media/image73.png"/><Relationship Id="rId95" Type="http://schemas.openxmlformats.org/officeDocument/2006/relationships/customXml" Target="../ink/ink380.xml"/><Relationship Id="rId22" Type="http://schemas.openxmlformats.org/officeDocument/2006/relationships/image" Target="../media/image13.png"/><Relationship Id="rId27" Type="http://schemas.openxmlformats.org/officeDocument/2006/relationships/customXml" Target="../ink/ink346.xml"/><Relationship Id="rId43" Type="http://schemas.openxmlformats.org/officeDocument/2006/relationships/customXml" Target="../ink/ink354.xml"/><Relationship Id="rId48" Type="http://schemas.openxmlformats.org/officeDocument/2006/relationships/image" Target="../media/image52.png"/><Relationship Id="rId64" Type="http://schemas.openxmlformats.org/officeDocument/2006/relationships/image" Target="../media/image60.png"/><Relationship Id="rId69" Type="http://schemas.openxmlformats.org/officeDocument/2006/relationships/customXml" Target="../ink/ink367.xml"/><Relationship Id="rId113" Type="http://schemas.openxmlformats.org/officeDocument/2006/relationships/customXml" Target="../ink/ink389.xml"/><Relationship Id="rId80" Type="http://schemas.openxmlformats.org/officeDocument/2006/relationships/image" Target="../media/image68.png"/><Relationship Id="rId85" Type="http://schemas.openxmlformats.org/officeDocument/2006/relationships/customXml" Target="../ink/ink375.xml"/><Relationship Id="rId12" Type="http://schemas.openxmlformats.org/officeDocument/2006/relationships/image" Target="../media/image810.png"/><Relationship Id="rId17" Type="http://schemas.openxmlformats.org/officeDocument/2006/relationships/customXml" Target="../ink/ink341.xml"/><Relationship Id="rId33" Type="http://schemas.openxmlformats.org/officeDocument/2006/relationships/customXml" Target="../ink/ink349.xml"/><Relationship Id="rId38" Type="http://schemas.openxmlformats.org/officeDocument/2006/relationships/image" Target="../media/image23.png"/><Relationship Id="rId59" Type="http://schemas.openxmlformats.org/officeDocument/2006/relationships/customXml" Target="../ink/ink362.xml"/><Relationship Id="rId103" Type="http://schemas.openxmlformats.org/officeDocument/2006/relationships/customXml" Target="../ink/ink384.xml"/><Relationship Id="rId108" Type="http://schemas.openxmlformats.org/officeDocument/2006/relationships/image" Target="../media/image82.png"/><Relationship Id="rId54" Type="http://schemas.openxmlformats.org/officeDocument/2006/relationships/image" Target="../media/image55.png"/><Relationship Id="rId70" Type="http://schemas.openxmlformats.org/officeDocument/2006/relationships/image" Target="../media/image63.png"/><Relationship Id="rId75" Type="http://schemas.openxmlformats.org/officeDocument/2006/relationships/customXml" Target="../ink/ink370.xml"/><Relationship Id="rId91" Type="http://schemas.openxmlformats.org/officeDocument/2006/relationships/customXml" Target="../ink/ink378.xml"/><Relationship Id="rId9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23" Type="http://schemas.openxmlformats.org/officeDocument/2006/relationships/customXml" Target="../ink/ink344.xml"/><Relationship Id="rId28" Type="http://schemas.openxmlformats.org/officeDocument/2006/relationships/image" Target="../media/image16.png"/><Relationship Id="rId49" Type="http://schemas.openxmlformats.org/officeDocument/2006/relationships/customXml" Target="../ink/ink357.xml"/><Relationship Id="rId114" Type="http://schemas.openxmlformats.org/officeDocument/2006/relationships/image" Target="../media/image85.png"/><Relationship Id="rId10" Type="http://schemas.openxmlformats.org/officeDocument/2006/relationships/image" Target="../media/image710.png"/><Relationship Id="rId31" Type="http://schemas.openxmlformats.org/officeDocument/2006/relationships/customXml" Target="../ink/ink348.xml"/><Relationship Id="rId44" Type="http://schemas.openxmlformats.org/officeDocument/2006/relationships/image" Target="../media/image50.png"/><Relationship Id="rId52" Type="http://schemas.openxmlformats.org/officeDocument/2006/relationships/image" Target="../media/image54.png"/><Relationship Id="rId60" Type="http://schemas.openxmlformats.org/officeDocument/2006/relationships/image" Target="../media/image58.png"/><Relationship Id="rId65" Type="http://schemas.openxmlformats.org/officeDocument/2006/relationships/customXml" Target="../ink/ink365.xml"/><Relationship Id="rId73" Type="http://schemas.openxmlformats.org/officeDocument/2006/relationships/customXml" Target="../ink/ink369.xml"/><Relationship Id="rId78" Type="http://schemas.openxmlformats.org/officeDocument/2006/relationships/image" Target="../media/image67.png"/><Relationship Id="rId81" Type="http://schemas.openxmlformats.org/officeDocument/2006/relationships/customXml" Target="../ink/ink373.xml"/><Relationship Id="rId86" Type="http://schemas.openxmlformats.org/officeDocument/2006/relationships/image" Target="../media/image71.png"/><Relationship Id="rId94" Type="http://schemas.openxmlformats.org/officeDocument/2006/relationships/image" Target="../media/image75.png"/><Relationship Id="rId99" Type="http://schemas.openxmlformats.org/officeDocument/2006/relationships/customXml" Target="../ink/ink382.xml"/><Relationship Id="rId101" Type="http://schemas.openxmlformats.org/officeDocument/2006/relationships/customXml" Target="../ink/ink383.xml"/><Relationship Id="rId4" Type="http://schemas.openxmlformats.org/officeDocument/2006/relationships/image" Target="../media/image1180.png"/><Relationship Id="rId9" Type="http://schemas.openxmlformats.org/officeDocument/2006/relationships/customXml" Target="../ink/ink337.xml"/><Relationship Id="rId13" Type="http://schemas.openxmlformats.org/officeDocument/2006/relationships/customXml" Target="../ink/ink339.xml"/><Relationship Id="rId18" Type="http://schemas.openxmlformats.org/officeDocument/2006/relationships/image" Target="../media/image11.png"/><Relationship Id="rId39" Type="http://schemas.openxmlformats.org/officeDocument/2006/relationships/customXml" Target="../ink/ink352.xml"/><Relationship Id="rId109" Type="http://schemas.openxmlformats.org/officeDocument/2006/relationships/customXml" Target="../ink/ink387.xml"/><Relationship Id="rId34" Type="http://schemas.openxmlformats.org/officeDocument/2006/relationships/image" Target="../media/image20.png"/><Relationship Id="rId50" Type="http://schemas.openxmlformats.org/officeDocument/2006/relationships/image" Target="../media/image53.png"/><Relationship Id="rId55" Type="http://schemas.openxmlformats.org/officeDocument/2006/relationships/customXml" Target="../ink/ink360.xml"/><Relationship Id="rId76" Type="http://schemas.openxmlformats.org/officeDocument/2006/relationships/image" Target="../media/image66.png"/><Relationship Id="rId97" Type="http://schemas.openxmlformats.org/officeDocument/2006/relationships/customXml" Target="../ink/ink381.xml"/><Relationship Id="rId104" Type="http://schemas.openxmlformats.org/officeDocument/2006/relationships/image" Target="../media/image80.png"/><Relationship Id="rId7" Type="http://schemas.openxmlformats.org/officeDocument/2006/relationships/customXml" Target="../ink/ink336.xml"/><Relationship Id="rId71" Type="http://schemas.openxmlformats.org/officeDocument/2006/relationships/customXml" Target="../ink/ink368.xml"/><Relationship Id="rId92" Type="http://schemas.openxmlformats.org/officeDocument/2006/relationships/image" Target="../media/image74.png"/><Relationship Id="rId2" Type="http://schemas.openxmlformats.org/officeDocument/2006/relationships/image" Target="../media/image1150.png"/><Relationship Id="rId29" Type="http://schemas.openxmlformats.org/officeDocument/2006/relationships/customXml" Target="../ink/ink347.xml"/><Relationship Id="rId24" Type="http://schemas.openxmlformats.org/officeDocument/2006/relationships/image" Target="../media/image14.png"/><Relationship Id="rId40" Type="http://schemas.openxmlformats.org/officeDocument/2006/relationships/image" Target="../media/image24.png"/><Relationship Id="rId45" Type="http://schemas.openxmlformats.org/officeDocument/2006/relationships/customXml" Target="../ink/ink355.xml"/><Relationship Id="rId66" Type="http://schemas.openxmlformats.org/officeDocument/2006/relationships/image" Target="../media/image61.png"/><Relationship Id="rId87" Type="http://schemas.openxmlformats.org/officeDocument/2006/relationships/customXml" Target="../ink/ink376.xml"/><Relationship Id="rId110" Type="http://schemas.openxmlformats.org/officeDocument/2006/relationships/image" Target="../media/image83.png"/><Relationship Id="rId115" Type="http://schemas.openxmlformats.org/officeDocument/2006/relationships/image" Target="../media/image181.png"/><Relationship Id="rId61" Type="http://schemas.openxmlformats.org/officeDocument/2006/relationships/customXml" Target="../ink/ink363.xml"/><Relationship Id="rId82" Type="http://schemas.openxmlformats.org/officeDocument/2006/relationships/image" Target="../media/image69.png"/><Relationship Id="rId19" Type="http://schemas.openxmlformats.org/officeDocument/2006/relationships/customXml" Target="../ink/ink342.xml"/><Relationship Id="rId14" Type="http://schemas.openxmlformats.org/officeDocument/2006/relationships/image" Target="../media/image9.png"/><Relationship Id="rId30" Type="http://schemas.openxmlformats.org/officeDocument/2006/relationships/image" Target="../media/image17.png"/><Relationship Id="rId35" Type="http://schemas.openxmlformats.org/officeDocument/2006/relationships/customXml" Target="../ink/ink350.xml"/><Relationship Id="rId56" Type="http://schemas.openxmlformats.org/officeDocument/2006/relationships/image" Target="../media/image56.png"/><Relationship Id="rId77" Type="http://schemas.openxmlformats.org/officeDocument/2006/relationships/customXml" Target="../ink/ink371.xml"/><Relationship Id="rId100" Type="http://schemas.openxmlformats.org/officeDocument/2006/relationships/image" Target="../media/image78.png"/><Relationship Id="rId105" Type="http://schemas.openxmlformats.org/officeDocument/2006/relationships/customXml" Target="../ink/ink385.xml"/><Relationship Id="rId8" Type="http://schemas.openxmlformats.org/officeDocument/2006/relationships/image" Target="../media/image610.png"/><Relationship Id="rId51" Type="http://schemas.openxmlformats.org/officeDocument/2006/relationships/customXml" Target="../ink/ink358.xml"/><Relationship Id="rId72" Type="http://schemas.openxmlformats.org/officeDocument/2006/relationships/image" Target="../media/image64.png"/><Relationship Id="rId93" Type="http://schemas.openxmlformats.org/officeDocument/2006/relationships/customXml" Target="../ink/ink379.xml"/><Relationship Id="rId98" Type="http://schemas.openxmlformats.org/officeDocument/2006/relationships/image" Target="../media/image77.png"/><Relationship Id="rId3" Type="http://schemas.openxmlformats.org/officeDocument/2006/relationships/customXml" Target="../ink/ink334.xml"/><Relationship Id="rId25" Type="http://schemas.openxmlformats.org/officeDocument/2006/relationships/customXml" Target="../ink/ink345.xml"/><Relationship Id="rId46" Type="http://schemas.openxmlformats.org/officeDocument/2006/relationships/image" Target="../media/image51.png"/><Relationship Id="rId67" Type="http://schemas.openxmlformats.org/officeDocument/2006/relationships/customXml" Target="../ink/ink366.xml"/><Relationship Id="rId116" Type="http://schemas.openxmlformats.org/officeDocument/2006/relationships/image" Target="../media/image182.png"/><Relationship Id="rId20" Type="http://schemas.openxmlformats.org/officeDocument/2006/relationships/image" Target="../media/image12.png"/><Relationship Id="rId41" Type="http://schemas.openxmlformats.org/officeDocument/2006/relationships/customXml" Target="../ink/ink353.xml"/><Relationship Id="rId62" Type="http://schemas.openxmlformats.org/officeDocument/2006/relationships/image" Target="../media/image59.png"/><Relationship Id="rId83" Type="http://schemas.openxmlformats.org/officeDocument/2006/relationships/customXml" Target="../ink/ink374.xml"/><Relationship Id="rId88" Type="http://schemas.openxmlformats.org/officeDocument/2006/relationships/image" Target="../media/image72.png"/><Relationship Id="rId111" Type="http://schemas.openxmlformats.org/officeDocument/2006/relationships/customXml" Target="../ink/ink388.xml"/><Relationship Id="rId15" Type="http://schemas.openxmlformats.org/officeDocument/2006/relationships/customXml" Target="../ink/ink340.xml"/><Relationship Id="rId36" Type="http://schemas.openxmlformats.org/officeDocument/2006/relationships/image" Target="../media/image22.png"/><Relationship Id="rId57" Type="http://schemas.openxmlformats.org/officeDocument/2006/relationships/customXml" Target="../ink/ink361.xml"/><Relationship Id="rId106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customXml" Target="../ink/ink390.xml"/><Relationship Id="rId4" Type="http://schemas.openxmlformats.org/officeDocument/2006/relationships/image" Target="../media/image2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4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6.xml"/><Relationship Id="rId18" Type="http://schemas.openxmlformats.org/officeDocument/2006/relationships/image" Target="../media/image42.png"/><Relationship Id="rId26" Type="http://schemas.openxmlformats.org/officeDocument/2006/relationships/image" Target="../media/image46.png"/><Relationship Id="rId39" Type="http://schemas.openxmlformats.org/officeDocument/2006/relationships/customXml" Target="../ink/ink409.xml"/><Relationship Id="rId21" Type="http://schemas.openxmlformats.org/officeDocument/2006/relationships/customXml" Target="../ink/ink400.xml"/><Relationship Id="rId34" Type="http://schemas.openxmlformats.org/officeDocument/2006/relationships/image" Target="../media/image105.png"/><Relationship Id="rId42" Type="http://schemas.openxmlformats.org/officeDocument/2006/relationships/image" Target="../media/image109.png"/><Relationship Id="rId47" Type="http://schemas.openxmlformats.org/officeDocument/2006/relationships/customXml" Target="../ink/ink413.xml"/><Relationship Id="rId50" Type="http://schemas.openxmlformats.org/officeDocument/2006/relationships/image" Target="../media/image112.png"/><Relationship Id="rId7" Type="http://schemas.openxmlformats.org/officeDocument/2006/relationships/customXml" Target="../ink/ink393.xml"/><Relationship Id="rId2" Type="http://schemas.openxmlformats.org/officeDocument/2006/relationships/image" Target="../media/image34.png"/><Relationship Id="rId16" Type="http://schemas.openxmlformats.org/officeDocument/2006/relationships/image" Target="../media/image41.png"/><Relationship Id="rId29" Type="http://schemas.openxmlformats.org/officeDocument/2006/relationships/customXml" Target="../ink/ink404.xml"/><Relationship Id="rId11" Type="http://schemas.openxmlformats.org/officeDocument/2006/relationships/customXml" Target="../ink/ink395.xml"/><Relationship Id="rId24" Type="http://schemas.openxmlformats.org/officeDocument/2006/relationships/image" Target="../media/image45.png"/><Relationship Id="rId32" Type="http://schemas.openxmlformats.org/officeDocument/2006/relationships/image" Target="../media/image86.png"/><Relationship Id="rId37" Type="http://schemas.openxmlformats.org/officeDocument/2006/relationships/customXml" Target="../ink/ink408.xml"/><Relationship Id="rId40" Type="http://schemas.openxmlformats.org/officeDocument/2006/relationships/image" Target="../media/image108.png"/><Relationship Id="rId45" Type="http://schemas.openxmlformats.org/officeDocument/2006/relationships/customXml" Target="../ink/ink412.xml"/><Relationship Id="rId5" Type="http://schemas.openxmlformats.org/officeDocument/2006/relationships/customXml" Target="../ink/ink392.xml"/><Relationship Id="rId15" Type="http://schemas.openxmlformats.org/officeDocument/2006/relationships/customXml" Target="../ink/ink397.xml"/><Relationship Id="rId23" Type="http://schemas.openxmlformats.org/officeDocument/2006/relationships/customXml" Target="../ink/ink401.xml"/><Relationship Id="rId28" Type="http://schemas.openxmlformats.org/officeDocument/2006/relationships/image" Target="../media/image47.png"/><Relationship Id="rId36" Type="http://schemas.openxmlformats.org/officeDocument/2006/relationships/image" Target="../media/image1060.png"/><Relationship Id="rId49" Type="http://schemas.openxmlformats.org/officeDocument/2006/relationships/customXml" Target="../ink/ink414.xml"/><Relationship Id="rId10" Type="http://schemas.openxmlformats.org/officeDocument/2006/relationships/image" Target="../media/image38.png"/><Relationship Id="rId19" Type="http://schemas.openxmlformats.org/officeDocument/2006/relationships/customXml" Target="../ink/ink399.xml"/><Relationship Id="rId31" Type="http://schemas.openxmlformats.org/officeDocument/2006/relationships/customXml" Target="../ink/ink405.xml"/><Relationship Id="rId44" Type="http://schemas.openxmlformats.org/officeDocument/2006/relationships/image" Target="../media/image110.png"/><Relationship Id="rId52" Type="http://schemas.openxmlformats.org/officeDocument/2006/relationships/image" Target="../media/image113.png"/><Relationship Id="rId4" Type="http://schemas.openxmlformats.org/officeDocument/2006/relationships/image" Target="../media/image350.png"/><Relationship Id="rId9" Type="http://schemas.openxmlformats.org/officeDocument/2006/relationships/customXml" Target="../ink/ink394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customXml" Target="../ink/ink403.xml"/><Relationship Id="rId30" Type="http://schemas.openxmlformats.org/officeDocument/2006/relationships/image" Target="../media/image48.png"/><Relationship Id="rId35" Type="http://schemas.openxmlformats.org/officeDocument/2006/relationships/customXml" Target="../ink/ink407.xml"/><Relationship Id="rId43" Type="http://schemas.openxmlformats.org/officeDocument/2006/relationships/customXml" Target="../ink/ink411.xml"/><Relationship Id="rId48" Type="http://schemas.openxmlformats.org/officeDocument/2006/relationships/image" Target="../media/image111.png"/><Relationship Id="rId8" Type="http://schemas.openxmlformats.org/officeDocument/2006/relationships/image" Target="../media/image370.png"/><Relationship Id="rId51" Type="http://schemas.openxmlformats.org/officeDocument/2006/relationships/customXml" Target="../ink/ink415.xml"/><Relationship Id="rId3" Type="http://schemas.openxmlformats.org/officeDocument/2006/relationships/customXml" Target="../ink/ink391.xml"/><Relationship Id="rId12" Type="http://schemas.openxmlformats.org/officeDocument/2006/relationships/image" Target="../media/image39.png"/><Relationship Id="rId17" Type="http://schemas.openxmlformats.org/officeDocument/2006/relationships/customXml" Target="../ink/ink398.xml"/><Relationship Id="rId25" Type="http://schemas.openxmlformats.org/officeDocument/2006/relationships/customXml" Target="../ink/ink402.xml"/><Relationship Id="rId33" Type="http://schemas.openxmlformats.org/officeDocument/2006/relationships/customXml" Target="../ink/ink406.xml"/><Relationship Id="rId38" Type="http://schemas.openxmlformats.org/officeDocument/2006/relationships/image" Target="../media/image107.png"/><Relationship Id="rId46" Type="http://schemas.openxmlformats.org/officeDocument/2006/relationships/image" Target="../media/image1010.png"/><Relationship Id="rId20" Type="http://schemas.openxmlformats.org/officeDocument/2006/relationships/image" Target="../media/image43.png"/><Relationship Id="rId41" Type="http://schemas.openxmlformats.org/officeDocument/2006/relationships/customXml" Target="../ink/ink4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21.xml"/><Relationship Id="rId18" Type="http://schemas.openxmlformats.org/officeDocument/2006/relationships/image" Target="../media/image121.png"/><Relationship Id="rId26" Type="http://schemas.openxmlformats.org/officeDocument/2006/relationships/image" Target="../media/image125.png"/><Relationship Id="rId39" Type="http://schemas.openxmlformats.org/officeDocument/2006/relationships/customXml" Target="../ink/ink434.xml"/><Relationship Id="rId21" Type="http://schemas.openxmlformats.org/officeDocument/2006/relationships/customXml" Target="../ink/ink425.xml"/><Relationship Id="rId34" Type="http://schemas.openxmlformats.org/officeDocument/2006/relationships/image" Target="../media/image129.png"/><Relationship Id="rId42" Type="http://schemas.openxmlformats.org/officeDocument/2006/relationships/image" Target="../media/image133.png"/><Relationship Id="rId47" Type="http://schemas.openxmlformats.org/officeDocument/2006/relationships/image" Target="../media/image1360.png"/><Relationship Id="rId50" Type="http://schemas.openxmlformats.org/officeDocument/2006/relationships/customXml" Target="../ink/ink439.xml"/><Relationship Id="rId7" Type="http://schemas.openxmlformats.org/officeDocument/2006/relationships/customXml" Target="../ink/ink418.xml"/><Relationship Id="rId2" Type="http://schemas.openxmlformats.org/officeDocument/2006/relationships/image" Target="../media/image114.png"/><Relationship Id="rId16" Type="http://schemas.openxmlformats.org/officeDocument/2006/relationships/image" Target="../media/image120.png"/><Relationship Id="rId29" Type="http://schemas.openxmlformats.org/officeDocument/2006/relationships/customXml" Target="../ink/ink429.xml"/><Relationship Id="rId11" Type="http://schemas.openxmlformats.org/officeDocument/2006/relationships/customXml" Target="../ink/ink420.xml"/><Relationship Id="rId24" Type="http://schemas.openxmlformats.org/officeDocument/2006/relationships/image" Target="../media/image124.png"/><Relationship Id="rId32" Type="http://schemas.openxmlformats.org/officeDocument/2006/relationships/image" Target="../media/image128.png"/><Relationship Id="rId37" Type="http://schemas.openxmlformats.org/officeDocument/2006/relationships/customXml" Target="../ink/ink433.xml"/><Relationship Id="rId40" Type="http://schemas.openxmlformats.org/officeDocument/2006/relationships/image" Target="../media/image1320.png"/><Relationship Id="rId45" Type="http://schemas.openxmlformats.org/officeDocument/2006/relationships/customXml" Target="../ink/ink437.xml"/><Relationship Id="rId5" Type="http://schemas.openxmlformats.org/officeDocument/2006/relationships/customXml" Target="../ink/ink417.xml"/><Relationship Id="rId15" Type="http://schemas.openxmlformats.org/officeDocument/2006/relationships/customXml" Target="../ink/ink422.xml"/><Relationship Id="rId23" Type="http://schemas.openxmlformats.org/officeDocument/2006/relationships/customXml" Target="../ink/ink426.xml"/><Relationship Id="rId28" Type="http://schemas.openxmlformats.org/officeDocument/2006/relationships/image" Target="../media/image126.png"/><Relationship Id="rId36" Type="http://schemas.openxmlformats.org/officeDocument/2006/relationships/image" Target="../media/image130.png"/><Relationship Id="rId49" Type="http://schemas.openxmlformats.org/officeDocument/2006/relationships/image" Target="../media/image1370.png"/><Relationship Id="rId10" Type="http://schemas.openxmlformats.org/officeDocument/2006/relationships/image" Target="../media/image117.png"/><Relationship Id="rId19" Type="http://schemas.openxmlformats.org/officeDocument/2006/relationships/customXml" Target="../ink/ink424.xml"/><Relationship Id="rId31" Type="http://schemas.openxmlformats.org/officeDocument/2006/relationships/customXml" Target="../ink/ink430.xml"/><Relationship Id="rId44" Type="http://schemas.openxmlformats.org/officeDocument/2006/relationships/image" Target="../media/image1340.png"/><Relationship Id="rId4" Type="http://schemas.openxmlformats.org/officeDocument/2006/relationships/image" Target="../media/image1010.png"/><Relationship Id="rId9" Type="http://schemas.openxmlformats.org/officeDocument/2006/relationships/customXml" Target="../ink/ink419.xml"/><Relationship Id="rId14" Type="http://schemas.openxmlformats.org/officeDocument/2006/relationships/image" Target="../media/image1190.png"/><Relationship Id="rId22" Type="http://schemas.openxmlformats.org/officeDocument/2006/relationships/image" Target="../media/image123.png"/><Relationship Id="rId27" Type="http://schemas.openxmlformats.org/officeDocument/2006/relationships/customXml" Target="../ink/ink428.xml"/><Relationship Id="rId30" Type="http://schemas.openxmlformats.org/officeDocument/2006/relationships/image" Target="../media/image127.png"/><Relationship Id="rId35" Type="http://schemas.openxmlformats.org/officeDocument/2006/relationships/customXml" Target="../ink/ink432.xml"/><Relationship Id="rId43" Type="http://schemas.openxmlformats.org/officeDocument/2006/relationships/customXml" Target="../ink/ink436.xml"/><Relationship Id="rId48" Type="http://schemas.openxmlformats.org/officeDocument/2006/relationships/customXml" Target="../ink/ink438.xml"/><Relationship Id="rId8" Type="http://schemas.openxmlformats.org/officeDocument/2006/relationships/image" Target="../media/image116.png"/><Relationship Id="rId51" Type="http://schemas.openxmlformats.org/officeDocument/2006/relationships/image" Target="../media/image1380.png"/><Relationship Id="rId3" Type="http://schemas.openxmlformats.org/officeDocument/2006/relationships/customXml" Target="../ink/ink416.xml"/><Relationship Id="rId12" Type="http://schemas.openxmlformats.org/officeDocument/2006/relationships/image" Target="../media/image118.png"/><Relationship Id="rId17" Type="http://schemas.openxmlformats.org/officeDocument/2006/relationships/customXml" Target="../ink/ink423.xml"/><Relationship Id="rId25" Type="http://schemas.openxmlformats.org/officeDocument/2006/relationships/customXml" Target="../ink/ink427.xml"/><Relationship Id="rId33" Type="http://schemas.openxmlformats.org/officeDocument/2006/relationships/customXml" Target="../ink/ink431.xml"/><Relationship Id="rId38" Type="http://schemas.openxmlformats.org/officeDocument/2006/relationships/image" Target="../media/image131.png"/><Relationship Id="rId46" Type="http://schemas.openxmlformats.org/officeDocument/2006/relationships/image" Target="../media/image1350.png"/><Relationship Id="rId20" Type="http://schemas.openxmlformats.org/officeDocument/2006/relationships/image" Target="../media/image122.png"/><Relationship Id="rId41" Type="http://schemas.openxmlformats.org/officeDocument/2006/relationships/customXml" Target="../ink/ink4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5.png"/><Relationship Id="rId21" Type="http://schemas.openxmlformats.org/officeDocument/2006/relationships/customXml" Target="../ink/ink449.xml"/><Relationship Id="rId42" Type="http://schemas.openxmlformats.org/officeDocument/2006/relationships/image" Target="../media/image133.png"/><Relationship Id="rId47" Type="http://schemas.openxmlformats.org/officeDocument/2006/relationships/image" Target="../media/image1390.png"/><Relationship Id="rId63" Type="http://schemas.openxmlformats.org/officeDocument/2006/relationships/customXml" Target="../ink/ink470.xml"/><Relationship Id="rId68" Type="http://schemas.openxmlformats.org/officeDocument/2006/relationships/image" Target="../media/image1490.png"/><Relationship Id="rId7" Type="http://schemas.openxmlformats.org/officeDocument/2006/relationships/customXml" Target="../ink/ink442.xml"/><Relationship Id="rId2" Type="http://schemas.openxmlformats.org/officeDocument/2006/relationships/image" Target="../media/image114.png"/><Relationship Id="rId16" Type="http://schemas.openxmlformats.org/officeDocument/2006/relationships/image" Target="../media/image120.png"/><Relationship Id="rId29" Type="http://schemas.openxmlformats.org/officeDocument/2006/relationships/customXml" Target="../ink/ink453.xml"/><Relationship Id="rId11" Type="http://schemas.openxmlformats.org/officeDocument/2006/relationships/customXml" Target="../ink/ink444.xml"/><Relationship Id="rId24" Type="http://schemas.openxmlformats.org/officeDocument/2006/relationships/image" Target="../media/image124.png"/><Relationship Id="rId32" Type="http://schemas.openxmlformats.org/officeDocument/2006/relationships/image" Target="../media/image128.png"/><Relationship Id="rId37" Type="http://schemas.openxmlformats.org/officeDocument/2006/relationships/customXml" Target="../ink/ink457.xml"/><Relationship Id="rId40" Type="http://schemas.openxmlformats.org/officeDocument/2006/relationships/image" Target="../media/image1320.png"/><Relationship Id="rId45" Type="http://schemas.openxmlformats.org/officeDocument/2006/relationships/customXml" Target="../ink/ink461.xml"/><Relationship Id="rId53" Type="http://schemas.openxmlformats.org/officeDocument/2006/relationships/customXml" Target="../ink/ink465.xml"/><Relationship Id="rId58" Type="http://schemas.openxmlformats.org/officeDocument/2006/relationships/image" Target="../media/image1440.png"/><Relationship Id="rId66" Type="http://schemas.openxmlformats.org/officeDocument/2006/relationships/image" Target="../media/image1480.png"/><Relationship Id="rId5" Type="http://schemas.openxmlformats.org/officeDocument/2006/relationships/customXml" Target="../ink/ink441.xml"/><Relationship Id="rId61" Type="http://schemas.openxmlformats.org/officeDocument/2006/relationships/customXml" Target="../ink/ink469.xml"/><Relationship Id="rId19" Type="http://schemas.openxmlformats.org/officeDocument/2006/relationships/customXml" Target="../ink/ink448.xml"/><Relationship Id="rId14" Type="http://schemas.openxmlformats.org/officeDocument/2006/relationships/image" Target="../media/image1190.png"/><Relationship Id="rId22" Type="http://schemas.openxmlformats.org/officeDocument/2006/relationships/image" Target="../media/image123.png"/><Relationship Id="rId27" Type="http://schemas.openxmlformats.org/officeDocument/2006/relationships/customXml" Target="../ink/ink452.xml"/><Relationship Id="rId30" Type="http://schemas.openxmlformats.org/officeDocument/2006/relationships/image" Target="../media/image127.png"/><Relationship Id="rId35" Type="http://schemas.openxmlformats.org/officeDocument/2006/relationships/customXml" Target="../ink/ink456.xml"/><Relationship Id="rId43" Type="http://schemas.openxmlformats.org/officeDocument/2006/relationships/customXml" Target="../ink/ink460.xml"/><Relationship Id="rId48" Type="http://schemas.openxmlformats.org/officeDocument/2006/relationships/customXml" Target="../ink/ink462.xml"/><Relationship Id="rId56" Type="http://schemas.openxmlformats.org/officeDocument/2006/relationships/image" Target="../media/image1430.png"/><Relationship Id="rId64" Type="http://schemas.openxmlformats.org/officeDocument/2006/relationships/image" Target="../media/image1470.png"/><Relationship Id="rId69" Type="http://schemas.openxmlformats.org/officeDocument/2006/relationships/customXml" Target="../ink/ink473.xml"/><Relationship Id="rId8" Type="http://schemas.openxmlformats.org/officeDocument/2006/relationships/image" Target="../media/image116.png"/><Relationship Id="rId51" Type="http://schemas.openxmlformats.org/officeDocument/2006/relationships/customXml" Target="../ink/ink464.xml"/><Relationship Id="rId3" Type="http://schemas.openxmlformats.org/officeDocument/2006/relationships/customXml" Target="../ink/ink440.xml"/><Relationship Id="rId12" Type="http://schemas.openxmlformats.org/officeDocument/2006/relationships/image" Target="../media/image118.png"/><Relationship Id="rId17" Type="http://schemas.openxmlformats.org/officeDocument/2006/relationships/customXml" Target="../ink/ink447.xml"/><Relationship Id="rId25" Type="http://schemas.openxmlformats.org/officeDocument/2006/relationships/customXml" Target="../ink/ink451.xml"/><Relationship Id="rId33" Type="http://schemas.openxmlformats.org/officeDocument/2006/relationships/customXml" Target="../ink/ink455.xml"/><Relationship Id="rId38" Type="http://schemas.openxmlformats.org/officeDocument/2006/relationships/image" Target="../media/image131.png"/><Relationship Id="rId46" Type="http://schemas.openxmlformats.org/officeDocument/2006/relationships/image" Target="../media/image1350.png"/><Relationship Id="rId59" Type="http://schemas.openxmlformats.org/officeDocument/2006/relationships/customXml" Target="../ink/ink468.xml"/><Relationship Id="rId67" Type="http://schemas.openxmlformats.org/officeDocument/2006/relationships/customXml" Target="../ink/ink472.xml"/><Relationship Id="rId20" Type="http://schemas.openxmlformats.org/officeDocument/2006/relationships/image" Target="../media/image122.png"/><Relationship Id="rId41" Type="http://schemas.openxmlformats.org/officeDocument/2006/relationships/customXml" Target="../ink/ink459.xml"/><Relationship Id="rId54" Type="http://schemas.openxmlformats.org/officeDocument/2006/relationships/image" Target="../media/image1420.png"/><Relationship Id="rId62" Type="http://schemas.openxmlformats.org/officeDocument/2006/relationships/image" Target="../media/image1460.png"/><Relationship Id="rId70" Type="http://schemas.openxmlformats.org/officeDocument/2006/relationships/image" Target="../media/image1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5" Type="http://schemas.openxmlformats.org/officeDocument/2006/relationships/customXml" Target="../ink/ink446.xml"/><Relationship Id="rId23" Type="http://schemas.openxmlformats.org/officeDocument/2006/relationships/customXml" Target="../ink/ink450.xml"/><Relationship Id="rId28" Type="http://schemas.openxmlformats.org/officeDocument/2006/relationships/image" Target="../media/image126.png"/><Relationship Id="rId36" Type="http://schemas.openxmlformats.org/officeDocument/2006/relationships/image" Target="../media/image130.png"/><Relationship Id="rId49" Type="http://schemas.openxmlformats.org/officeDocument/2006/relationships/customXml" Target="../ink/ink463.xml"/><Relationship Id="rId57" Type="http://schemas.openxmlformats.org/officeDocument/2006/relationships/customXml" Target="../ink/ink467.xml"/><Relationship Id="rId10" Type="http://schemas.openxmlformats.org/officeDocument/2006/relationships/image" Target="../media/image117.png"/><Relationship Id="rId31" Type="http://schemas.openxmlformats.org/officeDocument/2006/relationships/customXml" Target="../ink/ink454.xml"/><Relationship Id="rId44" Type="http://schemas.openxmlformats.org/officeDocument/2006/relationships/image" Target="../media/image1340.png"/><Relationship Id="rId52" Type="http://schemas.openxmlformats.org/officeDocument/2006/relationships/image" Target="../media/image1410.png"/><Relationship Id="rId60" Type="http://schemas.openxmlformats.org/officeDocument/2006/relationships/image" Target="../media/image1450.png"/><Relationship Id="rId65" Type="http://schemas.openxmlformats.org/officeDocument/2006/relationships/customXml" Target="../ink/ink471.xml"/><Relationship Id="rId4" Type="http://schemas.openxmlformats.org/officeDocument/2006/relationships/image" Target="../media/image1010.png"/><Relationship Id="rId9" Type="http://schemas.openxmlformats.org/officeDocument/2006/relationships/customXml" Target="../ink/ink443.xml"/><Relationship Id="rId13" Type="http://schemas.openxmlformats.org/officeDocument/2006/relationships/customXml" Target="../ink/ink445.xml"/><Relationship Id="rId18" Type="http://schemas.openxmlformats.org/officeDocument/2006/relationships/image" Target="../media/image121.png"/><Relationship Id="rId39" Type="http://schemas.openxmlformats.org/officeDocument/2006/relationships/customXml" Target="../ink/ink458.xml"/><Relationship Id="rId34" Type="http://schemas.openxmlformats.org/officeDocument/2006/relationships/image" Target="../media/image129.png"/><Relationship Id="rId50" Type="http://schemas.openxmlformats.org/officeDocument/2006/relationships/image" Target="../media/image1400.png"/><Relationship Id="rId55" Type="http://schemas.openxmlformats.org/officeDocument/2006/relationships/customXml" Target="../ink/ink46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79.xml"/><Relationship Id="rId18" Type="http://schemas.openxmlformats.org/officeDocument/2006/relationships/customXml" Target="../ink/ink482.xml"/><Relationship Id="rId26" Type="http://schemas.openxmlformats.org/officeDocument/2006/relationships/customXml" Target="../ink/ink486.xml"/><Relationship Id="rId39" Type="http://schemas.openxmlformats.org/officeDocument/2006/relationships/image" Target="../media/image1720.png"/><Relationship Id="rId21" Type="http://schemas.openxmlformats.org/officeDocument/2006/relationships/image" Target="../media/image1630.png"/><Relationship Id="rId34" Type="http://schemas.openxmlformats.org/officeDocument/2006/relationships/customXml" Target="../ink/ink490.xml"/><Relationship Id="rId42" Type="http://schemas.openxmlformats.org/officeDocument/2006/relationships/customXml" Target="../ink/ink494.xml"/><Relationship Id="rId7" Type="http://schemas.openxmlformats.org/officeDocument/2006/relationships/customXml" Target="../ink/ink476.xml"/><Relationship Id="rId2" Type="http://schemas.openxmlformats.org/officeDocument/2006/relationships/image" Target="../media/image42.emf"/><Relationship Id="rId16" Type="http://schemas.openxmlformats.org/officeDocument/2006/relationships/customXml" Target="../ink/ink481.xml"/><Relationship Id="rId29" Type="http://schemas.openxmlformats.org/officeDocument/2006/relationships/image" Target="../media/image1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0.png"/><Relationship Id="rId11" Type="http://schemas.openxmlformats.org/officeDocument/2006/relationships/customXml" Target="../ink/ink478.xml"/><Relationship Id="rId24" Type="http://schemas.openxmlformats.org/officeDocument/2006/relationships/customXml" Target="../ink/ink485.xml"/><Relationship Id="rId32" Type="http://schemas.openxmlformats.org/officeDocument/2006/relationships/customXml" Target="../ink/ink489.xml"/><Relationship Id="rId37" Type="http://schemas.openxmlformats.org/officeDocument/2006/relationships/image" Target="../media/image1710.png"/><Relationship Id="rId40" Type="http://schemas.openxmlformats.org/officeDocument/2006/relationships/customXml" Target="../ink/ink493.xml"/><Relationship Id="rId45" Type="http://schemas.openxmlformats.org/officeDocument/2006/relationships/image" Target="../media/image1750.png"/><Relationship Id="rId5" Type="http://schemas.openxmlformats.org/officeDocument/2006/relationships/customXml" Target="../ink/ink475.xml"/><Relationship Id="rId15" Type="http://schemas.openxmlformats.org/officeDocument/2006/relationships/customXml" Target="../ink/ink480.xml"/><Relationship Id="rId23" Type="http://schemas.openxmlformats.org/officeDocument/2006/relationships/image" Target="../media/image1640.png"/><Relationship Id="rId28" Type="http://schemas.openxmlformats.org/officeDocument/2006/relationships/customXml" Target="../ink/ink487.xml"/><Relationship Id="rId36" Type="http://schemas.openxmlformats.org/officeDocument/2006/relationships/customXml" Target="../ink/ink491.xml"/><Relationship Id="rId10" Type="http://schemas.openxmlformats.org/officeDocument/2006/relationships/image" Target="../media/image1580.png"/><Relationship Id="rId19" Type="http://schemas.openxmlformats.org/officeDocument/2006/relationships/image" Target="../media/image1620.png"/><Relationship Id="rId31" Type="http://schemas.openxmlformats.org/officeDocument/2006/relationships/image" Target="../media/image1680.png"/><Relationship Id="rId44" Type="http://schemas.openxmlformats.org/officeDocument/2006/relationships/customXml" Target="../ink/ink495.xml"/><Relationship Id="rId4" Type="http://schemas.openxmlformats.org/officeDocument/2006/relationships/image" Target="../media/image1010.png"/><Relationship Id="rId9" Type="http://schemas.openxmlformats.org/officeDocument/2006/relationships/customXml" Target="../ink/ink477.xml"/><Relationship Id="rId14" Type="http://schemas.openxmlformats.org/officeDocument/2006/relationships/image" Target="../media/image1600.png"/><Relationship Id="rId22" Type="http://schemas.openxmlformats.org/officeDocument/2006/relationships/customXml" Target="../ink/ink484.xml"/><Relationship Id="rId27" Type="http://schemas.openxmlformats.org/officeDocument/2006/relationships/image" Target="../media/image1660.png"/><Relationship Id="rId30" Type="http://schemas.openxmlformats.org/officeDocument/2006/relationships/customXml" Target="../ink/ink488.xml"/><Relationship Id="rId35" Type="http://schemas.openxmlformats.org/officeDocument/2006/relationships/image" Target="../media/image1700.png"/><Relationship Id="rId43" Type="http://schemas.openxmlformats.org/officeDocument/2006/relationships/image" Target="../media/image1740.png"/><Relationship Id="rId8" Type="http://schemas.openxmlformats.org/officeDocument/2006/relationships/image" Target="../media/image1570.png"/><Relationship Id="rId3" Type="http://schemas.openxmlformats.org/officeDocument/2006/relationships/customXml" Target="../ink/ink474.xml"/><Relationship Id="rId12" Type="http://schemas.openxmlformats.org/officeDocument/2006/relationships/image" Target="../media/image1590.png"/><Relationship Id="rId17" Type="http://schemas.openxmlformats.org/officeDocument/2006/relationships/image" Target="../media/image1610.png"/><Relationship Id="rId25" Type="http://schemas.openxmlformats.org/officeDocument/2006/relationships/image" Target="../media/image1650.png"/><Relationship Id="rId33" Type="http://schemas.openxmlformats.org/officeDocument/2006/relationships/image" Target="../media/image1690.png"/><Relationship Id="rId38" Type="http://schemas.openxmlformats.org/officeDocument/2006/relationships/customXml" Target="../ink/ink492.xml"/><Relationship Id="rId46" Type="http://schemas.openxmlformats.org/officeDocument/2006/relationships/customXml" Target="../ink/ink496.xml"/><Relationship Id="rId20" Type="http://schemas.openxmlformats.org/officeDocument/2006/relationships/customXml" Target="../ink/ink483.xml"/><Relationship Id="rId41" Type="http://schemas.openxmlformats.org/officeDocument/2006/relationships/image" Target="../media/image17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0.png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customXml" Target="../ink/ink497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49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customXml" Target="../ink/ink4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0.png"/><Relationship Id="rId4" Type="http://schemas.openxmlformats.org/officeDocument/2006/relationships/customXml" Target="../ink/ink50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customXml" Target="../ink/ink5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0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0.png"/><Relationship Id="rId18" Type="http://schemas.openxmlformats.org/officeDocument/2006/relationships/customXml" Target="../ink/ink510.xml"/><Relationship Id="rId26" Type="http://schemas.openxmlformats.org/officeDocument/2006/relationships/customXml" Target="../ink/ink514.xml"/><Relationship Id="rId21" Type="http://schemas.openxmlformats.org/officeDocument/2006/relationships/image" Target="../media/image203.png"/><Relationship Id="rId34" Type="http://schemas.openxmlformats.org/officeDocument/2006/relationships/customXml" Target="../ink/ink518.xml"/><Relationship Id="rId7" Type="http://schemas.openxmlformats.org/officeDocument/2006/relationships/image" Target="../media/image196.png"/><Relationship Id="rId12" Type="http://schemas.openxmlformats.org/officeDocument/2006/relationships/customXml" Target="../ink/ink507.xml"/><Relationship Id="rId17" Type="http://schemas.openxmlformats.org/officeDocument/2006/relationships/image" Target="../media/image2010.png"/><Relationship Id="rId25" Type="http://schemas.openxmlformats.org/officeDocument/2006/relationships/image" Target="../media/image205.png"/><Relationship Id="rId33" Type="http://schemas.openxmlformats.org/officeDocument/2006/relationships/image" Target="../media/image209.png"/><Relationship Id="rId2" Type="http://schemas.openxmlformats.org/officeDocument/2006/relationships/customXml" Target="../ink/ink502.xml"/><Relationship Id="rId16" Type="http://schemas.openxmlformats.org/officeDocument/2006/relationships/customXml" Target="../ink/ink509.xml"/><Relationship Id="rId20" Type="http://schemas.openxmlformats.org/officeDocument/2006/relationships/customXml" Target="../ink/ink511.xml"/><Relationship Id="rId29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4.xml"/><Relationship Id="rId11" Type="http://schemas.openxmlformats.org/officeDocument/2006/relationships/image" Target="../media/image1980.png"/><Relationship Id="rId24" Type="http://schemas.openxmlformats.org/officeDocument/2006/relationships/customXml" Target="../ink/ink513.xml"/><Relationship Id="rId32" Type="http://schemas.openxmlformats.org/officeDocument/2006/relationships/customXml" Target="../ink/ink517.xml"/><Relationship Id="rId37" Type="http://schemas.openxmlformats.org/officeDocument/2006/relationships/image" Target="../media/image211.png"/><Relationship Id="rId5" Type="http://schemas.openxmlformats.org/officeDocument/2006/relationships/image" Target="../media/image195.png"/><Relationship Id="rId15" Type="http://schemas.openxmlformats.org/officeDocument/2006/relationships/image" Target="../media/image2000.png"/><Relationship Id="rId23" Type="http://schemas.openxmlformats.org/officeDocument/2006/relationships/image" Target="../media/image204.png"/><Relationship Id="rId28" Type="http://schemas.openxmlformats.org/officeDocument/2006/relationships/customXml" Target="../ink/ink515.xml"/><Relationship Id="rId36" Type="http://schemas.openxmlformats.org/officeDocument/2006/relationships/customXml" Target="../ink/ink519.xml"/><Relationship Id="rId10" Type="http://schemas.openxmlformats.org/officeDocument/2006/relationships/customXml" Target="../ink/ink506.xml"/><Relationship Id="rId19" Type="http://schemas.openxmlformats.org/officeDocument/2006/relationships/image" Target="../media/image202.png"/><Relationship Id="rId31" Type="http://schemas.openxmlformats.org/officeDocument/2006/relationships/image" Target="../media/image208.png"/><Relationship Id="rId4" Type="http://schemas.openxmlformats.org/officeDocument/2006/relationships/customXml" Target="../ink/ink503.xml"/><Relationship Id="rId9" Type="http://schemas.openxmlformats.org/officeDocument/2006/relationships/image" Target="../media/image1970.png"/><Relationship Id="rId14" Type="http://schemas.openxmlformats.org/officeDocument/2006/relationships/customXml" Target="../ink/ink508.xml"/><Relationship Id="rId22" Type="http://schemas.openxmlformats.org/officeDocument/2006/relationships/customXml" Target="../ink/ink512.xml"/><Relationship Id="rId27" Type="http://schemas.openxmlformats.org/officeDocument/2006/relationships/image" Target="../media/image206.png"/><Relationship Id="rId30" Type="http://schemas.openxmlformats.org/officeDocument/2006/relationships/customXml" Target="../ink/ink516.xml"/><Relationship Id="rId35" Type="http://schemas.openxmlformats.org/officeDocument/2006/relationships/image" Target="../media/image210.png"/><Relationship Id="rId8" Type="http://schemas.openxmlformats.org/officeDocument/2006/relationships/customXml" Target="../ink/ink505.xml"/><Relationship Id="rId3" Type="http://schemas.openxmlformats.org/officeDocument/2006/relationships/image" Target="../media/image1940.pn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0.png"/><Relationship Id="rId18" Type="http://schemas.openxmlformats.org/officeDocument/2006/relationships/customXml" Target="../ink/ink528.xml"/><Relationship Id="rId26" Type="http://schemas.openxmlformats.org/officeDocument/2006/relationships/customXml" Target="../ink/ink532.xml"/><Relationship Id="rId39" Type="http://schemas.openxmlformats.org/officeDocument/2006/relationships/image" Target="../media/image212.png"/><Relationship Id="rId21" Type="http://schemas.openxmlformats.org/officeDocument/2006/relationships/image" Target="../media/image203.png"/><Relationship Id="rId34" Type="http://schemas.openxmlformats.org/officeDocument/2006/relationships/customXml" Target="../ink/ink536.xml"/><Relationship Id="rId42" Type="http://schemas.openxmlformats.org/officeDocument/2006/relationships/customXml" Target="../ink/ink540.xml"/><Relationship Id="rId7" Type="http://schemas.openxmlformats.org/officeDocument/2006/relationships/image" Target="../media/image196.png"/><Relationship Id="rId2" Type="http://schemas.openxmlformats.org/officeDocument/2006/relationships/customXml" Target="../ink/ink520.xml"/><Relationship Id="rId16" Type="http://schemas.openxmlformats.org/officeDocument/2006/relationships/customXml" Target="../ink/ink527.xml"/><Relationship Id="rId29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2.xml"/><Relationship Id="rId11" Type="http://schemas.openxmlformats.org/officeDocument/2006/relationships/image" Target="../media/image1980.png"/><Relationship Id="rId24" Type="http://schemas.openxmlformats.org/officeDocument/2006/relationships/customXml" Target="../ink/ink531.xml"/><Relationship Id="rId32" Type="http://schemas.openxmlformats.org/officeDocument/2006/relationships/customXml" Target="../ink/ink535.xml"/><Relationship Id="rId37" Type="http://schemas.openxmlformats.org/officeDocument/2006/relationships/image" Target="../media/image211.png"/><Relationship Id="rId40" Type="http://schemas.openxmlformats.org/officeDocument/2006/relationships/customXml" Target="../ink/ink539.xml"/><Relationship Id="rId45" Type="http://schemas.openxmlformats.org/officeDocument/2006/relationships/image" Target="../media/image215.png"/><Relationship Id="rId5" Type="http://schemas.openxmlformats.org/officeDocument/2006/relationships/image" Target="../media/image195.png"/><Relationship Id="rId15" Type="http://schemas.openxmlformats.org/officeDocument/2006/relationships/image" Target="../media/image2000.png"/><Relationship Id="rId23" Type="http://schemas.openxmlformats.org/officeDocument/2006/relationships/image" Target="../media/image204.png"/><Relationship Id="rId28" Type="http://schemas.openxmlformats.org/officeDocument/2006/relationships/customXml" Target="../ink/ink533.xml"/><Relationship Id="rId36" Type="http://schemas.openxmlformats.org/officeDocument/2006/relationships/customXml" Target="../ink/ink537.xml"/><Relationship Id="rId10" Type="http://schemas.openxmlformats.org/officeDocument/2006/relationships/customXml" Target="../ink/ink524.xml"/><Relationship Id="rId19" Type="http://schemas.openxmlformats.org/officeDocument/2006/relationships/image" Target="../media/image202.png"/><Relationship Id="rId31" Type="http://schemas.openxmlformats.org/officeDocument/2006/relationships/image" Target="../media/image208.png"/><Relationship Id="rId44" Type="http://schemas.openxmlformats.org/officeDocument/2006/relationships/customXml" Target="../ink/ink541.xml"/><Relationship Id="rId4" Type="http://schemas.openxmlformats.org/officeDocument/2006/relationships/customXml" Target="../ink/ink521.xml"/><Relationship Id="rId9" Type="http://schemas.openxmlformats.org/officeDocument/2006/relationships/image" Target="../media/image1970.png"/><Relationship Id="rId14" Type="http://schemas.openxmlformats.org/officeDocument/2006/relationships/customXml" Target="../ink/ink526.xml"/><Relationship Id="rId22" Type="http://schemas.openxmlformats.org/officeDocument/2006/relationships/customXml" Target="../ink/ink530.xml"/><Relationship Id="rId27" Type="http://schemas.openxmlformats.org/officeDocument/2006/relationships/image" Target="../media/image206.png"/><Relationship Id="rId30" Type="http://schemas.openxmlformats.org/officeDocument/2006/relationships/customXml" Target="../ink/ink534.xml"/><Relationship Id="rId35" Type="http://schemas.openxmlformats.org/officeDocument/2006/relationships/image" Target="../media/image210.png"/><Relationship Id="rId43" Type="http://schemas.openxmlformats.org/officeDocument/2006/relationships/image" Target="../media/image214.png"/><Relationship Id="rId8" Type="http://schemas.openxmlformats.org/officeDocument/2006/relationships/customXml" Target="../ink/ink523.xml"/><Relationship Id="rId3" Type="http://schemas.openxmlformats.org/officeDocument/2006/relationships/image" Target="../media/image1940.png"/><Relationship Id="rId12" Type="http://schemas.openxmlformats.org/officeDocument/2006/relationships/customXml" Target="../ink/ink525.xml"/><Relationship Id="rId17" Type="http://schemas.openxmlformats.org/officeDocument/2006/relationships/image" Target="../media/image2010.png"/><Relationship Id="rId25" Type="http://schemas.openxmlformats.org/officeDocument/2006/relationships/image" Target="../media/image205.png"/><Relationship Id="rId33" Type="http://schemas.openxmlformats.org/officeDocument/2006/relationships/image" Target="../media/image209.png"/><Relationship Id="rId38" Type="http://schemas.openxmlformats.org/officeDocument/2006/relationships/customXml" Target="../ink/ink538.xml"/><Relationship Id="rId20" Type="http://schemas.openxmlformats.org/officeDocument/2006/relationships/customXml" Target="../ink/ink529.xml"/><Relationship Id="rId41" Type="http://schemas.openxmlformats.org/officeDocument/2006/relationships/image" Target="../media/image21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customXml" Target="../ink/ink547.xml"/><Relationship Id="rId18" Type="http://schemas.openxmlformats.org/officeDocument/2006/relationships/image" Target="../media/image228.png"/><Relationship Id="rId3" Type="http://schemas.openxmlformats.org/officeDocument/2006/relationships/customXml" Target="../ink/ink542.xml"/><Relationship Id="rId21" Type="http://schemas.openxmlformats.org/officeDocument/2006/relationships/customXml" Target="../ink/ink551.xml"/><Relationship Id="rId7" Type="http://schemas.openxmlformats.org/officeDocument/2006/relationships/customXml" Target="../ink/ink544.xml"/><Relationship Id="rId12" Type="http://schemas.openxmlformats.org/officeDocument/2006/relationships/image" Target="../media/image225.png"/><Relationship Id="rId17" Type="http://schemas.openxmlformats.org/officeDocument/2006/relationships/customXml" Target="../ink/ink549.xml"/><Relationship Id="rId2" Type="http://schemas.openxmlformats.org/officeDocument/2006/relationships/image" Target="../media/image197.png"/><Relationship Id="rId16" Type="http://schemas.openxmlformats.org/officeDocument/2006/relationships/image" Target="../media/image227.png"/><Relationship Id="rId20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png"/><Relationship Id="rId11" Type="http://schemas.openxmlformats.org/officeDocument/2006/relationships/customXml" Target="../ink/ink546.xml"/><Relationship Id="rId5" Type="http://schemas.openxmlformats.org/officeDocument/2006/relationships/customXml" Target="../ink/ink543.xml"/><Relationship Id="rId15" Type="http://schemas.openxmlformats.org/officeDocument/2006/relationships/customXml" Target="../ink/ink548.xml"/><Relationship Id="rId10" Type="http://schemas.openxmlformats.org/officeDocument/2006/relationships/image" Target="../media/image224.png"/><Relationship Id="rId19" Type="http://schemas.openxmlformats.org/officeDocument/2006/relationships/customXml" Target="../ink/ink550.xml"/><Relationship Id="rId4" Type="http://schemas.openxmlformats.org/officeDocument/2006/relationships/image" Target="../media/image221.png"/><Relationship Id="rId9" Type="http://schemas.openxmlformats.org/officeDocument/2006/relationships/customXml" Target="../ink/ink545.xml"/><Relationship Id="rId14" Type="http://schemas.openxmlformats.org/officeDocument/2006/relationships/image" Target="../media/image226.png"/><Relationship Id="rId22" Type="http://schemas.openxmlformats.org/officeDocument/2006/relationships/image" Target="../media/image23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5.xml"/><Relationship Id="rId13" Type="http://schemas.openxmlformats.org/officeDocument/2006/relationships/image" Target="../media/image236.png"/><Relationship Id="rId18" Type="http://schemas.openxmlformats.org/officeDocument/2006/relationships/customXml" Target="../ink/ink560.xml"/><Relationship Id="rId26" Type="http://schemas.openxmlformats.org/officeDocument/2006/relationships/customXml" Target="../ink/ink564.xml"/><Relationship Id="rId3" Type="http://schemas.openxmlformats.org/officeDocument/2006/relationships/image" Target="../media/image231.png"/><Relationship Id="rId21" Type="http://schemas.openxmlformats.org/officeDocument/2006/relationships/image" Target="../media/image240.png"/><Relationship Id="rId7" Type="http://schemas.openxmlformats.org/officeDocument/2006/relationships/image" Target="../media/image233.png"/><Relationship Id="rId12" Type="http://schemas.openxmlformats.org/officeDocument/2006/relationships/customXml" Target="../ink/ink557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2" Type="http://schemas.openxmlformats.org/officeDocument/2006/relationships/customXml" Target="../ink/ink552.xml"/><Relationship Id="rId16" Type="http://schemas.openxmlformats.org/officeDocument/2006/relationships/customXml" Target="../ink/ink559.xml"/><Relationship Id="rId20" Type="http://schemas.openxmlformats.org/officeDocument/2006/relationships/customXml" Target="../ink/ink561.xml"/><Relationship Id="rId29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4.xml"/><Relationship Id="rId11" Type="http://schemas.openxmlformats.org/officeDocument/2006/relationships/image" Target="../media/image235.png"/><Relationship Id="rId24" Type="http://schemas.openxmlformats.org/officeDocument/2006/relationships/customXml" Target="../ink/ink563.xml"/><Relationship Id="rId5" Type="http://schemas.openxmlformats.org/officeDocument/2006/relationships/image" Target="../media/image232.png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565.xml"/><Relationship Id="rId10" Type="http://schemas.openxmlformats.org/officeDocument/2006/relationships/customXml" Target="../ink/ink556.xml"/><Relationship Id="rId19" Type="http://schemas.openxmlformats.org/officeDocument/2006/relationships/image" Target="../media/image239.png"/><Relationship Id="rId31" Type="http://schemas.openxmlformats.org/officeDocument/2006/relationships/image" Target="../media/image204.png"/><Relationship Id="rId4" Type="http://schemas.openxmlformats.org/officeDocument/2006/relationships/customXml" Target="../ink/ink553.xml"/><Relationship Id="rId9" Type="http://schemas.openxmlformats.org/officeDocument/2006/relationships/image" Target="../media/image234.png"/><Relationship Id="rId14" Type="http://schemas.openxmlformats.org/officeDocument/2006/relationships/customXml" Target="../ink/ink558.xml"/><Relationship Id="rId22" Type="http://schemas.openxmlformats.org/officeDocument/2006/relationships/customXml" Target="../ink/ink562.xml"/><Relationship Id="rId27" Type="http://schemas.openxmlformats.org/officeDocument/2006/relationships/image" Target="../media/image243.png"/><Relationship Id="rId30" Type="http://schemas.openxmlformats.org/officeDocument/2006/relationships/customXml" Target="../ink/ink566.xml"/></Relationships>
</file>

<file path=ppt/slides/_rels/slide5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9.xml"/><Relationship Id="rId21" Type="http://schemas.openxmlformats.org/officeDocument/2006/relationships/image" Target="../media/image240.png"/><Relationship Id="rId42" Type="http://schemas.openxmlformats.org/officeDocument/2006/relationships/customXml" Target="../ink/ink587.xml"/><Relationship Id="rId47" Type="http://schemas.openxmlformats.org/officeDocument/2006/relationships/image" Target="../media/image254.png"/><Relationship Id="rId63" Type="http://schemas.openxmlformats.org/officeDocument/2006/relationships/image" Target="../media/image262.png"/><Relationship Id="rId68" Type="http://schemas.openxmlformats.org/officeDocument/2006/relationships/customXml" Target="../ink/ink600.xml"/><Relationship Id="rId7" Type="http://schemas.openxmlformats.org/officeDocument/2006/relationships/image" Target="../media/image233.png"/><Relationship Id="rId2" Type="http://schemas.openxmlformats.org/officeDocument/2006/relationships/customXml" Target="../ink/ink567.xml"/><Relationship Id="rId16" Type="http://schemas.openxmlformats.org/officeDocument/2006/relationships/customXml" Target="../ink/ink574.xml"/><Relationship Id="rId29" Type="http://schemas.openxmlformats.org/officeDocument/2006/relationships/image" Target="../media/image245.png"/><Relationship Id="rId11" Type="http://schemas.openxmlformats.org/officeDocument/2006/relationships/image" Target="../media/image235.png"/><Relationship Id="rId24" Type="http://schemas.openxmlformats.org/officeDocument/2006/relationships/customXml" Target="../ink/ink578.xml"/><Relationship Id="rId32" Type="http://schemas.openxmlformats.org/officeDocument/2006/relationships/customXml" Target="../ink/ink582.xml"/><Relationship Id="rId37" Type="http://schemas.openxmlformats.org/officeDocument/2006/relationships/image" Target="../media/image249.png"/><Relationship Id="rId40" Type="http://schemas.openxmlformats.org/officeDocument/2006/relationships/customXml" Target="../ink/ink586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595.xml"/><Relationship Id="rId66" Type="http://schemas.openxmlformats.org/officeDocument/2006/relationships/customXml" Target="../ink/ink599.xml"/><Relationship Id="rId5" Type="http://schemas.openxmlformats.org/officeDocument/2006/relationships/image" Target="../media/image232.png"/><Relationship Id="rId61" Type="http://schemas.openxmlformats.org/officeDocument/2006/relationships/image" Target="../media/image261.png"/><Relationship Id="rId19" Type="http://schemas.openxmlformats.org/officeDocument/2006/relationships/image" Target="../media/image239.png"/><Relationship Id="rId14" Type="http://schemas.openxmlformats.org/officeDocument/2006/relationships/customXml" Target="../ink/ink573.xml"/><Relationship Id="rId22" Type="http://schemas.openxmlformats.org/officeDocument/2006/relationships/customXml" Target="../ink/ink577.xml"/><Relationship Id="rId27" Type="http://schemas.openxmlformats.org/officeDocument/2006/relationships/image" Target="../media/image243.png"/><Relationship Id="rId30" Type="http://schemas.openxmlformats.org/officeDocument/2006/relationships/customXml" Target="../ink/ink581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590.xml"/><Relationship Id="rId56" Type="http://schemas.openxmlformats.org/officeDocument/2006/relationships/customXml" Target="../ink/ink594.xml"/><Relationship Id="rId64" Type="http://schemas.openxmlformats.org/officeDocument/2006/relationships/customXml" Target="../ink/ink598.xml"/><Relationship Id="rId69" Type="http://schemas.openxmlformats.org/officeDocument/2006/relationships/image" Target="../media/image244.png"/><Relationship Id="rId8" Type="http://schemas.openxmlformats.org/officeDocument/2006/relationships/customXml" Target="../ink/ink570.xml"/><Relationship Id="rId51" Type="http://schemas.openxmlformats.org/officeDocument/2006/relationships/image" Target="../media/image256.png"/><Relationship Id="rId3" Type="http://schemas.openxmlformats.org/officeDocument/2006/relationships/image" Target="../media/image231.png"/><Relationship Id="rId12" Type="http://schemas.openxmlformats.org/officeDocument/2006/relationships/customXml" Target="../ink/ink572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33" Type="http://schemas.openxmlformats.org/officeDocument/2006/relationships/image" Target="../media/image247.png"/><Relationship Id="rId38" Type="http://schemas.openxmlformats.org/officeDocument/2006/relationships/customXml" Target="../ink/ink585.xml"/><Relationship Id="rId46" Type="http://schemas.openxmlformats.org/officeDocument/2006/relationships/customXml" Target="../ink/ink589.xml"/><Relationship Id="rId59" Type="http://schemas.openxmlformats.org/officeDocument/2006/relationships/image" Target="../media/image260.png"/><Relationship Id="rId67" Type="http://schemas.openxmlformats.org/officeDocument/2006/relationships/image" Target="../media/image264.png"/><Relationship Id="rId20" Type="http://schemas.openxmlformats.org/officeDocument/2006/relationships/customXml" Target="../ink/ink576.xml"/><Relationship Id="rId41" Type="http://schemas.openxmlformats.org/officeDocument/2006/relationships/image" Target="../media/image251.png"/><Relationship Id="rId54" Type="http://schemas.openxmlformats.org/officeDocument/2006/relationships/customXml" Target="../ink/ink593.xml"/><Relationship Id="rId62" Type="http://schemas.openxmlformats.org/officeDocument/2006/relationships/customXml" Target="../ink/ink59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9.xml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580.xml"/><Relationship Id="rId36" Type="http://schemas.openxmlformats.org/officeDocument/2006/relationships/customXml" Target="../ink/ink584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10" Type="http://schemas.openxmlformats.org/officeDocument/2006/relationships/customXml" Target="../ink/ink571.xml"/><Relationship Id="rId31" Type="http://schemas.openxmlformats.org/officeDocument/2006/relationships/image" Target="../media/image246.png"/><Relationship Id="rId44" Type="http://schemas.openxmlformats.org/officeDocument/2006/relationships/customXml" Target="../ink/ink588.xml"/><Relationship Id="rId52" Type="http://schemas.openxmlformats.org/officeDocument/2006/relationships/customXml" Target="../ink/ink592.xml"/><Relationship Id="rId60" Type="http://schemas.openxmlformats.org/officeDocument/2006/relationships/customXml" Target="../ink/ink596.xml"/><Relationship Id="rId65" Type="http://schemas.openxmlformats.org/officeDocument/2006/relationships/image" Target="../media/image263.png"/><Relationship Id="rId4" Type="http://schemas.openxmlformats.org/officeDocument/2006/relationships/customXml" Target="../ink/ink568.xml"/><Relationship Id="rId9" Type="http://schemas.openxmlformats.org/officeDocument/2006/relationships/image" Target="../media/image234.png"/><Relationship Id="rId13" Type="http://schemas.openxmlformats.org/officeDocument/2006/relationships/image" Target="../media/image236.png"/><Relationship Id="rId18" Type="http://schemas.openxmlformats.org/officeDocument/2006/relationships/customXml" Target="../ink/ink575.xml"/><Relationship Id="rId39" Type="http://schemas.openxmlformats.org/officeDocument/2006/relationships/image" Target="../media/image250.png"/><Relationship Id="rId34" Type="http://schemas.openxmlformats.org/officeDocument/2006/relationships/customXml" Target="../ink/ink583.xml"/><Relationship Id="rId50" Type="http://schemas.openxmlformats.org/officeDocument/2006/relationships/customXml" Target="../ink/ink591.xml"/><Relationship Id="rId55" Type="http://schemas.openxmlformats.org/officeDocument/2006/relationships/image" Target="../media/image258.png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13.xml"/><Relationship Id="rId21" Type="http://schemas.openxmlformats.org/officeDocument/2006/relationships/image" Target="../media/image240.png"/><Relationship Id="rId42" Type="http://schemas.openxmlformats.org/officeDocument/2006/relationships/customXml" Target="../ink/ink621.xml"/><Relationship Id="rId47" Type="http://schemas.openxmlformats.org/officeDocument/2006/relationships/image" Target="../media/image254.png"/><Relationship Id="rId63" Type="http://schemas.openxmlformats.org/officeDocument/2006/relationships/image" Target="../media/image265.png"/><Relationship Id="rId68" Type="http://schemas.openxmlformats.org/officeDocument/2006/relationships/customXml" Target="../ink/ink634.xml"/><Relationship Id="rId7" Type="http://schemas.openxmlformats.org/officeDocument/2006/relationships/image" Target="../media/image233.png"/><Relationship Id="rId2" Type="http://schemas.openxmlformats.org/officeDocument/2006/relationships/customXml" Target="../ink/ink601.xml"/><Relationship Id="rId16" Type="http://schemas.openxmlformats.org/officeDocument/2006/relationships/customXml" Target="../ink/ink608.xml"/><Relationship Id="rId29" Type="http://schemas.openxmlformats.org/officeDocument/2006/relationships/image" Target="../media/image245.png"/><Relationship Id="rId11" Type="http://schemas.openxmlformats.org/officeDocument/2006/relationships/image" Target="../media/image235.png"/><Relationship Id="rId24" Type="http://schemas.openxmlformats.org/officeDocument/2006/relationships/customXml" Target="../ink/ink612.xml"/><Relationship Id="rId32" Type="http://schemas.openxmlformats.org/officeDocument/2006/relationships/customXml" Target="../ink/ink616.xml"/><Relationship Id="rId37" Type="http://schemas.openxmlformats.org/officeDocument/2006/relationships/image" Target="../media/image249.png"/><Relationship Id="rId40" Type="http://schemas.openxmlformats.org/officeDocument/2006/relationships/customXml" Target="../ink/ink620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629.xml"/><Relationship Id="rId66" Type="http://schemas.openxmlformats.org/officeDocument/2006/relationships/customXml" Target="../ink/ink633.xml"/><Relationship Id="rId5" Type="http://schemas.openxmlformats.org/officeDocument/2006/relationships/image" Target="../media/image232.png"/><Relationship Id="rId61" Type="http://schemas.openxmlformats.org/officeDocument/2006/relationships/image" Target="../media/image244.png"/><Relationship Id="rId19" Type="http://schemas.openxmlformats.org/officeDocument/2006/relationships/image" Target="../media/image239.png"/><Relationship Id="rId14" Type="http://schemas.openxmlformats.org/officeDocument/2006/relationships/customXml" Target="../ink/ink607.xml"/><Relationship Id="rId22" Type="http://schemas.openxmlformats.org/officeDocument/2006/relationships/customXml" Target="../ink/ink611.xml"/><Relationship Id="rId27" Type="http://schemas.openxmlformats.org/officeDocument/2006/relationships/image" Target="../media/image243.png"/><Relationship Id="rId30" Type="http://schemas.openxmlformats.org/officeDocument/2006/relationships/customXml" Target="../ink/ink615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624.xml"/><Relationship Id="rId56" Type="http://schemas.openxmlformats.org/officeDocument/2006/relationships/customXml" Target="../ink/ink628.xml"/><Relationship Id="rId64" Type="http://schemas.openxmlformats.org/officeDocument/2006/relationships/customXml" Target="../ink/ink632.xml"/><Relationship Id="rId69" Type="http://schemas.openxmlformats.org/officeDocument/2006/relationships/image" Target="../media/image268.png"/><Relationship Id="rId8" Type="http://schemas.openxmlformats.org/officeDocument/2006/relationships/customXml" Target="../ink/ink604.xml"/><Relationship Id="rId51" Type="http://schemas.openxmlformats.org/officeDocument/2006/relationships/image" Target="../media/image256.png"/><Relationship Id="rId3" Type="http://schemas.openxmlformats.org/officeDocument/2006/relationships/image" Target="../media/image231.png"/><Relationship Id="rId12" Type="http://schemas.openxmlformats.org/officeDocument/2006/relationships/customXml" Target="../ink/ink606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33" Type="http://schemas.openxmlformats.org/officeDocument/2006/relationships/image" Target="../media/image247.png"/><Relationship Id="rId38" Type="http://schemas.openxmlformats.org/officeDocument/2006/relationships/customXml" Target="../ink/ink619.xml"/><Relationship Id="rId46" Type="http://schemas.openxmlformats.org/officeDocument/2006/relationships/customXml" Target="../ink/ink623.xml"/><Relationship Id="rId59" Type="http://schemas.openxmlformats.org/officeDocument/2006/relationships/image" Target="../media/image262.png"/><Relationship Id="rId67" Type="http://schemas.openxmlformats.org/officeDocument/2006/relationships/image" Target="../media/image267.png"/><Relationship Id="rId20" Type="http://schemas.openxmlformats.org/officeDocument/2006/relationships/customXml" Target="../ink/ink610.xml"/><Relationship Id="rId41" Type="http://schemas.openxmlformats.org/officeDocument/2006/relationships/image" Target="../media/image251.png"/><Relationship Id="rId54" Type="http://schemas.openxmlformats.org/officeDocument/2006/relationships/customXml" Target="../ink/ink627.xml"/><Relationship Id="rId62" Type="http://schemas.openxmlformats.org/officeDocument/2006/relationships/customXml" Target="../ink/ink6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3.xml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614.xml"/><Relationship Id="rId36" Type="http://schemas.openxmlformats.org/officeDocument/2006/relationships/customXml" Target="../ink/ink618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10" Type="http://schemas.openxmlformats.org/officeDocument/2006/relationships/customXml" Target="../ink/ink605.xml"/><Relationship Id="rId31" Type="http://schemas.openxmlformats.org/officeDocument/2006/relationships/image" Target="../media/image246.png"/><Relationship Id="rId44" Type="http://schemas.openxmlformats.org/officeDocument/2006/relationships/customXml" Target="../ink/ink622.xml"/><Relationship Id="rId52" Type="http://schemas.openxmlformats.org/officeDocument/2006/relationships/customXml" Target="../ink/ink626.xml"/><Relationship Id="rId60" Type="http://schemas.openxmlformats.org/officeDocument/2006/relationships/customXml" Target="../ink/ink630.xml"/><Relationship Id="rId65" Type="http://schemas.openxmlformats.org/officeDocument/2006/relationships/image" Target="../media/image266.png"/><Relationship Id="rId4" Type="http://schemas.openxmlformats.org/officeDocument/2006/relationships/customXml" Target="../ink/ink602.xml"/><Relationship Id="rId9" Type="http://schemas.openxmlformats.org/officeDocument/2006/relationships/image" Target="../media/image234.png"/><Relationship Id="rId13" Type="http://schemas.openxmlformats.org/officeDocument/2006/relationships/image" Target="../media/image236.png"/><Relationship Id="rId18" Type="http://schemas.openxmlformats.org/officeDocument/2006/relationships/customXml" Target="../ink/ink609.xml"/><Relationship Id="rId39" Type="http://schemas.openxmlformats.org/officeDocument/2006/relationships/image" Target="../media/image250.png"/><Relationship Id="rId34" Type="http://schemas.openxmlformats.org/officeDocument/2006/relationships/customXml" Target="../ink/ink617.xml"/><Relationship Id="rId50" Type="http://schemas.openxmlformats.org/officeDocument/2006/relationships/customXml" Target="../ink/ink625.xml"/><Relationship Id="rId55" Type="http://schemas.openxmlformats.org/officeDocument/2006/relationships/image" Target="../media/image258.png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47.xml"/><Relationship Id="rId21" Type="http://schemas.openxmlformats.org/officeDocument/2006/relationships/image" Target="../media/image240.png"/><Relationship Id="rId42" Type="http://schemas.openxmlformats.org/officeDocument/2006/relationships/customXml" Target="../ink/ink655.xml"/><Relationship Id="rId47" Type="http://schemas.openxmlformats.org/officeDocument/2006/relationships/image" Target="../media/image254.png"/><Relationship Id="rId63" Type="http://schemas.openxmlformats.org/officeDocument/2006/relationships/image" Target="../media/image265.png"/><Relationship Id="rId68" Type="http://schemas.openxmlformats.org/officeDocument/2006/relationships/customXml" Target="../ink/ink668.xml"/><Relationship Id="rId7" Type="http://schemas.openxmlformats.org/officeDocument/2006/relationships/image" Target="../media/image233.png"/><Relationship Id="rId2" Type="http://schemas.openxmlformats.org/officeDocument/2006/relationships/customXml" Target="../ink/ink635.xml"/><Relationship Id="rId16" Type="http://schemas.openxmlformats.org/officeDocument/2006/relationships/customXml" Target="../ink/ink642.xml"/><Relationship Id="rId29" Type="http://schemas.openxmlformats.org/officeDocument/2006/relationships/image" Target="../media/image245.png"/><Relationship Id="rId11" Type="http://schemas.openxmlformats.org/officeDocument/2006/relationships/image" Target="../media/image235.png"/><Relationship Id="rId24" Type="http://schemas.openxmlformats.org/officeDocument/2006/relationships/customXml" Target="../ink/ink646.xml"/><Relationship Id="rId32" Type="http://schemas.openxmlformats.org/officeDocument/2006/relationships/customXml" Target="../ink/ink650.xml"/><Relationship Id="rId37" Type="http://schemas.openxmlformats.org/officeDocument/2006/relationships/image" Target="../media/image249.png"/><Relationship Id="rId40" Type="http://schemas.openxmlformats.org/officeDocument/2006/relationships/customXml" Target="../ink/ink654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663.xml"/><Relationship Id="rId66" Type="http://schemas.openxmlformats.org/officeDocument/2006/relationships/customXml" Target="../ink/ink667.xml"/><Relationship Id="rId5" Type="http://schemas.openxmlformats.org/officeDocument/2006/relationships/image" Target="../media/image232.png"/><Relationship Id="rId61" Type="http://schemas.openxmlformats.org/officeDocument/2006/relationships/image" Target="../media/image244.png"/><Relationship Id="rId19" Type="http://schemas.openxmlformats.org/officeDocument/2006/relationships/image" Target="../media/image239.png"/><Relationship Id="rId14" Type="http://schemas.openxmlformats.org/officeDocument/2006/relationships/customXml" Target="../ink/ink641.xml"/><Relationship Id="rId22" Type="http://schemas.openxmlformats.org/officeDocument/2006/relationships/customXml" Target="../ink/ink645.xml"/><Relationship Id="rId27" Type="http://schemas.openxmlformats.org/officeDocument/2006/relationships/image" Target="../media/image243.png"/><Relationship Id="rId30" Type="http://schemas.openxmlformats.org/officeDocument/2006/relationships/customXml" Target="../ink/ink649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658.xml"/><Relationship Id="rId56" Type="http://schemas.openxmlformats.org/officeDocument/2006/relationships/customXml" Target="../ink/ink662.xml"/><Relationship Id="rId64" Type="http://schemas.openxmlformats.org/officeDocument/2006/relationships/customXml" Target="../ink/ink666.xml"/><Relationship Id="rId69" Type="http://schemas.openxmlformats.org/officeDocument/2006/relationships/image" Target="../media/image268.png"/><Relationship Id="rId8" Type="http://schemas.openxmlformats.org/officeDocument/2006/relationships/customXml" Target="../ink/ink638.xml"/><Relationship Id="rId51" Type="http://schemas.openxmlformats.org/officeDocument/2006/relationships/image" Target="../media/image256.png"/><Relationship Id="rId3" Type="http://schemas.openxmlformats.org/officeDocument/2006/relationships/image" Target="../media/image231.png"/><Relationship Id="rId12" Type="http://schemas.openxmlformats.org/officeDocument/2006/relationships/customXml" Target="../ink/ink640.xml"/><Relationship Id="rId17" Type="http://schemas.openxmlformats.org/officeDocument/2006/relationships/image" Target="../media/image238.png"/><Relationship Id="rId25" Type="http://schemas.openxmlformats.org/officeDocument/2006/relationships/image" Target="../media/image242.png"/><Relationship Id="rId33" Type="http://schemas.openxmlformats.org/officeDocument/2006/relationships/image" Target="../media/image247.png"/><Relationship Id="rId38" Type="http://schemas.openxmlformats.org/officeDocument/2006/relationships/customXml" Target="../ink/ink653.xml"/><Relationship Id="rId46" Type="http://schemas.openxmlformats.org/officeDocument/2006/relationships/customXml" Target="../ink/ink657.xml"/><Relationship Id="rId59" Type="http://schemas.openxmlformats.org/officeDocument/2006/relationships/image" Target="../media/image262.png"/><Relationship Id="rId67" Type="http://schemas.openxmlformats.org/officeDocument/2006/relationships/image" Target="../media/image267.png"/><Relationship Id="rId20" Type="http://schemas.openxmlformats.org/officeDocument/2006/relationships/customXml" Target="../ink/ink644.xml"/><Relationship Id="rId41" Type="http://schemas.openxmlformats.org/officeDocument/2006/relationships/image" Target="../media/image251.png"/><Relationship Id="rId54" Type="http://schemas.openxmlformats.org/officeDocument/2006/relationships/customXml" Target="../ink/ink661.xml"/><Relationship Id="rId62" Type="http://schemas.openxmlformats.org/officeDocument/2006/relationships/customXml" Target="../ink/ink665.xml"/><Relationship Id="rId70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7.xml"/><Relationship Id="rId15" Type="http://schemas.openxmlformats.org/officeDocument/2006/relationships/image" Target="../media/image237.png"/><Relationship Id="rId23" Type="http://schemas.openxmlformats.org/officeDocument/2006/relationships/image" Target="../media/image241.png"/><Relationship Id="rId28" Type="http://schemas.openxmlformats.org/officeDocument/2006/relationships/customXml" Target="../ink/ink648.xml"/><Relationship Id="rId36" Type="http://schemas.openxmlformats.org/officeDocument/2006/relationships/customXml" Target="../ink/ink652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10" Type="http://schemas.openxmlformats.org/officeDocument/2006/relationships/customXml" Target="../ink/ink639.xml"/><Relationship Id="rId31" Type="http://schemas.openxmlformats.org/officeDocument/2006/relationships/image" Target="../media/image246.png"/><Relationship Id="rId44" Type="http://schemas.openxmlformats.org/officeDocument/2006/relationships/customXml" Target="../ink/ink656.xml"/><Relationship Id="rId52" Type="http://schemas.openxmlformats.org/officeDocument/2006/relationships/customXml" Target="../ink/ink660.xml"/><Relationship Id="rId60" Type="http://schemas.openxmlformats.org/officeDocument/2006/relationships/customXml" Target="../ink/ink664.xml"/><Relationship Id="rId65" Type="http://schemas.openxmlformats.org/officeDocument/2006/relationships/image" Target="../media/image266.png"/><Relationship Id="rId4" Type="http://schemas.openxmlformats.org/officeDocument/2006/relationships/customXml" Target="../ink/ink636.xml"/><Relationship Id="rId9" Type="http://schemas.openxmlformats.org/officeDocument/2006/relationships/image" Target="../media/image234.png"/><Relationship Id="rId13" Type="http://schemas.openxmlformats.org/officeDocument/2006/relationships/image" Target="../media/image236.png"/><Relationship Id="rId18" Type="http://schemas.openxmlformats.org/officeDocument/2006/relationships/customXml" Target="../ink/ink643.xml"/><Relationship Id="rId39" Type="http://schemas.openxmlformats.org/officeDocument/2006/relationships/image" Target="../media/image250.png"/><Relationship Id="rId34" Type="http://schemas.openxmlformats.org/officeDocument/2006/relationships/customXml" Target="../ink/ink651.xml"/><Relationship Id="rId50" Type="http://schemas.openxmlformats.org/officeDocument/2006/relationships/customXml" Target="../ink/ink659.xml"/><Relationship Id="rId55" Type="http://schemas.openxmlformats.org/officeDocument/2006/relationships/image" Target="../media/image25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2.xml"/><Relationship Id="rId13" Type="http://schemas.openxmlformats.org/officeDocument/2006/relationships/image" Target="../media/image276.png"/><Relationship Id="rId18" Type="http://schemas.openxmlformats.org/officeDocument/2006/relationships/customXml" Target="../ink/ink677.xml"/><Relationship Id="rId3" Type="http://schemas.openxmlformats.org/officeDocument/2006/relationships/image" Target="../media/image271.png"/><Relationship Id="rId21" Type="http://schemas.openxmlformats.org/officeDocument/2006/relationships/image" Target="../media/image280.png"/><Relationship Id="rId7" Type="http://schemas.openxmlformats.org/officeDocument/2006/relationships/image" Target="../media/image273.png"/><Relationship Id="rId12" Type="http://schemas.openxmlformats.org/officeDocument/2006/relationships/customXml" Target="../ink/ink674.xml"/><Relationship Id="rId17" Type="http://schemas.openxmlformats.org/officeDocument/2006/relationships/image" Target="../media/image278.png"/><Relationship Id="rId2" Type="http://schemas.openxmlformats.org/officeDocument/2006/relationships/customXml" Target="../ink/ink669.xml"/><Relationship Id="rId16" Type="http://schemas.openxmlformats.org/officeDocument/2006/relationships/customXml" Target="../ink/ink676.xml"/><Relationship Id="rId20" Type="http://schemas.openxmlformats.org/officeDocument/2006/relationships/customXml" Target="../ink/ink67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1.xml"/><Relationship Id="rId11" Type="http://schemas.openxmlformats.org/officeDocument/2006/relationships/image" Target="../media/image275.png"/><Relationship Id="rId5" Type="http://schemas.openxmlformats.org/officeDocument/2006/relationships/image" Target="../media/image272.png"/><Relationship Id="rId15" Type="http://schemas.openxmlformats.org/officeDocument/2006/relationships/image" Target="../media/image277.png"/><Relationship Id="rId10" Type="http://schemas.openxmlformats.org/officeDocument/2006/relationships/customXml" Target="../ink/ink673.xml"/><Relationship Id="rId19" Type="http://schemas.openxmlformats.org/officeDocument/2006/relationships/image" Target="../media/image279.png"/><Relationship Id="rId4" Type="http://schemas.openxmlformats.org/officeDocument/2006/relationships/customXml" Target="../ink/ink670.xml"/><Relationship Id="rId9" Type="http://schemas.openxmlformats.org/officeDocument/2006/relationships/image" Target="../media/image274.png"/><Relationship Id="rId14" Type="http://schemas.openxmlformats.org/officeDocument/2006/relationships/customXml" Target="../ink/ink675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2.xml"/><Relationship Id="rId13" Type="http://schemas.openxmlformats.org/officeDocument/2006/relationships/image" Target="../media/image286.png"/><Relationship Id="rId18" Type="http://schemas.openxmlformats.org/officeDocument/2006/relationships/customXml" Target="../ink/ink687.xml"/><Relationship Id="rId3" Type="http://schemas.openxmlformats.org/officeDocument/2006/relationships/image" Target="../media/image281.png"/><Relationship Id="rId21" Type="http://schemas.openxmlformats.org/officeDocument/2006/relationships/image" Target="../media/image290.png"/><Relationship Id="rId7" Type="http://schemas.openxmlformats.org/officeDocument/2006/relationships/image" Target="../media/image283.png"/><Relationship Id="rId12" Type="http://schemas.openxmlformats.org/officeDocument/2006/relationships/customXml" Target="../ink/ink684.xml"/><Relationship Id="rId17" Type="http://schemas.openxmlformats.org/officeDocument/2006/relationships/image" Target="../media/image288.png"/><Relationship Id="rId2" Type="http://schemas.openxmlformats.org/officeDocument/2006/relationships/customXml" Target="../ink/ink679.xml"/><Relationship Id="rId16" Type="http://schemas.openxmlformats.org/officeDocument/2006/relationships/customXml" Target="../ink/ink686.xml"/><Relationship Id="rId20" Type="http://schemas.openxmlformats.org/officeDocument/2006/relationships/customXml" Target="../ink/ink68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1.xml"/><Relationship Id="rId11" Type="http://schemas.openxmlformats.org/officeDocument/2006/relationships/image" Target="../media/image285.png"/><Relationship Id="rId5" Type="http://schemas.openxmlformats.org/officeDocument/2006/relationships/image" Target="../media/image282.png"/><Relationship Id="rId15" Type="http://schemas.openxmlformats.org/officeDocument/2006/relationships/image" Target="../media/image287.png"/><Relationship Id="rId10" Type="http://schemas.openxmlformats.org/officeDocument/2006/relationships/customXml" Target="../ink/ink683.xml"/><Relationship Id="rId19" Type="http://schemas.openxmlformats.org/officeDocument/2006/relationships/image" Target="../media/image289.png"/><Relationship Id="rId4" Type="http://schemas.openxmlformats.org/officeDocument/2006/relationships/customXml" Target="../ink/ink680.xml"/><Relationship Id="rId9" Type="http://schemas.openxmlformats.org/officeDocument/2006/relationships/image" Target="../media/image284.png"/><Relationship Id="rId14" Type="http://schemas.openxmlformats.org/officeDocument/2006/relationships/customXml" Target="../ink/ink68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788F-A189-8CAD-3740-DB70F5110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100" y="1122363"/>
            <a:ext cx="11671300" cy="2387600"/>
          </a:xfrm>
        </p:spPr>
        <p:txBody>
          <a:bodyPr>
            <a:normAutofit/>
          </a:bodyPr>
          <a:lstStyle/>
          <a:p>
            <a:r>
              <a:rPr lang="en-US" sz="5500" dirty="0"/>
              <a:t>Data visualization + trajectory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8001F-C2EB-BB4D-D453-D8DC762AA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Uthsav Chitra</a:t>
            </a:r>
          </a:p>
        </p:txBody>
      </p:sp>
    </p:spTree>
    <p:extLst>
      <p:ext uri="{BB962C8B-B14F-4D97-AF65-F5344CB8AC3E}">
        <p14:creationId xmlns:p14="http://schemas.microsoft.com/office/powerpoint/2010/main" val="117997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188B-2607-2FEF-FF43-0D2F4D36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780C-B63D-926D-8A28-7E8C41E4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322262"/>
            <a:ext cx="10515600" cy="1325563"/>
          </a:xfrm>
        </p:spPr>
        <p:txBody>
          <a:bodyPr/>
          <a:lstStyle/>
          <a:p>
            <a:r>
              <a:rPr lang="en-US" dirty="0"/>
              <a:t>Last time: random walks on a graph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8D902-F850-8C44-270C-319D9B01E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44" y="1814689"/>
            <a:ext cx="3665834" cy="36658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ED4C63-9048-A2C0-9463-A5C569C0098B}"/>
              </a:ext>
            </a:extLst>
          </p:cNvPr>
          <p:cNvSpPr txBox="1"/>
          <p:nvPr/>
        </p:nvSpPr>
        <p:spPr>
          <a:xfrm>
            <a:off x="4679089" y="1712736"/>
            <a:ext cx="7343578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Imagine a “walker” moving between vertices</a:t>
            </a:r>
          </a:p>
          <a:p>
            <a:r>
              <a:rPr lang="en-US" sz="2500" b="1" dirty="0"/>
              <a:t>Step 0:</a:t>
            </a:r>
            <a:r>
              <a:rPr lang="en-US" sz="2500" dirty="0"/>
              <a:t> walker at vertex v</a:t>
            </a:r>
          </a:p>
          <a:p>
            <a:r>
              <a:rPr lang="en-US" sz="2500" b="1" dirty="0"/>
              <a:t>Step 1:</a:t>
            </a:r>
            <a:r>
              <a:rPr lang="en-US" sz="2500" dirty="0"/>
              <a:t> moves to vertex w with probability proportional to edge weight </a:t>
            </a:r>
            <a:r>
              <a:rPr lang="en-US" sz="2500" dirty="0" err="1"/>
              <a:t>e</a:t>
            </a:r>
            <a:r>
              <a:rPr lang="en-US" sz="2500" baseline="-25000" dirty="0" err="1"/>
              <a:t>vw</a:t>
            </a:r>
            <a:endParaRPr lang="en-US" sz="2500" baseline="-25000" dirty="0"/>
          </a:p>
          <a:p>
            <a:r>
              <a:rPr lang="en-US" sz="2500" b="1" dirty="0"/>
              <a:t>Step 2:</a:t>
            </a:r>
            <a:r>
              <a:rPr lang="en-US" sz="2500" dirty="0"/>
              <a:t> repeat…</a:t>
            </a:r>
          </a:p>
          <a:p>
            <a:endParaRPr lang="en-US" sz="2500" dirty="0"/>
          </a:p>
          <a:p>
            <a:endParaRPr lang="en-US" sz="25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18C901-F377-DFAD-EE6C-03C57A2A151B}"/>
              </a:ext>
            </a:extLst>
          </p:cNvPr>
          <p:cNvGrpSpPr/>
          <p:nvPr/>
        </p:nvGrpSpPr>
        <p:grpSpPr>
          <a:xfrm>
            <a:off x="5155102" y="4136676"/>
            <a:ext cx="2104920" cy="2247120"/>
            <a:chOff x="5155102" y="4136676"/>
            <a:chExt cx="2104920" cy="22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2582B3-7ADA-C83E-FF2B-55E4506BB5BD}"/>
                    </a:ext>
                  </a:extLst>
                </p14:cNvPr>
                <p14:cNvContentPartPr/>
                <p14:nvPr/>
              </p14:nvContentPartPr>
              <p14:xfrm>
                <a:off x="5155102" y="5197596"/>
                <a:ext cx="322200" cy="342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2582B3-7ADA-C83E-FF2B-55E4506BB5B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48982" y="5191476"/>
                  <a:ext cx="3344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241545-3722-C721-CAF4-328D3CD909FC}"/>
                    </a:ext>
                  </a:extLst>
                </p14:cNvPr>
                <p14:cNvContentPartPr/>
                <p14:nvPr/>
              </p14:nvContentPartPr>
              <p14:xfrm>
                <a:off x="5485942" y="4305516"/>
                <a:ext cx="812880" cy="9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241545-3722-C721-CAF4-328D3CD909F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79822" y="4299396"/>
                  <a:ext cx="82512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B4863A-B828-7753-095B-6C637B9CA250}"/>
                    </a:ext>
                  </a:extLst>
                </p14:cNvPr>
                <p14:cNvContentPartPr/>
                <p14:nvPr/>
              </p14:nvContentPartPr>
              <p14:xfrm>
                <a:off x="5516182" y="5380476"/>
                <a:ext cx="804960" cy="272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B4863A-B828-7753-095B-6C637B9CA25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10062" y="5374356"/>
                  <a:ext cx="8172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8BCA4E-ED8E-BAC5-667B-3984C08AE6D1}"/>
                    </a:ext>
                  </a:extLst>
                </p14:cNvPr>
                <p14:cNvContentPartPr/>
                <p14:nvPr/>
              </p14:nvContentPartPr>
              <p14:xfrm>
                <a:off x="5566222" y="5115876"/>
                <a:ext cx="1165680" cy="17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8BCA4E-ED8E-BAC5-667B-3984C08AE6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60102" y="5109756"/>
                  <a:ext cx="1177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52F9CB2-1434-8F02-AF37-B49D1BB0470A}"/>
                    </a:ext>
                  </a:extLst>
                </p14:cNvPr>
                <p14:cNvContentPartPr/>
                <p14:nvPr/>
              </p14:nvContentPartPr>
              <p14:xfrm>
                <a:off x="5499262" y="5577036"/>
                <a:ext cx="1008720" cy="71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52F9CB2-1434-8F02-AF37-B49D1BB047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93142" y="5570916"/>
                  <a:ext cx="102096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C13B07-DEAA-3AE2-B14C-E389078A3734}"/>
                    </a:ext>
                  </a:extLst>
                </p14:cNvPr>
                <p14:cNvContentPartPr/>
                <p14:nvPr/>
              </p14:nvContentPartPr>
              <p14:xfrm>
                <a:off x="6646942" y="6041436"/>
                <a:ext cx="245520" cy="342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C13B07-DEAA-3AE2-B14C-E389078A37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0822" y="6035316"/>
                  <a:ext cx="2577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E17A2A-D03C-43A1-3374-D7A3F5588489}"/>
                    </a:ext>
                  </a:extLst>
                </p14:cNvPr>
                <p14:cNvContentPartPr/>
                <p14:nvPr/>
              </p14:nvContentPartPr>
              <p14:xfrm>
                <a:off x="6397102" y="5528796"/>
                <a:ext cx="308520" cy="264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E17A2A-D03C-43A1-3374-D7A3F55884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90982" y="5522676"/>
                  <a:ext cx="320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73B643-484A-80F5-E906-7D814CC50A93}"/>
                    </a:ext>
                  </a:extLst>
                </p14:cNvPr>
                <p14:cNvContentPartPr/>
                <p14:nvPr/>
              </p14:nvContentPartPr>
              <p14:xfrm>
                <a:off x="6841702" y="4956756"/>
                <a:ext cx="240120" cy="303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73B643-484A-80F5-E906-7D814CC50A9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35582" y="4950636"/>
                  <a:ext cx="252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DCE2E2-0D15-95B6-6455-A1208D0D16F8}"/>
                    </a:ext>
                  </a:extLst>
                </p14:cNvPr>
                <p14:cNvContentPartPr/>
                <p14:nvPr/>
              </p14:nvContentPartPr>
              <p14:xfrm>
                <a:off x="6318982" y="4136676"/>
                <a:ext cx="272160" cy="273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DCE2E2-0D15-95B6-6455-A1208D0D16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12862" y="4130556"/>
                  <a:ext cx="2844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B43006-436D-17F2-C424-E89A7461C79D}"/>
                    </a:ext>
                  </a:extLst>
                </p14:cNvPr>
                <p14:cNvContentPartPr/>
                <p14:nvPr/>
              </p14:nvContentPartPr>
              <p14:xfrm>
                <a:off x="6953302" y="5525196"/>
                <a:ext cx="306720" cy="31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B43006-436D-17F2-C424-E89A7461C79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47182" y="5519076"/>
                  <a:ext cx="318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F5A4C5-1140-714F-D265-79A77CFD4CDD}"/>
                    </a:ext>
                  </a:extLst>
                </p14:cNvPr>
                <p14:cNvContentPartPr/>
                <p14:nvPr/>
              </p14:nvContentPartPr>
              <p14:xfrm>
                <a:off x="5822902" y="4392996"/>
                <a:ext cx="6480" cy="192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F5A4C5-1140-714F-D265-79A77CFD4C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16782" y="4386876"/>
                  <a:ext cx="18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D40156-5BE3-B827-1CA3-A200940F168E}"/>
                    </a:ext>
                  </a:extLst>
                </p14:cNvPr>
                <p14:cNvContentPartPr/>
                <p14:nvPr/>
              </p14:nvContentPartPr>
              <p14:xfrm>
                <a:off x="6036022" y="4853436"/>
                <a:ext cx="303480" cy="21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D40156-5BE3-B827-1CA3-A200940F16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29902" y="4847316"/>
                  <a:ext cx="315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AA34EB-4492-ED5C-7B04-4F4048B02B81}"/>
                    </a:ext>
                  </a:extLst>
                </p14:cNvPr>
                <p14:cNvContentPartPr/>
                <p14:nvPr/>
              </p14:nvContentPartPr>
              <p14:xfrm>
                <a:off x="6018382" y="5303076"/>
                <a:ext cx="116640" cy="208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AA34EB-4492-ED5C-7B04-4F4048B02B8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12262" y="5296956"/>
                  <a:ext cx="128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EF2821-F3F9-539F-B4FD-E9862BF74751}"/>
                    </a:ext>
                  </a:extLst>
                </p14:cNvPr>
                <p14:cNvContentPartPr/>
                <p14:nvPr/>
              </p14:nvContentPartPr>
              <p14:xfrm>
                <a:off x="5995342" y="5758476"/>
                <a:ext cx="91440" cy="17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EF2821-F3F9-539F-B4FD-E9862BF7475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89222" y="5752356"/>
                  <a:ext cx="103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99CB83-E0FC-3930-BED6-82C281CABA0B}"/>
                    </a:ext>
                  </a:extLst>
                </p14:cNvPr>
                <p14:cNvContentPartPr/>
                <p14:nvPr/>
              </p14:nvContentPartPr>
              <p14:xfrm>
                <a:off x="6105502" y="5778636"/>
                <a:ext cx="360" cy="212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99CB83-E0FC-3930-BED6-82C281CABA0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99382" y="5772516"/>
                  <a:ext cx="12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13FE8C-2D90-AF8C-3797-76C9B2099AAE}"/>
                    </a:ext>
                  </a:extLst>
                </p14:cNvPr>
                <p14:cNvContentPartPr/>
                <p14:nvPr/>
              </p14:nvContentPartPr>
              <p14:xfrm>
                <a:off x="6117382" y="5910396"/>
                <a:ext cx="360" cy="160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13FE8C-2D90-AF8C-3797-76C9B2099A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11262" y="5904276"/>
                  <a:ext cx="126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3676F13-ECAE-4155-A028-D7270C086726}"/>
                  </a:ext>
                </a:extLst>
              </p14:cNvPr>
              <p14:cNvContentPartPr/>
              <p14:nvPr/>
            </p14:nvContentPartPr>
            <p14:xfrm>
              <a:off x="4818862" y="5155116"/>
              <a:ext cx="189360" cy="195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3676F13-ECAE-4155-A028-D7270C08672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812742" y="5148996"/>
                <a:ext cx="2016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2C93D2-9D1C-DF03-27B7-30E1FE062141}"/>
                  </a:ext>
                </a:extLst>
              </p:cNvPr>
              <p:cNvSpPr txBox="1"/>
              <p:nvPr/>
            </p:nvSpPr>
            <p:spPr>
              <a:xfrm>
                <a:off x="7892182" y="4190511"/>
                <a:ext cx="3888627" cy="1749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Probability that walker at v moves to w is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1+2+3+4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2C93D2-9D1C-DF03-27B7-30E1FE06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182" y="4190511"/>
                <a:ext cx="3888627" cy="1749710"/>
              </a:xfrm>
              <a:prstGeom prst="rect">
                <a:avLst/>
              </a:prstGeom>
              <a:blipFill>
                <a:blip r:embed="rId37"/>
                <a:stretch>
                  <a:fillRect l="-1954" t="-2158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13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D3998-F530-A127-E0CE-F01200DB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F9FA1C86-1A50-007F-D911-5A167CFA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9D4692-260C-4746-97FB-18E2002E03C5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3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0FE35EF-B5BD-7361-8D1A-2801BD370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279400"/>
            <a:ext cx="9144000" cy="5095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Definitions</a:t>
            </a:r>
          </a:p>
        </p:txBody>
      </p:sp>
      <p:grpSp>
        <p:nvGrpSpPr>
          <p:cNvPr id="23560" name="Group 7">
            <a:extLst>
              <a:ext uri="{FF2B5EF4-FFF2-40B4-BE49-F238E27FC236}">
                <a16:creationId xmlns:a16="http://schemas.microsoft.com/office/drawing/2014/main" id="{5D6DE267-D5DD-2F79-FFA7-7C7290CE4403}"/>
              </a:ext>
            </a:extLst>
          </p:cNvPr>
          <p:cNvGrpSpPr>
            <a:grpSpLocks/>
          </p:cNvGrpSpPr>
          <p:nvPr/>
        </p:nvGrpSpPr>
        <p:grpSpPr bwMode="auto">
          <a:xfrm>
            <a:off x="12840929" y="698310"/>
            <a:ext cx="2362200" cy="1295400"/>
            <a:chOff x="2832" y="912"/>
            <a:chExt cx="1488" cy="816"/>
          </a:xfrm>
        </p:grpSpPr>
        <p:sp>
          <p:nvSpPr>
            <p:cNvPr id="23585" name="Rectangle 8">
              <a:extLst>
                <a:ext uri="{FF2B5EF4-FFF2-40B4-BE49-F238E27FC236}">
                  <a16:creationId xmlns:a16="http://schemas.microsoft.com/office/drawing/2014/main" id="{39BD2FE5-DD82-1808-A178-BB11C02BA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912"/>
              <a:ext cx="1488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3586" name="Picture 9" descr="P2">
              <a:extLst>
                <a:ext uri="{FF2B5EF4-FFF2-40B4-BE49-F238E27FC236}">
                  <a16:creationId xmlns:a16="http://schemas.microsoft.com/office/drawing/2014/main" id="{AD78513B-FFEA-B01A-BF15-4226B58236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960"/>
              <a:ext cx="124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D4163C-A94D-A509-8F20-E2717E9B1E89}"/>
              </a:ext>
            </a:extLst>
          </p:cNvPr>
          <p:cNvSpPr txBox="1"/>
          <p:nvPr/>
        </p:nvSpPr>
        <p:spPr>
          <a:xfrm>
            <a:off x="8223174" y="1766892"/>
            <a:ext cx="4019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Entry </a:t>
            </a:r>
            <a:r>
              <a:rPr lang="en-US" sz="2200" dirty="0" err="1">
                <a:solidFill>
                  <a:srgbClr val="C00000"/>
                </a:solidFill>
              </a:rPr>
              <a:t>P</a:t>
            </a:r>
            <a:r>
              <a:rPr lang="en-US" sz="2200" baseline="-25000" dirty="0" err="1">
                <a:solidFill>
                  <a:srgbClr val="C00000"/>
                </a:solidFill>
              </a:rPr>
              <a:t>ij</a:t>
            </a:r>
            <a:r>
              <a:rPr lang="en-US" sz="2200" dirty="0">
                <a:solidFill>
                  <a:srgbClr val="C00000"/>
                </a:solidFill>
              </a:rPr>
              <a:t> is probability of going from vertex j -&gt; vertex </a:t>
            </a:r>
            <a:r>
              <a:rPr lang="en-US" sz="2200" dirty="0" err="1">
                <a:solidFill>
                  <a:srgbClr val="C00000"/>
                </a:solidFill>
              </a:rPr>
              <a:t>i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90B084F8-A13B-6F21-5CE4-9B8CB6DF944E}"/>
              </a:ext>
            </a:extLst>
          </p:cNvPr>
          <p:cNvSpPr txBox="1">
            <a:spLocks noChangeArrowheads="1"/>
          </p:cNvSpPr>
          <p:nvPr/>
        </p:nvSpPr>
        <p:spPr>
          <a:xfrm>
            <a:off x="734012" y="3684290"/>
            <a:ext cx="3140075" cy="461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/>
              <a:t>Adjacency matrix A</a:t>
            </a:r>
            <a:endParaRPr lang="en-US" altLang="en-US" sz="2500" b="1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C2A90F5-599E-3D41-0EDB-244E06DFF615}"/>
              </a:ext>
            </a:extLst>
          </p:cNvPr>
          <p:cNvGrpSpPr/>
          <p:nvPr/>
        </p:nvGrpSpPr>
        <p:grpSpPr>
          <a:xfrm>
            <a:off x="1008650" y="4296271"/>
            <a:ext cx="2552700" cy="1808437"/>
            <a:chOff x="2824750" y="4321671"/>
            <a:chExt cx="2552700" cy="1808437"/>
          </a:xfrm>
        </p:grpSpPr>
        <p:grpSp>
          <p:nvGrpSpPr>
            <p:cNvPr id="53" name="Group 14">
              <a:extLst>
                <a:ext uri="{FF2B5EF4-FFF2-40B4-BE49-F238E27FC236}">
                  <a16:creationId xmlns:a16="http://schemas.microsoft.com/office/drawing/2014/main" id="{41CC8ACD-9A42-7914-9E5C-23EA2B15A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71650"/>
              <a:chOff x="1056" y="1632"/>
              <a:chExt cx="1152" cy="1116"/>
            </a:xfrm>
          </p:grpSpPr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037A6F5E-7543-7DFB-07B8-29AF40C5D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8" name="Oval 16">
                <a:extLst>
                  <a:ext uri="{FF2B5EF4-FFF2-40B4-BE49-F238E27FC236}">
                    <a16:creationId xmlns:a16="http://schemas.microsoft.com/office/drawing/2014/main" id="{BC9EC1C2-40E9-C04D-C5E0-195115BA5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59" name="Oval 17">
                <a:extLst>
                  <a:ext uri="{FF2B5EF4-FFF2-40B4-BE49-F238E27FC236}">
                    <a16:creationId xmlns:a16="http://schemas.microsoft.com/office/drawing/2014/main" id="{AA06C145-C4B3-416C-CB4C-CBB7A147C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60" name="Line 18">
                <a:extLst>
                  <a:ext uri="{FF2B5EF4-FFF2-40B4-BE49-F238E27FC236}">
                    <a16:creationId xmlns:a16="http://schemas.microsoft.com/office/drawing/2014/main" id="{718603D6-A644-CB4E-F551-41C006FC9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1" name="Line 19">
                <a:extLst>
                  <a:ext uri="{FF2B5EF4-FFF2-40B4-BE49-F238E27FC236}">
                    <a16:creationId xmlns:a16="http://schemas.microsoft.com/office/drawing/2014/main" id="{A5274A64-390D-CA20-9A0A-37F2F64191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2" name="Line 20">
                <a:extLst>
                  <a:ext uri="{FF2B5EF4-FFF2-40B4-BE49-F238E27FC236}">
                    <a16:creationId xmlns:a16="http://schemas.microsoft.com/office/drawing/2014/main" id="{F882821C-6F9F-EAC3-E830-02FDB79DA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63" name="Text Box 22">
                <a:extLst>
                  <a:ext uri="{FF2B5EF4-FFF2-40B4-BE49-F238E27FC236}">
                    <a16:creationId xmlns:a16="http://schemas.microsoft.com/office/drawing/2014/main" id="{5DBF93B0-7FC7-1555-F213-9A900B8F91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2" name="Text Box 23">
                <a:extLst>
                  <a:ext uri="{FF2B5EF4-FFF2-40B4-BE49-F238E27FC236}">
                    <a16:creationId xmlns:a16="http://schemas.microsoft.com/office/drawing/2014/main" id="{FB44DB58-D37B-1CBF-4377-EA03E8D570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3553" name="Text Box 25">
                <a:extLst>
                  <a:ext uri="{FF2B5EF4-FFF2-40B4-BE49-F238E27FC236}">
                    <a16:creationId xmlns:a16="http://schemas.microsoft.com/office/drawing/2014/main" id="{32465DFB-D107-5923-B2E7-D62166DE2A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20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9ADF93A6-F348-8689-B4BA-16528F0A1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5" name="Line 18">
              <a:extLst>
                <a:ext uri="{FF2B5EF4-FFF2-40B4-BE49-F238E27FC236}">
                  <a16:creationId xmlns:a16="http://schemas.microsoft.com/office/drawing/2014/main" id="{8FC5913E-3226-B322-25C1-0657048A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6" name="Text Box 22">
              <a:extLst>
                <a:ext uri="{FF2B5EF4-FFF2-40B4-BE49-F238E27FC236}">
                  <a16:creationId xmlns:a16="http://schemas.microsoft.com/office/drawing/2014/main" id="{476C6BE0-CDD7-7F6B-9768-435D4063A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050" y="4321671"/>
              <a:ext cx="381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2000" b="1" dirty="0">
                  <a:latin typeface="Comic Sans MS" panose="030F0902030302020204" pitchFamily="66" charset="0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D5346EC-D9F9-1691-E4D2-600148E75A32}"/>
              </a:ext>
            </a:extLst>
          </p:cNvPr>
          <p:cNvGrpSpPr/>
          <p:nvPr/>
        </p:nvGrpSpPr>
        <p:grpSpPr>
          <a:xfrm>
            <a:off x="698499" y="1253909"/>
            <a:ext cx="2950779" cy="2077184"/>
            <a:chOff x="2514599" y="1279309"/>
            <a:chExt cx="2950779" cy="2077184"/>
          </a:xfrm>
        </p:grpSpPr>
        <p:sp>
          <p:nvSpPr>
            <p:cNvPr id="47" name="Rectangle 5">
              <a:extLst>
                <a:ext uri="{FF2B5EF4-FFF2-40B4-BE49-F238E27FC236}">
                  <a16:creationId xmlns:a16="http://schemas.microsoft.com/office/drawing/2014/main" id="{860A7BE9-B591-4C47-64A0-751CAA5FF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599" y="1279309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2BA9EB2-AF40-EAC3-C9B2-B02A6833D451}"/>
                </a:ext>
              </a:extLst>
            </p:cNvPr>
            <p:cNvSpPr txBox="1"/>
            <p:nvPr/>
          </p:nvSpPr>
          <p:spPr>
            <a:xfrm>
              <a:off x="3398582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8FCD6FD-01D9-5E91-FE0B-8F1F014B7C7B}"/>
                </a:ext>
              </a:extLst>
            </p:cNvPr>
            <p:cNvSpPr txBox="1"/>
            <p:nvPr/>
          </p:nvSpPr>
          <p:spPr>
            <a:xfrm>
              <a:off x="2628174" y="13076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92C45F3-B04F-BB5F-FCB9-31C43130C8AA}"/>
                </a:ext>
              </a:extLst>
            </p:cNvPr>
            <p:cNvSpPr txBox="1"/>
            <p:nvPr/>
          </p:nvSpPr>
          <p:spPr>
            <a:xfrm>
              <a:off x="3429000" y="185093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9F8D6E9-8B98-B741-00EA-D154B4907AFD}"/>
                </a:ext>
              </a:extLst>
            </p:cNvPr>
            <p:cNvSpPr txBox="1"/>
            <p:nvPr/>
          </p:nvSpPr>
          <p:spPr>
            <a:xfrm>
              <a:off x="4258484" y="237752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87" name="TextBox 23586">
              <a:extLst>
                <a:ext uri="{FF2B5EF4-FFF2-40B4-BE49-F238E27FC236}">
                  <a16:creationId xmlns:a16="http://schemas.microsoft.com/office/drawing/2014/main" id="{34F953C4-9F31-B4FE-022B-DB9A069E594A}"/>
                </a:ext>
              </a:extLst>
            </p:cNvPr>
            <p:cNvSpPr txBox="1"/>
            <p:nvPr/>
          </p:nvSpPr>
          <p:spPr>
            <a:xfrm>
              <a:off x="4208315" y="133947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88" name="TextBox 23587">
              <a:extLst>
                <a:ext uri="{FF2B5EF4-FFF2-40B4-BE49-F238E27FC236}">
                  <a16:creationId xmlns:a16="http://schemas.microsoft.com/office/drawing/2014/main" id="{01E009DD-92CD-A774-BE75-B036F9FB74D2}"/>
                </a:ext>
              </a:extLst>
            </p:cNvPr>
            <p:cNvSpPr txBox="1"/>
            <p:nvPr/>
          </p:nvSpPr>
          <p:spPr>
            <a:xfrm>
              <a:off x="4820789" y="130515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89" name="TextBox 23588">
              <a:extLst>
                <a:ext uri="{FF2B5EF4-FFF2-40B4-BE49-F238E27FC236}">
                  <a16:creationId xmlns:a16="http://schemas.microsoft.com/office/drawing/2014/main" id="{DFC83933-66A1-F16C-C8CA-CE709C75629F}"/>
                </a:ext>
              </a:extLst>
            </p:cNvPr>
            <p:cNvSpPr txBox="1"/>
            <p:nvPr/>
          </p:nvSpPr>
          <p:spPr>
            <a:xfrm>
              <a:off x="4813759" y="285046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0" name="TextBox 23589">
              <a:extLst>
                <a:ext uri="{FF2B5EF4-FFF2-40B4-BE49-F238E27FC236}">
                  <a16:creationId xmlns:a16="http://schemas.microsoft.com/office/drawing/2014/main" id="{6F37C58D-C9F6-0521-4220-B185E58D8397}"/>
                </a:ext>
              </a:extLst>
            </p:cNvPr>
            <p:cNvSpPr txBox="1"/>
            <p:nvPr/>
          </p:nvSpPr>
          <p:spPr>
            <a:xfrm>
              <a:off x="2658486" y="186156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1" name="TextBox 23590">
              <a:extLst>
                <a:ext uri="{FF2B5EF4-FFF2-40B4-BE49-F238E27FC236}">
                  <a16:creationId xmlns:a16="http://schemas.microsoft.com/office/drawing/2014/main" id="{70A92BDF-3E51-1334-A783-CA05473EA576}"/>
                </a:ext>
              </a:extLst>
            </p:cNvPr>
            <p:cNvSpPr txBox="1"/>
            <p:nvPr/>
          </p:nvSpPr>
          <p:spPr>
            <a:xfrm>
              <a:off x="4813759" y="1861564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592" name="TextBox 23591">
              <a:extLst>
                <a:ext uri="{FF2B5EF4-FFF2-40B4-BE49-F238E27FC236}">
                  <a16:creationId xmlns:a16="http://schemas.microsoft.com/office/drawing/2014/main" id="{45A8506E-6112-D20B-A661-32DC4C5D1066}"/>
                </a:ext>
              </a:extLst>
            </p:cNvPr>
            <p:cNvSpPr txBox="1"/>
            <p:nvPr/>
          </p:nvSpPr>
          <p:spPr>
            <a:xfrm>
              <a:off x="4246856" y="185849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3" name="TextBox 23592">
              <a:extLst>
                <a:ext uri="{FF2B5EF4-FFF2-40B4-BE49-F238E27FC236}">
                  <a16:creationId xmlns:a16="http://schemas.microsoft.com/office/drawing/2014/main" id="{8D94D19D-723A-4984-6885-0F8FA3FB3742}"/>
                </a:ext>
              </a:extLst>
            </p:cNvPr>
            <p:cNvSpPr txBox="1"/>
            <p:nvPr/>
          </p:nvSpPr>
          <p:spPr>
            <a:xfrm>
              <a:off x="2658486" y="236481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4" name="TextBox 23593">
              <a:extLst>
                <a:ext uri="{FF2B5EF4-FFF2-40B4-BE49-F238E27FC236}">
                  <a16:creationId xmlns:a16="http://schemas.microsoft.com/office/drawing/2014/main" id="{79FFACBD-F2A8-D8BA-A98A-06AEE09399E6}"/>
                </a:ext>
              </a:extLst>
            </p:cNvPr>
            <p:cNvSpPr txBox="1"/>
            <p:nvPr/>
          </p:nvSpPr>
          <p:spPr>
            <a:xfrm>
              <a:off x="3424421" y="2373360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595" name="TextBox 23594">
              <a:extLst>
                <a:ext uri="{FF2B5EF4-FFF2-40B4-BE49-F238E27FC236}">
                  <a16:creationId xmlns:a16="http://schemas.microsoft.com/office/drawing/2014/main" id="{A64A138F-337C-745B-4F83-F0F1EFAC7526}"/>
                </a:ext>
              </a:extLst>
            </p:cNvPr>
            <p:cNvSpPr txBox="1"/>
            <p:nvPr/>
          </p:nvSpPr>
          <p:spPr>
            <a:xfrm>
              <a:off x="4780256" y="2372783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6" name="TextBox 23595">
              <a:extLst>
                <a:ext uri="{FF2B5EF4-FFF2-40B4-BE49-F238E27FC236}">
                  <a16:creationId xmlns:a16="http://schemas.microsoft.com/office/drawing/2014/main" id="{76B4C98E-8BA5-99B9-CDB9-A62CD143995C}"/>
                </a:ext>
              </a:extLst>
            </p:cNvPr>
            <p:cNvSpPr txBox="1"/>
            <p:nvPr/>
          </p:nvSpPr>
          <p:spPr>
            <a:xfrm>
              <a:off x="3429000" y="2828391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23597" name="TextBox 23596">
              <a:extLst>
                <a:ext uri="{FF2B5EF4-FFF2-40B4-BE49-F238E27FC236}">
                  <a16:creationId xmlns:a16="http://schemas.microsoft.com/office/drawing/2014/main" id="{FACE080C-DEDD-583A-3AC0-AADBF26D8434}"/>
                </a:ext>
              </a:extLst>
            </p:cNvPr>
            <p:cNvSpPr txBox="1"/>
            <p:nvPr/>
          </p:nvSpPr>
          <p:spPr>
            <a:xfrm>
              <a:off x="4246856" y="284295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598" name="TextBox 23597">
              <a:extLst>
                <a:ext uri="{FF2B5EF4-FFF2-40B4-BE49-F238E27FC236}">
                  <a16:creationId xmlns:a16="http://schemas.microsoft.com/office/drawing/2014/main" id="{49C78DC6-EBCC-FF22-27E9-AABB12124A82}"/>
                </a:ext>
              </a:extLst>
            </p:cNvPr>
            <p:cNvSpPr txBox="1"/>
            <p:nvPr/>
          </p:nvSpPr>
          <p:spPr>
            <a:xfrm>
              <a:off x="2675238" y="280631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599" name="Rectangle 3">
            <a:extLst>
              <a:ext uri="{FF2B5EF4-FFF2-40B4-BE49-F238E27FC236}">
                <a16:creationId xmlns:a16="http://schemas.microsoft.com/office/drawing/2014/main" id="{B188A141-3E3C-89F2-005F-1B0AF195D0A2}"/>
              </a:ext>
            </a:extLst>
          </p:cNvPr>
          <p:cNvSpPr txBox="1">
            <a:spLocks noChangeArrowheads="1"/>
          </p:cNvSpPr>
          <p:nvPr/>
        </p:nvSpPr>
        <p:spPr>
          <a:xfrm>
            <a:off x="4407487" y="3707676"/>
            <a:ext cx="4624079" cy="8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500" b="1" dirty="0"/>
              <a:t>Probability transition matrix P</a:t>
            </a:r>
          </a:p>
        </p:txBody>
      </p:sp>
      <p:grpSp>
        <p:nvGrpSpPr>
          <p:cNvPr id="23617" name="Group 23616">
            <a:extLst>
              <a:ext uri="{FF2B5EF4-FFF2-40B4-BE49-F238E27FC236}">
                <a16:creationId xmlns:a16="http://schemas.microsoft.com/office/drawing/2014/main" id="{E9DDCAAE-CAA7-F5AF-CC73-E88EF79B2CD2}"/>
              </a:ext>
            </a:extLst>
          </p:cNvPr>
          <p:cNvGrpSpPr/>
          <p:nvPr/>
        </p:nvGrpSpPr>
        <p:grpSpPr>
          <a:xfrm>
            <a:off x="5128508" y="1263993"/>
            <a:ext cx="2950779" cy="2077184"/>
            <a:chOff x="6944608" y="1289393"/>
            <a:chExt cx="2950779" cy="2077184"/>
          </a:xfrm>
        </p:grpSpPr>
        <p:sp>
          <p:nvSpPr>
            <p:cNvPr id="23600" name="Rectangle 5">
              <a:extLst>
                <a:ext uri="{FF2B5EF4-FFF2-40B4-BE49-F238E27FC236}">
                  <a16:creationId xmlns:a16="http://schemas.microsoft.com/office/drawing/2014/main" id="{AD05162E-C050-4A7C-B1D1-144552366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4608" y="1289393"/>
              <a:ext cx="2950779" cy="20771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23601" name="TextBox 23600">
              <a:extLst>
                <a:ext uri="{FF2B5EF4-FFF2-40B4-BE49-F238E27FC236}">
                  <a16:creationId xmlns:a16="http://schemas.microsoft.com/office/drawing/2014/main" id="{88AE891A-6221-94FA-7954-52923CC5DD52}"/>
                </a:ext>
              </a:extLst>
            </p:cNvPr>
            <p:cNvSpPr txBox="1"/>
            <p:nvPr/>
          </p:nvSpPr>
          <p:spPr>
            <a:xfrm>
              <a:off x="7828591" y="131768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02" name="TextBox 23601">
              <a:extLst>
                <a:ext uri="{FF2B5EF4-FFF2-40B4-BE49-F238E27FC236}">
                  <a16:creationId xmlns:a16="http://schemas.microsoft.com/office/drawing/2014/main" id="{3FB1E2E6-F0F5-EFA7-C5EF-026DBD9F1DE7}"/>
                </a:ext>
              </a:extLst>
            </p:cNvPr>
            <p:cNvSpPr txBox="1"/>
            <p:nvPr/>
          </p:nvSpPr>
          <p:spPr>
            <a:xfrm>
              <a:off x="7058183" y="131768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3" name="TextBox 23602">
              <a:extLst>
                <a:ext uri="{FF2B5EF4-FFF2-40B4-BE49-F238E27FC236}">
                  <a16:creationId xmlns:a16="http://schemas.microsoft.com/office/drawing/2014/main" id="{F016F257-0EFA-D6E1-70DE-BB6E718E89DD}"/>
                </a:ext>
              </a:extLst>
            </p:cNvPr>
            <p:cNvSpPr txBox="1"/>
            <p:nvPr/>
          </p:nvSpPr>
          <p:spPr>
            <a:xfrm>
              <a:off x="7859009" y="186101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4" name="TextBox 23603">
              <a:extLst>
                <a:ext uri="{FF2B5EF4-FFF2-40B4-BE49-F238E27FC236}">
                  <a16:creationId xmlns:a16="http://schemas.microsoft.com/office/drawing/2014/main" id="{97C74916-1E84-FAEA-23CC-D6B277B4C74B}"/>
                </a:ext>
              </a:extLst>
            </p:cNvPr>
            <p:cNvSpPr txBox="1"/>
            <p:nvPr/>
          </p:nvSpPr>
          <p:spPr>
            <a:xfrm>
              <a:off x="8688493" y="238761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5" name="TextBox 23604">
              <a:extLst>
                <a:ext uri="{FF2B5EF4-FFF2-40B4-BE49-F238E27FC236}">
                  <a16:creationId xmlns:a16="http://schemas.microsoft.com/office/drawing/2014/main" id="{3DD264EC-2E3B-E346-2B55-7421EF276BC0}"/>
                </a:ext>
              </a:extLst>
            </p:cNvPr>
            <p:cNvSpPr txBox="1"/>
            <p:nvPr/>
          </p:nvSpPr>
          <p:spPr>
            <a:xfrm>
              <a:off x="8638324" y="1349555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6" name="TextBox 23605">
              <a:extLst>
                <a:ext uri="{FF2B5EF4-FFF2-40B4-BE49-F238E27FC236}">
                  <a16:creationId xmlns:a16="http://schemas.microsoft.com/office/drawing/2014/main" id="{53B5E6F5-4D06-FBCE-2DC7-A7789113AFA1}"/>
                </a:ext>
              </a:extLst>
            </p:cNvPr>
            <p:cNvSpPr txBox="1"/>
            <p:nvPr/>
          </p:nvSpPr>
          <p:spPr>
            <a:xfrm>
              <a:off x="9250798" y="131523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7" name="TextBox 23606">
              <a:extLst>
                <a:ext uri="{FF2B5EF4-FFF2-40B4-BE49-F238E27FC236}">
                  <a16:creationId xmlns:a16="http://schemas.microsoft.com/office/drawing/2014/main" id="{E8CE50DC-3C0E-3E9C-332B-74EBF3F632AF}"/>
                </a:ext>
              </a:extLst>
            </p:cNvPr>
            <p:cNvSpPr txBox="1"/>
            <p:nvPr/>
          </p:nvSpPr>
          <p:spPr>
            <a:xfrm>
              <a:off x="9243768" y="286054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08" name="TextBox 23607">
              <a:extLst>
                <a:ext uri="{FF2B5EF4-FFF2-40B4-BE49-F238E27FC236}">
                  <a16:creationId xmlns:a16="http://schemas.microsoft.com/office/drawing/2014/main" id="{8D3E680F-9624-2458-C3A3-0499D45249C7}"/>
                </a:ext>
              </a:extLst>
            </p:cNvPr>
            <p:cNvSpPr txBox="1"/>
            <p:nvPr/>
          </p:nvSpPr>
          <p:spPr>
            <a:xfrm>
              <a:off x="7088495" y="1871648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09" name="TextBox 23608">
              <a:extLst>
                <a:ext uri="{FF2B5EF4-FFF2-40B4-BE49-F238E27FC236}">
                  <a16:creationId xmlns:a16="http://schemas.microsoft.com/office/drawing/2014/main" id="{F1F91317-3C54-557B-584B-F4F3A258C6DB}"/>
                </a:ext>
              </a:extLst>
            </p:cNvPr>
            <p:cNvSpPr txBox="1"/>
            <p:nvPr/>
          </p:nvSpPr>
          <p:spPr>
            <a:xfrm>
              <a:off x="9243768" y="1871648"/>
              <a:ext cx="4339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23610" name="TextBox 23609">
              <a:extLst>
                <a:ext uri="{FF2B5EF4-FFF2-40B4-BE49-F238E27FC236}">
                  <a16:creationId xmlns:a16="http://schemas.microsoft.com/office/drawing/2014/main" id="{6FFBF53E-F127-ADD1-88E6-85A0A8AF1923}"/>
                </a:ext>
              </a:extLst>
            </p:cNvPr>
            <p:cNvSpPr txBox="1"/>
            <p:nvPr/>
          </p:nvSpPr>
          <p:spPr>
            <a:xfrm>
              <a:off x="8676865" y="1868583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1" name="TextBox 23610">
              <a:extLst>
                <a:ext uri="{FF2B5EF4-FFF2-40B4-BE49-F238E27FC236}">
                  <a16:creationId xmlns:a16="http://schemas.microsoft.com/office/drawing/2014/main" id="{60204561-BBA2-228A-F6F5-1E641A771206}"/>
                </a:ext>
              </a:extLst>
            </p:cNvPr>
            <p:cNvSpPr txBox="1"/>
            <p:nvPr/>
          </p:nvSpPr>
          <p:spPr>
            <a:xfrm>
              <a:off x="7088495" y="237489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23612" name="TextBox 23611">
              <a:extLst>
                <a:ext uri="{FF2B5EF4-FFF2-40B4-BE49-F238E27FC236}">
                  <a16:creationId xmlns:a16="http://schemas.microsoft.com/office/drawing/2014/main" id="{7F0396F4-9A23-6DCC-6136-7726D70FA2ED}"/>
                </a:ext>
              </a:extLst>
            </p:cNvPr>
            <p:cNvSpPr txBox="1"/>
            <p:nvPr/>
          </p:nvSpPr>
          <p:spPr>
            <a:xfrm>
              <a:off x="7854430" y="238344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23613" name="TextBox 23612">
              <a:extLst>
                <a:ext uri="{FF2B5EF4-FFF2-40B4-BE49-F238E27FC236}">
                  <a16:creationId xmlns:a16="http://schemas.microsoft.com/office/drawing/2014/main" id="{1ED6E605-2AF5-010F-1511-960EB99BF56F}"/>
                </a:ext>
              </a:extLst>
            </p:cNvPr>
            <p:cNvSpPr txBox="1"/>
            <p:nvPr/>
          </p:nvSpPr>
          <p:spPr>
            <a:xfrm>
              <a:off x="9210265" y="238286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4" name="TextBox 23613">
              <a:extLst>
                <a:ext uri="{FF2B5EF4-FFF2-40B4-BE49-F238E27FC236}">
                  <a16:creationId xmlns:a16="http://schemas.microsoft.com/office/drawing/2014/main" id="{517B1C8C-8A00-0EA8-82CA-8F113B52B32B}"/>
                </a:ext>
              </a:extLst>
            </p:cNvPr>
            <p:cNvSpPr txBox="1"/>
            <p:nvPr/>
          </p:nvSpPr>
          <p:spPr>
            <a:xfrm>
              <a:off x="7859009" y="2838475"/>
              <a:ext cx="72515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2/4</a:t>
              </a:r>
            </a:p>
          </p:txBody>
        </p:sp>
        <p:sp>
          <p:nvSpPr>
            <p:cNvPr id="23615" name="TextBox 23614">
              <a:extLst>
                <a:ext uri="{FF2B5EF4-FFF2-40B4-BE49-F238E27FC236}">
                  <a16:creationId xmlns:a16="http://schemas.microsoft.com/office/drawing/2014/main" id="{CF4C0B69-284D-5464-139A-60D172CF970D}"/>
                </a:ext>
              </a:extLst>
            </p:cNvPr>
            <p:cNvSpPr txBox="1"/>
            <p:nvPr/>
          </p:nvSpPr>
          <p:spPr>
            <a:xfrm>
              <a:off x="8676865" y="285303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23616" name="TextBox 23615">
              <a:extLst>
                <a:ext uri="{FF2B5EF4-FFF2-40B4-BE49-F238E27FC236}">
                  <a16:creationId xmlns:a16="http://schemas.microsoft.com/office/drawing/2014/main" id="{339E4254-0A22-A8E4-89F7-74BC9C491E2C}"/>
                </a:ext>
              </a:extLst>
            </p:cNvPr>
            <p:cNvSpPr txBox="1"/>
            <p:nvPr/>
          </p:nvSpPr>
          <p:spPr>
            <a:xfrm>
              <a:off x="7105247" y="281640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23618" name="TextBox 23617">
            <a:extLst>
              <a:ext uri="{FF2B5EF4-FFF2-40B4-BE49-F238E27FC236}">
                <a16:creationId xmlns:a16="http://schemas.microsoft.com/office/drawing/2014/main" id="{EEF084CA-CEA8-AE7C-934E-C77ACF60246A}"/>
              </a:ext>
            </a:extLst>
          </p:cNvPr>
          <p:cNvSpPr txBox="1"/>
          <p:nvPr/>
        </p:nvSpPr>
        <p:spPr>
          <a:xfrm>
            <a:off x="4082536" y="133500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19" name="TextBox 23618">
            <a:extLst>
              <a:ext uri="{FF2B5EF4-FFF2-40B4-BE49-F238E27FC236}">
                <a16:creationId xmlns:a16="http://schemas.microsoft.com/office/drawing/2014/main" id="{365D2716-73F0-CA0D-1BCD-99EAC8E0D1AE}"/>
              </a:ext>
            </a:extLst>
          </p:cNvPr>
          <p:cNvSpPr txBox="1"/>
          <p:nvPr/>
        </p:nvSpPr>
        <p:spPr>
          <a:xfrm>
            <a:off x="4062149" y="187858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0" name="TextBox 23619">
            <a:extLst>
              <a:ext uri="{FF2B5EF4-FFF2-40B4-BE49-F238E27FC236}">
                <a16:creationId xmlns:a16="http://schemas.microsoft.com/office/drawing/2014/main" id="{55E7A686-7198-3F98-1AAF-9327FC1A131D}"/>
              </a:ext>
            </a:extLst>
          </p:cNvPr>
          <p:cNvSpPr txBox="1"/>
          <p:nvPr/>
        </p:nvSpPr>
        <p:spPr>
          <a:xfrm>
            <a:off x="4138178" y="2433659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1" name="TextBox 23620">
            <a:extLst>
              <a:ext uri="{FF2B5EF4-FFF2-40B4-BE49-F238E27FC236}">
                <a16:creationId xmlns:a16="http://schemas.microsoft.com/office/drawing/2014/main" id="{C39E293B-7C37-5B43-DC06-D497F6DF0206}"/>
              </a:ext>
            </a:extLst>
          </p:cNvPr>
          <p:cNvSpPr txBox="1"/>
          <p:nvPr/>
        </p:nvSpPr>
        <p:spPr>
          <a:xfrm>
            <a:off x="4138177" y="289360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  <p:sp>
        <p:nvSpPr>
          <p:cNvPr id="23622" name="TextBox 23621">
            <a:extLst>
              <a:ext uri="{FF2B5EF4-FFF2-40B4-BE49-F238E27FC236}">
                <a16:creationId xmlns:a16="http://schemas.microsoft.com/office/drawing/2014/main" id="{0FC87A4C-006A-1AF9-69CC-8A672BB3AF11}"/>
              </a:ext>
            </a:extLst>
          </p:cNvPr>
          <p:cNvSpPr txBox="1"/>
          <p:nvPr/>
        </p:nvSpPr>
        <p:spPr>
          <a:xfrm rot="5400000">
            <a:off x="4824050" y="663668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1</a:t>
            </a:r>
          </a:p>
        </p:txBody>
      </p:sp>
      <p:sp>
        <p:nvSpPr>
          <p:cNvPr id="23623" name="TextBox 23622">
            <a:extLst>
              <a:ext uri="{FF2B5EF4-FFF2-40B4-BE49-F238E27FC236}">
                <a16:creationId xmlns:a16="http://schemas.microsoft.com/office/drawing/2014/main" id="{E7EED828-29C2-9DAC-1493-2E30AB3AD345}"/>
              </a:ext>
            </a:extLst>
          </p:cNvPr>
          <p:cNvSpPr txBox="1"/>
          <p:nvPr/>
        </p:nvSpPr>
        <p:spPr>
          <a:xfrm rot="5400000">
            <a:off x="5750465" y="58781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2</a:t>
            </a:r>
          </a:p>
        </p:txBody>
      </p:sp>
      <p:sp>
        <p:nvSpPr>
          <p:cNvPr id="23624" name="TextBox 23623">
            <a:extLst>
              <a:ext uri="{FF2B5EF4-FFF2-40B4-BE49-F238E27FC236}">
                <a16:creationId xmlns:a16="http://schemas.microsoft.com/office/drawing/2014/main" id="{8C0D98A6-BB71-9385-3409-194890EE7872}"/>
              </a:ext>
            </a:extLst>
          </p:cNvPr>
          <p:cNvSpPr txBox="1"/>
          <p:nvPr/>
        </p:nvSpPr>
        <p:spPr>
          <a:xfrm rot="5400000">
            <a:off x="6520218" y="599735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3</a:t>
            </a:r>
          </a:p>
        </p:txBody>
      </p:sp>
      <p:sp>
        <p:nvSpPr>
          <p:cNvPr id="23625" name="TextBox 23624">
            <a:extLst>
              <a:ext uri="{FF2B5EF4-FFF2-40B4-BE49-F238E27FC236}">
                <a16:creationId xmlns:a16="http://schemas.microsoft.com/office/drawing/2014/main" id="{6294CE3B-626E-ABA6-7597-C8D811BE5BEC}"/>
              </a:ext>
            </a:extLst>
          </p:cNvPr>
          <p:cNvSpPr txBox="1"/>
          <p:nvPr/>
        </p:nvSpPr>
        <p:spPr>
          <a:xfrm rot="5400000">
            <a:off x="7092159" y="56444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Vertex 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983721-B08A-EEE1-257A-F05F8171BFA6}"/>
              </a:ext>
            </a:extLst>
          </p:cNvPr>
          <p:cNvSpPr/>
          <p:nvPr/>
        </p:nvSpPr>
        <p:spPr>
          <a:xfrm>
            <a:off x="5909108" y="1235782"/>
            <a:ext cx="858951" cy="6563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A24C78-82E0-55B7-9502-8CBC220C771C}"/>
                  </a:ext>
                </a:extLst>
              </p:cNvPr>
              <p:cNvSpPr txBox="1"/>
              <p:nvPr/>
            </p:nvSpPr>
            <p:spPr>
              <a:xfrm>
                <a:off x="4624848" y="4439399"/>
                <a:ext cx="5736763" cy="1015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Related by equation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3000" dirty="0"/>
              </a:p>
              <a:p>
                <a:r>
                  <a:rPr lang="en-US" sz="3000" dirty="0"/>
                  <a:t>where D is diagonal degree matrix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A24C78-82E0-55B7-9502-8CBC220C7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848" y="4439399"/>
                <a:ext cx="5736763" cy="1015663"/>
              </a:xfrm>
              <a:prstGeom prst="rect">
                <a:avLst/>
              </a:prstGeom>
              <a:blipFill>
                <a:blip r:embed="rId3"/>
                <a:stretch>
                  <a:fillRect l="-2203" t="-6024" r="-1322" b="-156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692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A69E-54E9-0D2A-02E9-B5333885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2760-3FCB-9D0E-3A8E-40636849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natural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51DD6-4BC6-28A8-39EF-EBE58E761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US" dirty="0"/>
                  <a:t>How to (efficiently) compute random walks (RWs) for a number t of steps? </a:t>
                </a:r>
                <a:r>
                  <a:rPr lang="en-US" dirty="0">
                    <a:solidFill>
                      <a:srgbClr val="FF0000"/>
                    </a:solidFill>
                  </a:rPr>
                  <a:t>Answer: Linear algebra. </a:t>
                </a:r>
                <a:r>
                  <a:rPr lang="en-US" dirty="0" err="1">
                    <a:solidFill>
                      <a:srgbClr val="FF0000"/>
                    </a:solidFill>
                  </a:rPr>
                  <a:t>x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= P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x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0</a:t>
                </a: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What happens in the long run i.e.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? When does the random walker “converge”? (In some meaningful way…) </a:t>
                </a:r>
                <a:r>
                  <a:rPr lang="en-US" dirty="0">
                    <a:solidFill>
                      <a:srgbClr val="FF0000"/>
                    </a:solidFill>
                  </a:rPr>
                  <a:t>Answer: converges to stationary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if graph is connected / not bipartite</a:t>
                </a:r>
                <a:endParaRPr lang="en-US" dirty="0"/>
              </a:p>
              <a:p>
                <a:pPr lvl="1"/>
                <a:r>
                  <a:rPr lang="en-US" dirty="0"/>
                  <a:t>If so, how long does it take the random walker to converge? </a:t>
                </a:r>
                <a:r>
                  <a:rPr lang="en-US" dirty="0">
                    <a:solidFill>
                      <a:srgbClr val="FF0000"/>
                    </a:solidFill>
                  </a:rPr>
                  <a:t>Answer: depends on second largest eigenvalue of P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Instead of using “shortest path” distance, can we use random walks to derive a “better” distance?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51DD6-4BC6-28A8-39EF-EBE58E761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631311" cy="4857397"/>
              </a:xfrm>
              <a:blipFill>
                <a:blip r:embed="rId2"/>
                <a:stretch>
                  <a:fillRect l="-1074" t="-2865" r="-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13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D08BC-8ED3-730D-A2BB-1ED53B59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58B6828E-3013-3452-AA52-2A91ACD3C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942" y="179485"/>
            <a:ext cx="11265976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Random walks are efficiently modeled with probability transition matrix</a:t>
            </a:r>
            <a:endParaRPr lang="en-US" altLang="en-US" sz="36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3">
                <a:extLst>
                  <a:ext uri="{FF2B5EF4-FFF2-40B4-BE49-F238E27FC236}">
                    <a16:creationId xmlns:a16="http://schemas.microsoft.com/office/drawing/2014/main" id="{170FA280-B5EE-BD7C-B7A1-5C3A8DCAC24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65393" y="1611082"/>
                <a:ext cx="9833675" cy="1828772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400" dirty="0"/>
                  <a:t>Let </a:t>
                </a:r>
                <a:r>
                  <a:rPr lang="en-US" altLang="en-US" sz="2400" dirty="0" err="1"/>
                  <a:t>x</a:t>
                </a:r>
                <a:r>
                  <a:rPr lang="en-US" altLang="en-US" sz="2400" baseline="-25000" dirty="0" err="1"/>
                  <a:t>t</a:t>
                </a:r>
                <a:r>
                  <a:rPr lang="en-US" altLang="en-US" sz="2400" dirty="0"/>
                  <a:t>(v) = probability that the walker is at node v at time </a:t>
                </a:r>
                <a:r>
                  <a:rPr lang="en-US" altLang="en-US" sz="2400" i="1" dirty="0"/>
                  <a:t>t</a:t>
                </a:r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𝑤𝑎𝑙𝑘𝑒𝑟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−1) ∗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28676" name="Rectangle 3">
                <a:extLst>
                  <a:ext uri="{FF2B5EF4-FFF2-40B4-BE49-F238E27FC236}">
                    <a16:creationId xmlns:a16="http://schemas.microsoft.com/office/drawing/2014/main" id="{170FA280-B5EE-BD7C-B7A1-5C3A8DCAC2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5393" y="1611082"/>
                <a:ext cx="9833675" cy="1828772"/>
              </a:xfrm>
              <a:blipFill>
                <a:blip r:embed="rId2"/>
                <a:stretch>
                  <a:fillRect l="-1032" t="-48966" b="-7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248350F-DF59-0150-E5C1-5182996913D7}"/>
              </a:ext>
            </a:extLst>
          </p:cNvPr>
          <p:cNvSpPr txBox="1"/>
          <p:nvPr/>
        </p:nvSpPr>
        <p:spPr>
          <a:xfrm>
            <a:off x="2515494" y="6908195"/>
            <a:ext cx="6700873" cy="1449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</a:t>
            </a:r>
            <a:r>
              <a:rPr lang="en-US" altLang="en-US" dirty="0"/>
              <a:t>(</a:t>
            </a:r>
            <a:r>
              <a:rPr lang="en-US" altLang="en-US" dirty="0" err="1"/>
              <a:t>i</a:t>
            </a:r>
            <a:r>
              <a:rPr lang="en-US" altLang="en-US" dirty="0"/>
              <a:t>) = ∑</a:t>
            </a:r>
            <a:r>
              <a:rPr lang="en-US" altLang="en-US" baseline="-25000" dirty="0"/>
              <a:t>j</a:t>
            </a:r>
            <a:r>
              <a:rPr lang="en-US" altLang="en-US" dirty="0"/>
              <a:t>(Probability of being at node j)*</a:t>
            </a:r>
            <a:r>
              <a:rPr lang="en-US" altLang="en-US" dirty="0" err="1"/>
              <a:t>Pr</a:t>
            </a:r>
            <a:r>
              <a:rPr lang="en-US" altLang="en-US" dirty="0"/>
              <a:t>(j-&gt;</a:t>
            </a:r>
            <a:r>
              <a:rPr lang="en-US" altLang="en-US" dirty="0" err="1"/>
              <a:t>i</a:t>
            </a:r>
            <a:r>
              <a:rPr lang="en-US" altLang="en-US" dirty="0"/>
              <a:t>) 	    =∑</a:t>
            </a:r>
            <a:r>
              <a:rPr lang="en-US" altLang="en-US" baseline="-25000" dirty="0" err="1"/>
              <a:t>j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dirty="0"/>
              <a:t>(j)*P(</a:t>
            </a:r>
            <a:r>
              <a:rPr lang="en-US" altLang="en-US" dirty="0" err="1"/>
              <a:t>i,j</a:t>
            </a:r>
            <a:r>
              <a:rPr lang="en-US" altLang="en-US" dirty="0"/>
              <a:t>) = P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endParaRPr lang="en-US" altLang="en-US" baseline="-25000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t+1 </a:t>
            </a:r>
            <a:r>
              <a:rPr lang="en-US" altLang="en-US" dirty="0"/>
              <a:t>= P*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baseline="30000" dirty="0"/>
              <a:t> </a:t>
            </a:r>
            <a:r>
              <a:rPr lang="en-US" altLang="en-US" dirty="0"/>
              <a:t>= P*P*x</a:t>
            </a:r>
            <a:r>
              <a:rPr lang="en-US" altLang="en-US" baseline="-25000" dirty="0"/>
              <a:t>t-1</a:t>
            </a:r>
            <a:r>
              <a:rPr lang="en-US" altLang="en-US" dirty="0"/>
              <a:t>= P*P*P*x</a:t>
            </a:r>
            <a:r>
              <a:rPr lang="en-US" altLang="en-US" baseline="-25000" dirty="0"/>
              <a:t>t-2</a:t>
            </a:r>
            <a:r>
              <a:rPr lang="en-US" altLang="en-US" dirty="0"/>
              <a:t>= …=P</a:t>
            </a:r>
            <a:r>
              <a:rPr lang="en-US" altLang="en-US" baseline="30000" dirty="0"/>
              <a:t>t</a:t>
            </a:r>
            <a:r>
              <a:rPr lang="en-US" altLang="en-US" dirty="0"/>
              <a:t> x</a:t>
            </a:r>
            <a:r>
              <a:rPr lang="en-US" altLang="en-US" baseline="-25000" dirty="0"/>
              <a:t>0 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pPr>
              <a:lnSpc>
                <a:spcPct val="90000"/>
              </a:lnSpc>
            </a:pPr>
            <a:endParaRPr lang="en-US" altLang="en-US" baseline="300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66C5F-BEE3-38DE-A20E-C8A3374FA3A0}"/>
                  </a:ext>
                </a:extLst>
              </p:cNvPr>
              <p:cNvSpPr txBox="1"/>
              <p:nvPr/>
            </p:nvSpPr>
            <p:spPr>
              <a:xfrm>
                <a:off x="2211844" y="3056495"/>
                <a:ext cx="4345613" cy="1130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𝑣𝑢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66C5F-BEE3-38DE-A20E-C8A3374FA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844" y="3056495"/>
                <a:ext cx="4345613" cy="1130822"/>
              </a:xfrm>
              <a:prstGeom prst="rect">
                <a:avLst/>
              </a:prstGeom>
              <a:blipFill>
                <a:blip r:embed="rId3"/>
                <a:stretch>
                  <a:fillRect l="-16035" t="-102222" b="-15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0D894C89-CC5E-873A-F3C7-86E9AFC9A761}"/>
              </a:ext>
            </a:extLst>
          </p:cNvPr>
          <p:cNvSpPr/>
          <p:nvPr/>
        </p:nvSpPr>
        <p:spPr>
          <a:xfrm>
            <a:off x="6664577" y="3355476"/>
            <a:ext cx="688871" cy="383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2D0718-14B7-1176-7A6B-CD1274E421CE}"/>
                  </a:ext>
                </a:extLst>
              </p:cNvPr>
              <p:cNvSpPr txBox="1"/>
              <p:nvPr/>
            </p:nvSpPr>
            <p:spPr>
              <a:xfrm>
                <a:off x="7661992" y="3319311"/>
                <a:ext cx="1696298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2D0718-14B7-1176-7A6B-CD1274E42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992" y="3319311"/>
                <a:ext cx="169629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BAB102F7-A27E-E0D7-B250-EDE084D6654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661992" y="4031874"/>
                <a:ext cx="1724647" cy="474501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en-US" sz="2400" dirty="0"/>
              </a:p>
            </p:txBody>
          </p:sp>
        </mc:Choice>
        <mc:Fallback xmlns="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BAB102F7-A27E-E0D7-B250-EDE084D66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992" y="4031874"/>
                <a:ext cx="1724647" cy="4745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444923D-CC93-C372-3B83-DBAF8E2BBAB4}"/>
              </a:ext>
            </a:extLst>
          </p:cNvPr>
          <p:cNvSpPr txBox="1"/>
          <p:nvPr/>
        </p:nvSpPr>
        <p:spPr>
          <a:xfrm>
            <a:off x="9225653" y="2596294"/>
            <a:ext cx="254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is initial distribution of where walker starts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83CD136E-D3B8-80C0-8E63-A529F5B8DE84}"/>
              </a:ext>
            </a:extLst>
          </p:cNvPr>
          <p:cNvSpPr/>
          <p:nvPr/>
        </p:nvSpPr>
        <p:spPr>
          <a:xfrm>
            <a:off x="6664577" y="3992265"/>
            <a:ext cx="688871" cy="3838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0D3594-6E55-7D25-11BC-F63F08405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292" y="4930336"/>
            <a:ext cx="2651767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50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B45ABD-599C-5EB8-1820-CA0B3BD6E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621" y="4930336"/>
            <a:ext cx="324339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7FEE0-33BF-D850-B44B-33E1F7CEDC6D}"/>
              </a:ext>
            </a:extLst>
          </p:cNvPr>
          <p:cNvSpPr txBox="1"/>
          <p:nvPr/>
        </p:nvSpPr>
        <p:spPr>
          <a:xfrm>
            <a:off x="3994532" y="560316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22756-6A95-F8E4-F0C9-A81DD06B42F0}"/>
              </a:ext>
            </a:extLst>
          </p:cNvPr>
          <p:cNvSpPr txBox="1"/>
          <p:nvPr/>
        </p:nvSpPr>
        <p:spPr>
          <a:xfrm>
            <a:off x="535802" y="536406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=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95FBF1-8B59-77C3-1FD1-B8162FB83902}"/>
              </a:ext>
            </a:extLst>
          </p:cNvPr>
          <p:cNvGrpSpPr/>
          <p:nvPr/>
        </p:nvGrpSpPr>
        <p:grpSpPr>
          <a:xfrm>
            <a:off x="101465" y="4911096"/>
            <a:ext cx="394138" cy="1796360"/>
            <a:chOff x="3622104" y="4980241"/>
            <a:chExt cx="394138" cy="179636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494E3592-4FAE-CF56-47B3-2309E9068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903" y="4980241"/>
              <a:ext cx="324339" cy="1796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5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11C3C2-F853-D2E7-4B6F-D3828D57E434}"/>
                </a:ext>
              </a:extLst>
            </p:cNvPr>
            <p:cNvSpPr txBox="1"/>
            <p:nvPr/>
          </p:nvSpPr>
          <p:spPr>
            <a:xfrm>
              <a:off x="3622104" y="5620251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</a:t>
              </a:r>
              <a:r>
                <a:rPr lang="en-US" baseline="-25000" dirty="0" err="1"/>
                <a:t>t</a:t>
              </a:r>
              <a:endParaRPr lang="en-US" baseline="-250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4288812-60AB-E58A-AC83-7204D04CDB9A}"/>
              </a:ext>
            </a:extLst>
          </p:cNvPr>
          <p:cNvSpPr txBox="1"/>
          <p:nvPr/>
        </p:nvSpPr>
        <p:spPr>
          <a:xfrm>
            <a:off x="1114838" y="5464044"/>
            <a:ext cx="212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transition matrix 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D80C0-7B3F-C6A1-8605-9CFABF26A904}"/>
              </a:ext>
            </a:extLst>
          </p:cNvPr>
          <p:cNvSpPr txBox="1"/>
          <p:nvPr/>
        </p:nvSpPr>
        <p:spPr>
          <a:xfrm>
            <a:off x="3631765" y="4624644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D140A8-188C-AE27-BE39-47F5D8784856}"/>
              </a:ext>
            </a:extLst>
          </p:cNvPr>
          <p:cNvSpPr txBox="1"/>
          <p:nvPr/>
        </p:nvSpPr>
        <p:spPr>
          <a:xfrm>
            <a:off x="5257800" y="5207000"/>
            <a:ext cx="6241117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Key idea: Probability transition matrix P</a:t>
            </a:r>
            <a:r>
              <a:rPr lang="en-US" sz="2000" baseline="30000" dirty="0"/>
              <a:t>t</a:t>
            </a:r>
            <a:r>
              <a:rPr lang="en-US" sz="2000" dirty="0"/>
              <a:t> models </a:t>
            </a:r>
            <a:r>
              <a:rPr lang="en-US" sz="2000" b="1" dirty="0"/>
              <a:t>all possible paths </a:t>
            </a:r>
            <a:r>
              <a:rPr lang="en-US" sz="2000" dirty="0"/>
              <a:t>of length 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 just shortest path</a:t>
            </a:r>
          </a:p>
        </p:txBody>
      </p:sp>
    </p:spTree>
    <p:extLst>
      <p:ext uri="{BB962C8B-B14F-4D97-AF65-F5344CB8AC3E}">
        <p14:creationId xmlns:p14="http://schemas.microsoft.com/office/powerpoint/2010/main" val="201141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5E3CD930-BC65-AC06-14E2-23CBF9E6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76737BE-BB68-974D-82D4-133C1C5715F0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828209B-96D9-8A88-3689-B8081C82F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What is a stationary distribution? </a:t>
            </a:r>
            <a:br>
              <a:rPr lang="en-US" altLang="en-US" sz="3600"/>
            </a:br>
            <a:r>
              <a:rPr lang="en-US" altLang="en-US" sz="3600"/>
              <a:t>Intuitively and </a:t>
            </a:r>
            <a:r>
              <a:rPr lang="en-US" altLang="en-US" sz="3600">
                <a:solidFill>
                  <a:srgbClr val="FF0000"/>
                </a:solidFill>
              </a:rPr>
              <a:t>Mathematically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8D1DAA02-1859-77CC-3296-AE76E589E12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en-US" sz="2400" dirty="0"/>
                  <a:t>Stationary distribution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/>
                  <a:t> is a probability vector (entries sum up to 1) </a:t>
                </a:r>
              </a:p>
              <a:p>
                <a:r>
                  <a:rPr lang="en-US" altLang="en-US" sz="2400" dirty="0"/>
                  <a:t>Limiting distribution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en-US" sz="2400" dirty="0"/>
                  <a:t> of random walk</a:t>
                </a:r>
              </a:p>
              <a:p>
                <a:endParaRPr lang="en-US" altLang="en-US" sz="24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400" dirty="0"/>
                  <a:t>Remember that we can write the probability distribution at a node as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dirty="0"/>
                  <a:t>x</a:t>
                </a:r>
                <a:r>
                  <a:rPr lang="en-US" altLang="en-US" baseline="-25000" dirty="0"/>
                  <a:t>t+1 </a:t>
                </a:r>
                <a:r>
                  <a:rPr lang="en-US" altLang="en-US" dirty="0"/>
                  <a:t>= </a:t>
                </a:r>
                <a:r>
                  <a:rPr lang="en-US" altLang="en-US" dirty="0" err="1"/>
                  <a:t>Px</a:t>
                </a:r>
                <a:r>
                  <a:rPr lang="en-US" altLang="en-US" baseline="-25000" dirty="0" err="1"/>
                  <a:t>t</a:t>
                </a:r>
                <a:endParaRPr lang="en-US" altLang="en-US" dirty="0"/>
              </a:p>
              <a:p>
                <a:pPr lvl="1" eaLnBrk="1" hangingPunct="1">
                  <a:lnSpc>
                    <a:spcPct val="90000"/>
                  </a:lnSpc>
                </a:pPr>
                <a:endParaRPr lang="en-US" altLang="en-US" sz="800" dirty="0"/>
              </a:p>
              <a:p>
                <a:pPr marL="0" indent="0">
                  <a:buNone/>
                </a:pPr>
                <a:endParaRPr lang="en-US" altLang="en-US" sz="2400" dirty="0"/>
              </a:p>
              <a:p>
                <a:pPr marL="0" indent="0">
                  <a:buNone/>
                </a:pPr>
                <a:r>
                  <a:rPr lang="en-US" altLang="en-US" sz="2400" dirty="0"/>
                  <a:t>For the stationary distribution </a:t>
                </a:r>
                <a14:m>
                  <m:oMath xmlns:m="http://schemas.openxmlformats.org/officeDocument/2006/math"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en-US" sz="2400" dirty="0"/>
                  <a:t> we have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3000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en-US" sz="24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400" dirty="0">
                  <a:solidFill>
                    <a:srgbClr val="FF0000"/>
                  </a:solidFill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400" dirty="0">
                    <a:solidFill>
                      <a:srgbClr val="FF0000"/>
                    </a:solidFill>
                  </a:rPr>
                  <a:t>An eigenvector of the transition matrix P with eigenvalue 1!</a:t>
                </a:r>
              </a:p>
            </p:txBody>
          </p:sp>
        </mc:Choice>
        <mc:Fallback xmlns=""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8D1DAA02-1859-77CC-3296-AE76E589E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65" t="-261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18F3A046-7DCF-B2D2-5F1A-58C8D845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1327" y="6313862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406C64-B6CF-5A47-8F68-29DEEEAFB8D9}" type="slidenum">
              <a:rPr lang="en-US" altLang="en-US" sz="1200">
                <a:latin typeface="Garamond" panose="02020404030301010803" pitchFamily="18" charset="0"/>
              </a:rPr>
              <a:pPr eaLnBrk="1" hangingPunct="1"/>
              <a:t>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C163AF2-A708-CF9B-1C72-54A14953C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Existence of stationary distribution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594783E-4C63-23E7-659D-86D8BC4C5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2005346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500" dirty="0"/>
              <a:t>Does a stationary distribution always exist? Is it unique?</a:t>
            </a:r>
          </a:p>
          <a:p>
            <a:pPr lvl="1" eaLnBrk="1" hangingPunct="1"/>
            <a:r>
              <a:rPr lang="en-US" altLang="en-US" sz="2500" dirty="0"/>
              <a:t>Yes, if the graph is…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A5547-7848-A25A-34C6-C44766B3B9AB}"/>
              </a:ext>
            </a:extLst>
          </p:cNvPr>
          <p:cNvSpPr txBox="1"/>
          <p:nvPr/>
        </p:nvSpPr>
        <p:spPr>
          <a:xfrm>
            <a:off x="4053427" y="539812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❌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8BA69E-3D40-E0A6-50BC-914C0B49CB6E}"/>
              </a:ext>
            </a:extLst>
          </p:cNvPr>
          <p:cNvGrpSpPr/>
          <p:nvPr/>
        </p:nvGrpSpPr>
        <p:grpSpPr>
          <a:xfrm>
            <a:off x="1222966" y="3864546"/>
            <a:ext cx="1798954" cy="1439689"/>
            <a:chOff x="2824750" y="4358458"/>
            <a:chExt cx="2552700" cy="1752600"/>
          </a:xfrm>
        </p:grpSpPr>
        <p:grpSp>
          <p:nvGrpSpPr>
            <p:cNvPr id="6" name="Group 14">
              <a:extLst>
                <a:ext uri="{FF2B5EF4-FFF2-40B4-BE49-F238E27FC236}">
                  <a16:creationId xmlns:a16="http://schemas.microsoft.com/office/drawing/2014/main" id="{7D7C2FB5-7EAB-9BB1-6677-5A6E3B945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10" name="Oval 15">
                <a:extLst>
                  <a:ext uri="{FF2B5EF4-FFF2-40B4-BE49-F238E27FC236}">
                    <a16:creationId xmlns:a16="http://schemas.microsoft.com/office/drawing/2014/main" id="{3FC79B46-F205-A6BF-6C81-C13BF3CA4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1" name="Oval 16">
                <a:extLst>
                  <a:ext uri="{FF2B5EF4-FFF2-40B4-BE49-F238E27FC236}">
                    <a16:creationId xmlns:a16="http://schemas.microsoft.com/office/drawing/2014/main" id="{FCD1B35A-9EFE-33AE-2A4A-2C9C31306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2" name="Oval 17">
                <a:extLst>
                  <a:ext uri="{FF2B5EF4-FFF2-40B4-BE49-F238E27FC236}">
                    <a16:creationId xmlns:a16="http://schemas.microsoft.com/office/drawing/2014/main" id="{8FF5FBF4-F925-88DA-DCAB-3599E53C0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3" name="Line 18">
                <a:extLst>
                  <a:ext uri="{FF2B5EF4-FFF2-40B4-BE49-F238E27FC236}">
                    <a16:creationId xmlns:a16="http://schemas.microsoft.com/office/drawing/2014/main" id="{365D0C3D-5F73-5343-0AC1-9216F09CC6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4" name="Line 19">
                <a:extLst>
                  <a:ext uri="{FF2B5EF4-FFF2-40B4-BE49-F238E27FC236}">
                    <a16:creationId xmlns:a16="http://schemas.microsoft.com/office/drawing/2014/main" id="{5BD03966-8534-073E-BB0D-7F2151F3C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5" name="Line 20">
                <a:extLst>
                  <a:ext uri="{FF2B5EF4-FFF2-40B4-BE49-F238E27FC236}">
                    <a16:creationId xmlns:a16="http://schemas.microsoft.com/office/drawing/2014/main" id="{8C8C02C1-7643-C9A0-154D-3C180D96D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BF28B5F0-4605-EAAE-8A7F-AF2BFCBBA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8" name="Line 18">
              <a:extLst>
                <a:ext uri="{FF2B5EF4-FFF2-40B4-BE49-F238E27FC236}">
                  <a16:creationId xmlns:a16="http://schemas.microsoft.com/office/drawing/2014/main" id="{DBC3CE4E-1E79-F493-B41F-150F202EA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71A5618-7A0B-9E07-4FF1-F989A100662D}"/>
              </a:ext>
            </a:extLst>
          </p:cNvPr>
          <p:cNvSpPr txBox="1"/>
          <p:nvPr/>
        </p:nvSpPr>
        <p:spPr>
          <a:xfrm>
            <a:off x="1468500" y="5304234"/>
            <a:ext cx="5870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✅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76CC45-FD8F-5993-9AC1-E2B2F77D6FF7}"/>
              </a:ext>
            </a:extLst>
          </p:cNvPr>
          <p:cNvGrpSpPr/>
          <p:nvPr/>
        </p:nvGrpSpPr>
        <p:grpSpPr>
          <a:xfrm>
            <a:off x="3489338" y="3708058"/>
            <a:ext cx="1798954" cy="1439689"/>
            <a:chOff x="2824750" y="4358458"/>
            <a:chExt cx="2552700" cy="1752600"/>
          </a:xfrm>
        </p:grpSpPr>
        <p:grpSp>
          <p:nvGrpSpPr>
            <p:cNvPr id="22" name="Group 14">
              <a:extLst>
                <a:ext uri="{FF2B5EF4-FFF2-40B4-BE49-F238E27FC236}">
                  <a16:creationId xmlns:a16="http://schemas.microsoft.com/office/drawing/2014/main" id="{26AFFC8A-9DA7-1A58-0709-F99CC3A602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4750" y="4358458"/>
              <a:ext cx="1828800" cy="1752600"/>
              <a:chOff x="1056" y="1632"/>
              <a:chExt cx="1152" cy="1104"/>
            </a:xfrm>
          </p:grpSpPr>
          <p:sp>
            <p:nvSpPr>
              <p:cNvPr id="25" name="Oval 15">
                <a:extLst>
                  <a:ext uri="{FF2B5EF4-FFF2-40B4-BE49-F238E27FC236}">
                    <a16:creationId xmlns:a16="http://schemas.microsoft.com/office/drawing/2014/main" id="{6E0913A6-9D7D-4E7C-5E4A-1DA88AC30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6" name="Oval 16">
                <a:extLst>
                  <a:ext uri="{FF2B5EF4-FFF2-40B4-BE49-F238E27FC236}">
                    <a16:creationId xmlns:a16="http://schemas.microsoft.com/office/drawing/2014/main" id="{A8E9161E-8BBC-94D7-BD7C-7954C476A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7" name="Oval 17">
                <a:extLst>
                  <a:ext uri="{FF2B5EF4-FFF2-40B4-BE49-F238E27FC236}">
                    <a16:creationId xmlns:a16="http://schemas.microsoft.com/office/drawing/2014/main" id="{B9D97AB7-33B8-BE0A-A659-A8A580972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20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30" name="Line 20">
                <a:extLst>
                  <a:ext uri="{FF2B5EF4-FFF2-40B4-BE49-F238E27FC236}">
                    <a16:creationId xmlns:a16="http://schemas.microsoft.com/office/drawing/2014/main" id="{410D13AD-F9DF-50B8-6A1F-2C8DF6C78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03F229DF-8FF2-34F2-6AD0-9399F6A0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450" y="480252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9DFA344F-D43D-FB38-EF1F-61A8BC619A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656" y="4590752"/>
              <a:ext cx="787694" cy="301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CBEA07D-2F68-A2E2-112F-FF359AD0D20E}"/>
              </a:ext>
            </a:extLst>
          </p:cNvPr>
          <p:cNvSpPr txBox="1"/>
          <p:nvPr/>
        </p:nvSpPr>
        <p:spPr>
          <a:xfrm>
            <a:off x="1339757" y="2877341"/>
            <a:ext cx="456766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Connected </a:t>
            </a:r>
            <a:r>
              <a:rPr lang="en-US" sz="2500" dirty="0"/>
              <a:t>(i.e. P is irreducible)</a:t>
            </a:r>
            <a:endParaRPr lang="en-US" sz="25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2628C5-007D-A9D9-E75E-D102B996223A}"/>
              </a:ext>
            </a:extLst>
          </p:cNvPr>
          <p:cNvSpPr txBox="1"/>
          <p:nvPr/>
        </p:nvSpPr>
        <p:spPr>
          <a:xfrm>
            <a:off x="6822263" y="3046443"/>
            <a:ext cx="48506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Not bipartite</a:t>
            </a:r>
            <a:r>
              <a:rPr lang="en-US" sz="2500" dirty="0"/>
              <a:t> (i.e. </a:t>
            </a:r>
            <a:r>
              <a:rPr lang="en-US" sz="2500" u="sng" dirty="0"/>
              <a:t>period</a:t>
            </a:r>
            <a:r>
              <a:rPr lang="en-US" sz="2500" dirty="0"/>
              <a:t> of each node is 1)</a:t>
            </a:r>
            <a:endParaRPr lang="en-US" sz="25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5CFD95-80FF-128C-BFB5-D3B9CD1D80BB}"/>
              </a:ext>
            </a:extLst>
          </p:cNvPr>
          <p:cNvSpPr txBox="1"/>
          <p:nvPr/>
        </p:nvSpPr>
        <p:spPr>
          <a:xfrm>
            <a:off x="6662913" y="3991680"/>
            <a:ext cx="5311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Cannot divide up vertices into two groups with edges only between groups (no edges within groups)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29AD8E0-B9FF-6C4D-BC82-BEEBDFDB2869}"/>
              </a:ext>
            </a:extLst>
          </p:cNvPr>
          <p:cNvGrpSpPr/>
          <p:nvPr/>
        </p:nvGrpSpPr>
        <p:grpSpPr>
          <a:xfrm rot="20071362">
            <a:off x="8263459" y="4414017"/>
            <a:ext cx="2109967" cy="1790483"/>
            <a:chOff x="8502856" y="4660626"/>
            <a:chExt cx="2109967" cy="179048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2EB0B49-9906-9AF7-FBF9-09B6EFBA2246}"/>
                </a:ext>
              </a:extLst>
            </p:cNvPr>
            <p:cNvGrpSpPr/>
            <p:nvPr/>
          </p:nvGrpSpPr>
          <p:grpSpPr>
            <a:xfrm>
              <a:off x="8502856" y="4660626"/>
              <a:ext cx="2109967" cy="1790483"/>
              <a:chOff x="2383425" y="3931421"/>
              <a:chExt cx="2994025" cy="2179638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0D71DE2C-D445-F3B3-C678-4D26C0BF29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83425" y="3931421"/>
                <a:ext cx="2270125" cy="2179638"/>
                <a:chOff x="778" y="1363"/>
                <a:chExt cx="1430" cy="1373"/>
              </a:xfrm>
            </p:grpSpPr>
            <p:sp>
              <p:nvSpPr>
                <p:cNvPr id="38" name="Oval 15">
                  <a:extLst>
                    <a:ext uri="{FF2B5EF4-FFF2-40B4-BE49-F238E27FC236}">
                      <a16:creationId xmlns:a16="http://schemas.microsoft.com/office/drawing/2014/main" id="{E12CDC3E-962E-4670-B645-B6A5132197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8" y="1945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9" name="Oval 16">
                  <a:extLst>
                    <a:ext uri="{FF2B5EF4-FFF2-40B4-BE49-F238E27FC236}">
                      <a16:creationId xmlns:a16="http://schemas.microsoft.com/office/drawing/2014/main" id="{F705DEA2-74FD-0E55-08DA-A2FB1AFED0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2" y="1363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" name="Oval 17">
                  <a:extLst>
                    <a:ext uri="{FF2B5EF4-FFF2-40B4-BE49-F238E27FC236}">
                      <a16:creationId xmlns:a16="http://schemas.microsoft.com/office/drawing/2014/main" id="{891D19ED-0DF6-95F1-E671-FBBE2D759E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249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1" name="Line 20">
                  <a:extLst>
                    <a:ext uri="{FF2B5EF4-FFF2-40B4-BE49-F238E27FC236}">
                      <a16:creationId xmlns:a16="http://schemas.microsoft.com/office/drawing/2014/main" id="{33F1D564-9DCC-D88E-5363-F47FC210C0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50" y="2164"/>
                  <a:ext cx="67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000"/>
                </a:p>
              </p:txBody>
            </p:sp>
          </p:grpSp>
          <p:sp>
            <p:nvSpPr>
              <p:cNvPr id="36" name="Oval 16">
                <a:extLst>
                  <a:ext uri="{FF2B5EF4-FFF2-40B4-BE49-F238E27FC236}">
                    <a16:creationId xmlns:a16="http://schemas.microsoft.com/office/drawing/2014/main" id="{0A9FC2C1-4F79-2B56-AC3D-AC2CDB7A6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6450" y="480252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Line 18">
                <a:extLst>
                  <a:ext uri="{FF2B5EF4-FFF2-40B4-BE49-F238E27FC236}">
                    <a16:creationId xmlns:a16="http://schemas.microsoft.com/office/drawing/2014/main" id="{8FC9D76A-D41C-06A7-9BAB-0164B9396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2952" y="4220009"/>
                <a:ext cx="1559337" cy="617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42" name="Line 18">
              <a:extLst>
                <a:ext uri="{FF2B5EF4-FFF2-40B4-BE49-F238E27FC236}">
                  <a16:creationId xmlns:a16="http://schemas.microsoft.com/office/drawing/2014/main" id="{8DEB0983-A034-EE12-AFA4-E744D4908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20379" y="5461998"/>
              <a:ext cx="1360652" cy="1301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E355A31-7766-7F06-9D65-60D783D86D2B}"/>
              </a:ext>
            </a:extLst>
          </p:cNvPr>
          <p:cNvSpPr txBox="1"/>
          <p:nvPr/>
        </p:nvSpPr>
        <p:spPr>
          <a:xfrm>
            <a:off x="9067270" y="631386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CF0594-F964-BA40-0C18-0116C2EE55CA}"/>
              </a:ext>
            </a:extLst>
          </p:cNvPr>
          <p:cNvSpPr txBox="1"/>
          <p:nvPr/>
        </p:nvSpPr>
        <p:spPr>
          <a:xfrm>
            <a:off x="6214627" y="6216266"/>
            <a:ext cx="2589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Issue: keep hopping between groups…</a:t>
            </a:r>
          </a:p>
        </p:txBody>
      </p:sp>
      <p:sp>
        <p:nvSpPr>
          <p:cNvPr id="48" name="Oval 17">
            <a:extLst>
              <a:ext uri="{FF2B5EF4-FFF2-40B4-BE49-F238E27FC236}">
                <a16:creationId xmlns:a16="http://schemas.microsoft.com/office/drawing/2014/main" id="{3F79AE52-1591-0256-6337-7792495B1A7A}"/>
              </a:ext>
            </a:extLst>
          </p:cNvPr>
          <p:cNvSpPr>
            <a:spLocks noChangeArrowheads="1"/>
          </p:cNvSpPr>
          <p:nvPr/>
        </p:nvSpPr>
        <p:spPr bwMode="auto">
          <a:xfrm rot="20071362">
            <a:off x="9872624" y="6082230"/>
            <a:ext cx="268501" cy="31297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49" name="Oval 17">
            <a:extLst>
              <a:ext uri="{FF2B5EF4-FFF2-40B4-BE49-F238E27FC236}">
                <a16:creationId xmlns:a16="http://schemas.microsoft.com/office/drawing/2014/main" id="{01312288-96FC-4F9B-479C-615EBA5835B7}"/>
              </a:ext>
            </a:extLst>
          </p:cNvPr>
          <p:cNvSpPr>
            <a:spLocks noChangeArrowheads="1"/>
          </p:cNvSpPr>
          <p:nvPr/>
        </p:nvSpPr>
        <p:spPr bwMode="auto">
          <a:xfrm rot="20071362">
            <a:off x="8394132" y="6094880"/>
            <a:ext cx="268501" cy="31297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50" name="Line 20">
            <a:extLst>
              <a:ext uri="{FF2B5EF4-FFF2-40B4-BE49-F238E27FC236}">
                <a16:creationId xmlns:a16="http://schemas.microsoft.com/office/drawing/2014/main" id="{9B8BA9D0-9579-3746-70B7-FE34B5460B44}"/>
              </a:ext>
            </a:extLst>
          </p:cNvPr>
          <p:cNvSpPr>
            <a:spLocks noChangeShapeType="1"/>
          </p:cNvSpPr>
          <p:nvPr/>
        </p:nvSpPr>
        <p:spPr bwMode="auto">
          <a:xfrm rot="20071362" flipH="1" flipV="1">
            <a:off x="8814583" y="6076819"/>
            <a:ext cx="751802" cy="3755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51" name="Line 20">
            <a:extLst>
              <a:ext uri="{FF2B5EF4-FFF2-40B4-BE49-F238E27FC236}">
                <a16:creationId xmlns:a16="http://schemas.microsoft.com/office/drawing/2014/main" id="{DB1B6FB2-851D-7D28-AFC0-118D0FE4590D}"/>
              </a:ext>
            </a:extLst>
          </p:cNvPr>
          <p:cNvSpPr>
            <a:spLocks noChangeShapeType="1"/>
          </p:cNvSpPr>
          <p:nvPr/>
        </p:nvSpPr>
        <p:spPr bwMode="auto">
          <a:xfrm rot="20071362" flipH="1" flipV="1">
            <a:off x="8686579" y="5948496"/>
            <a:ext cx="969735" cy="1336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40373-B2C1-FE3E-3BCE-7E3B65081C59}"/>
              </a:ext>
            </a:extLst>
          </p:cNvPr>
          <p:cNvSpPr txBox="1"/>
          <p:nvPr/>
        </p:nvSpPr>
        <p:spPr>
          <a:xfrm>
            <a:off x="2753419" y="6007695"/>
            <a:ext cx="3172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Issue: stationary distribution depends on which component you start 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E0B0-F781-B470-A4A0-84B98B2C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1113-8700-239B-0291-C7CAF4D4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/ 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3DC3E-3820-AB74-A18E-3A25984A1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Diffusion maps</a:t>
            </a:r>
          </a:p>
          <a:p>
            <a:r>
              <a:rPr lang="en-US" dirty="0"/>
              <a:t>Modern embedding methods: t-SNE/UMAP</a:t>
            </a:r>
          </a:p>
          <a:p>
            <a:r>
              <a:rPr lang="en-US" dirty="0"/>
              <a:t>Markov chains (random walks on directed graphs)</a:t>
            </a:r>
          </a:p>
          <a:p>
            <a:r>
              <a:rPr lang="en-US" dirty="0"/>
              <a:t>Trajectory inference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471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39F5-20A5-396D-074D-128F44426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42" y="365125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A209BE-95E1-8B76-6DD9-33E43A872FDC}"/>
              </a:ext>
            </a:extLst>
          </p:cNvPr>
          <p:cNvSpPr txBox="1"/>
          <p:nvPr/>
        </p:nvSpPr>
        <p:spPr>
          <a:xfrm>
            <a:off x="2569209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3BE8FD-03D9-E0FE-7900-B937F4F280E5}"/>
              </a:ext>
            </a:extLst>
          </p:cNvPr>
          <p:cNvGrpSpPr/>
          <p:nvPr/>
        </p:nvGrpSpPr>
        <p:grpSpPr>
          <a:xfrm>
            <a:off x="673320" y="2088900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81AB75-261F-D27F-C1BE-7E22DD749465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6964C81-C214-8534-C3A4-34AD3297F40C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6EFBE1-3D4E-6AB7-4933-E1CE12233356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4C45E5-008A-89A3-FE39-5123B2E4F0AD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0784598-A2FC-AF4F-C7B1-4717A916BA5D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B20A2BA-9C16-E3E1-014D-1D9836AFF62F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5E5CCC-69A1-DFB3-62F2-5CA6A3002322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99403C-630E-76B4-F585-FF41BD9372D4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B2DC3DD-32FD-6461-443C-6B1C24C63A64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09373F-4FD1-30FD-C778-6840A3CBD447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0CC09E-2880-F873-3CDE-E18E83A83C96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4B187D-D9B0-4DB1-B622-06DDED26426F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1F47419-A6D0-8D5A-37F1-B18AE9794F03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AD189CE-3FF9-0AF0-9FCB-9F9346C06F66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1973F80-86A0-09D0-3E63-AF6B1EB773EF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BA38168-3C1F-59F4-7806-25F7D95F10E5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DE131B-A9B0-A606-EDF8-2ABEC6AB140E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BA49AE-B72D-B964-9386-9D16F3A19894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44B94F7-3288-6E53-4A60-CEF3CD8DDBCA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672C55-96AF-08CE-99FB-71454A9FC165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17E054A-D46B-3A65-AB22-B0A4E452AB16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1EC5A8B-78E1-9D30-846D-BB75795DFB06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9851E88-E2E2-9C37-9E53-0F34264F0603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DC4102-9B7D-CB3C-88CA-8A14797F2F46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24E04A-E20B-7D2E-AE76-83ADA2565079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2568E9-E772-E798-5401-8B87F33472A2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3ABB402-A1C3-A4CC-007C-B7C318254285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7D7FDD-B339-9D77-4BE8-A8C1A51DD12D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581911B-F4C5-FCE1-DA30-FC5D9A0D10C6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E2F1E98-2000-D624-5A44-B1DAA3C3445D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913F637-D5DF-3995-A436-D5AF41610E0A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59CDB1-C80E-1104-9CA2-47A3D75B62F9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298F80-DC5A-D434-9226-CA50EB4498E7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0377BE-9075-D5D5-BCE0-2D2C4581D43F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4C4CD38-1437-9E19-70AF-A8A51F809DA8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C3BCB31-11A9-436A-B219-D29531B29E6E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75D02FB-A3F4-8D00-311E-D46BFA80C3F4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27922A-34D3-4280-3CFB-85EC50792EFF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23EC76E-B281-81ED-9E26-79F929B5E0DC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0E6C9B3-C1BD-C7E2-A8EF-07225B420E79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1279C0A-81ED-107D-F68E-75E5E0175407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E96D7559-460F-CAF0-7890-82DB911840F6}"/>
              </a:ext>
            </a:extLst>
          </p:cNvPr>
          <p:cNvSpPr txBox="1"/>
          <p:nvPr/>
        </p:nvSpPr>
        <p:spPr>
          <a:xfrm>
            <a:off x="3707426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D2D150F3-E7DC-2F61-1DC2-4F1A103A2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490" y="2367280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B2DCC2EC-5E6C-50E4-2BFF-B40FF08CC1FC}"/>
              </a:ext>
            </a:extLst>
          </p:cNvPr>
          <p:cNvSpPr txBox="1"/>
          <p:nvPr/>
        </p:nvSpPr>
        <p:spPr>
          <a:xfrm>
            <a:off x="6456993" y="1860726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DA08757-97B7-D6FA-A217-6DA3FD87A988}"/>
              </a:ext>
            </a:extLst>
          </p:cNvPr>
          <p:cNvGrpSpPr/>
          <p:nvPr/>
        </p:nvGrpSpPr>
        <p:grpSpPr>
          <a:xfrm>
            <a:off x="7006418" y="3844080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7A0BF7-C1A4-FF7F-3E6C-04B5E6EA8941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7A0BF7-C1A4-FF7F-3E6C-04B5E6EA894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83C3BC5-61F8-109A-F29D-5A4974D01B01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83C3BC5-61F8-109A-F29D-5A4974D01B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86EB432-9449-FB93-A035-185C4E42C950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86EB432-9449-FB93-A035-185C4E42C95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448A1E6-0F17-1EF3-A10E-29A43ED23F34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448A1E6-0F17-1EF3-A10E-29A43ED23F3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DDAAF74-0868-5D1A-5D21-CDEB538E6F5F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DDAAF74-0868-5D1A-5D21-CDEB538E6F5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F153931-3FF5-05FD-9D22-DEC8964CDA46}"/>
              </a:ext>
            </a:extLst>
          </p:cNvPr>
          <p:cNvCxnSpPr>
            <a:cxnSpLocks/>
          </p:cNvCxnSpPr>
          <p:nvPr/>
        </p:nvCxnSpPr>
        <p:spPr>
          <a:xfrm flipH="1">
            <a:off x="8102978" y="4206338"/>
            <a:ext cx="2044931" cy="2836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3DFB6DC-DF5C-4DAB-A7D4-6FE0DDB9A965}"/>
              </a:ext>
            </a:extLst>
          </p:cNvPr>
          <p:cNvSpPr txBox="1"/>
          <p:nvPr/>
        </p:nvSpPr>
        <p:spPr>
          <a:xfrm>
            <a:off x="10147909" y="3748013"/>
            <a:ext cx="215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Column of P</a:t>
            </a:r>
            <a:r>
              <a:rPr lang="en-US" sz="2400" baseline="30000" dirty="0"/>
              <a:t>t</a:t>
            </a:r>
            <a:r>
              <a:rPr lang="en-US" sz="2400" dirty="0"/>
              <a:t> corresponding to vertex A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31AD46-144D-3B63-B476-D79136A3575F}"/>
              </a:ext>
            </a:extLst>
          </p:cNvPr>
          <p:cNvSpPr txBox="1"/>
          <p:nvPr/>
        </p:nvSpPr>
        <p:spPr>
          <a:xfrm>
            <a:off x="9265086" y="5292546"/>
            <a:ext cx="304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Describes distribution of where walker is after t steps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A3B8BE6-7A9A-9D93-5085-0760B506823D}"/>
                  </a:ext>
                </a:extLst>
              </p14:cNvPr>
              <p14:cNvContentPartPr/>
              <p14:nvPr/>
            </p14:nvContentPartPr>
            <p14:xfrm>
              <a:off x="6753698" y="4885560"/>
              <a:ext cx="343080" cy="3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A3B8BE6-7A9A-9D93-5085-0760B506823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747578" y="4879440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7EE3A68-C3C0-4584-A5AC-F259EBB2B0A5}"/>
              </a:ext>
            </a:extLst>
          </p:cNvPr>
          <p:cNvGrpSpPr/>
          <p:nvPr/>
        </p:nvGrpSpPr>
        <p:grpSpPr>
          <a:xfrm>
            <a:off x="6405218" y="4200120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6E42B1E-8346-BAE1-9243-2C8F673A3C40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6E42B1E-8346-BAE1-9243-2C8F673A3C4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170E929-F5F6-10E4-8D7B-F5BB90F6BCFB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170E929-F5F6-10E4-8D7B-F5BB90F6BCF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E1ADEE-1318-EA9B-56BB-123D56FEA861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E1ADEE-1318-EA9B-56BB-123D56FEA86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CB39A15-DEF0-69DF-C762-AB98B3DB0F23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CB39A15-DEF0-69DF-C762-AB98B3DB0F2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BC0B20B-F8C1-EDB2-DD10-2D001B06CDAC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BC0B20B-F8C1-EDB2-DD10-2D001B06CDA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862C8D3-5D3D-7D5D-C596-DC716AFA000A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862C8D3-5D3D-7D5D-C596-DC716AFA000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A06B5EF-25EA-F17B-EE31-1EA74566ECAC}"/>
              </a:ext>
            </a:extLst>
          </p:cNvPr>
          <p:cNvGrpSpPr/>
          <p:nvPr/>
        </p:nvGrpSpPr>
        <p:grpSpPr>
          <a:xfrm>
            <a:off x="6134498" y="5306040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0873821-7E0B-D7B0-EEAE-A514E768E4A5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0873821-7E0B-D7B0-EEAE-A514E768E4A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01F3DC1-E764-F7C6-1914-ED100542D7A8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01F3DC1-E764-F7C6-1914-ED100542D7A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59344A2-43D3-A29F-6675-6E3C45E1CFF9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59344A2-43D3-A29F-6675-6E3C45E1CFF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209C3E5-1CCA-F0D4-B08D-9A3806429204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209C3E5-1CCA-F0D4-B08D-9A38064292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B4E34FD-2124-280A-A0AF-975868C44AAC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B4E34FD-2124-280A-A0AF-975868C44AA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FFF9656-5F4D-D27F-C8EB-2455FA89574E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FFF9656-5F4D-D27F-C8EB-2455FA89574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B4D9D84-8E46-FFFB-201E-3B9BB9FC3F96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B4D9D84-8E46-FFFB-201E-3B9BB9FC3F9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C7E9076-EB96-4F1C-38EA-41F4C358BF8F}"/>
              </a:ext>
            </a:extLst>
          </p:cNvPr>
          <p:cNvGrpSpPr/>
          <p:nvPr/>
        </p:nvGrpSpPr>
        <p:grpSpPr>
          <a:xfrm>
            <a:off x="7863578" y="3927960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5C699C3-08DC-0123-9520-73E910E8C782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5C699C3-08DC-0123-9520-73E910E8C78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3498A4F-6E7B-ADFC-2DCD-578BDB1158FF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3498A4F-6E7B-ADFC-2DCD-578BDB1158F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B436260-DE4C-FA93-06F2-45FC1AF3DE3E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B436260-DE4C-FA93-06F2-45FC1AF3DE3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35B6255-EC08-A8C4-D2B4-4F4C78721CA2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35B6255-EC08-A8C4-D2B4-4F4C78721CA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401A06D-D432-368E-4391-3ADD7370CFC9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401A06D-D432-368E-4391-3ADD7370CFC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188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C4C2-8718-EE73-C028-DA3C231E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97F0-7709-4310-5552-DFFA44EA8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21" y="117269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0B51BC-A566-5C05-6718-AAC66BD99917}"/>
              </a:ext>
            </a:extLst>
          </p:cNvPr>
          <p:cNvSpPr txBox="1"/>
          <p:nvPr/>
        </p:nvSpPr>
        <p:spPr>
          <a:xfrm>
            <a:off x="2569209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A39BC7-BBBC-8CE5-4C02-DAD762826E4D}"/>
              </a:ext>
            </a:extLst>
          </p:cNvPr>
          <p:cNvGrpSpPr/>
          <p:nvPr/>
        </p:nvGrpSpPr>
        <p:grpSpPr>
          <a:xfrm>
            <a:off x="673320" y="2088900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F431EB-B7B8-5147-5050-9E20A0185B59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F1F242-C058-A291-3740-0CE5DD587DCE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DAEF1C-840E-A5BC-7835-C58B7A9E974A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C9D9C1-96CB-ADE2-27EC-BEE277FE6871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B031113-E3B6-A87F-E5D1-65E29F91E80F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8AA20FA-0A77-A00D-3EF2-38EFBA78E0F7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2D320FB-EF71-2233-C345-BA5904623F51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72CBFE-4200-47AB-AD00-4BC2964700B4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32FDCEF-96E6-FAB7-6C53-C908294AE306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4B5A91-48EA-86DA-F338-9AFD69847FCD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56F187-81F1-DC44-F215-33F04F0D08B6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11331F4-849C-3B7D-7366-0248A02C4C75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7FBFEC-EFAB-F54B-4CA1-DC95A2D4F485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5CE5902-D277-247A-8F3E-49FB96C4C9AA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FA55C5-97BB-A05D-2DE1-3E9201E43746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5068ADE-CA57-E90B-F7E8-47430E172E43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EFD799-26FF-5866-6C8F-2F486895B7FA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2CDB20F-63F4-6FF3-9D64-AE31E96B5DB6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468719-60F4-4040-842A-1D8DBDBC8699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178A543-BEFE-FA62-7F81-AF06D5D4E23F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344D295-142A-4943-34B5-6F4662B21F55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534183-349F-78D8-53BF-342FE77BAF53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50983A-3C3E-86D1-DF89-594BA0D37451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623B79D-B2B6-E1E8-30D4-177F10672E5C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918AE3-3E63-6E3A-8E24-179AE150B4B4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19A62BB-7F14-EF94-C80B-ABC90D842708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11A109-316B-D97B-C5DB-4B1D3D9EC506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FD6AC82-3EBA-543D-0E52-433C5418C134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A1020E-423E-EB97-0AE6-42238BB52AD3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F505C1-4DED-EE29-D3A0-0EA9D5067116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5E28EF-85E9-970D-99BB-24776E0E5311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7D479BB-085E-7263-EC89-4484947E1A44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3BE84C-1273-3B6A-8EFE-FAA49E8C44E9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9DAAEC4-4D58-8541-BEF4-25BF220451CA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FFF02FF-CEF5-61B9-95F1-6CB5DDEEC36E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62D9BD-58EF-49D8-D7D2-28312773EE7C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2442E6F-ED65-616A-8173-3BB57D726F08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CBEBCE0-3C9C-8447-C71F-A289E9059A89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C657E26-C74D-20BE-074D-055DCFB6FEAD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D8BFE7-190C-B812-7D58-AFCF05F9689D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1EC0B4A-D8F8-432E-E4C2-5F3A1563CCD2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8AFAC3B5-951E-98FC-8D57-1F49F74C21D3}"/>
              </a:ext>
            </a:extLst>
          </p:cNvPr>
          <p:cNvSpPr txBox="1"/>
          <p:nvPr/>
        </p:nvSpPr>
        <p:spPr>
          <a:xfrm>
            <a:off x="3707426" y="248166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</a:rPr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42B3F8E2-177F-2A92-1110-7F4B7187F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210" y="3468063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E55B028A-F49F-5047-6619-96E9D2F18C7A}"/>
              </a:ext>
            </a:extLst>
          </p:cNvPr>
          <p:cNvSpPr txBox="1"/>
          <p:nvPr/>
        </p:nvSpPr>
        <p:spPr>
          <a:xfrm>
            <a:off x="6456993" y="125980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BF584EB-7AC5-FC2A-130C-37013DF3920E}"/>
              </a:ext>
            </a:extLst>
          </p:cNvPr>
          <p:cNvCxnSpPr>
            <a:cxnSpLocks/>
          </p:cNvCxnSpPr>
          <p:nvPr/>
        </p:nvCxnSpPr>
        <p:spPr>
          <a:xfrm flipV="1">
            <a:off x="4777680" y="4783320"/>
            <a:ext cx="2807950" cy="5227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566DFC43-48E1-A7B1-45E8-BEC8980A0386}"/>
              </a:ext>
            </a:extLst>
          </p:cNvPr>
          <p:cNvSpPr txBox="1"/>
          <p:nvPr/>
        </p:nvSpPr>
        <p:spPr>
          <a:xfrm>
            <a:off x="2728479" y="5339324"/>
            <a:ext cx="215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Column of P</a:t>
            </a:r>
            <a:r>
              <a:rPr lang="en-US" sz="2400" baseline="30000" dirty="0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srgbClr val="C00000"/>
                </a:solidFill>
              </a:rPr>
              <a:t> corresponding to vertex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26BD3-5C9B-BA91-A67B-20FDB1BAC01C}"/>
              </a:ext>
            </a:extLst>
          </p:cNvPr>
          <p:cNvSpPr txBox="1"/>
          <p:nvPr/>
        </p:nvSpPr>
        <p:spPr>
          <a:xfrm>
            <a:off x="6398400" y="235885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B050"/>
                </a:solidFill>
              </a:rPr>
              <a:t>If you start a random walk at B, </a:t>
            </a:r>
            <a:r>
              <a:rPr lang="en-US" sz="2500" u="sng" dirty="0">
                <a:solidFill>
                  <a:srgbClr val="00B050"/>
                </a:solidFill>
              </a:rPr>
              <a:t>after t steps</a:t>
            </a:r>
            <a:r>
              <a:rPr lang="en-US" sz="2500" dirty="0">
                <a:solidFill>
                  <a:srgbClr val="00B050"/>
                </a:solidFill>
              </a:rPr>
              <a:t> you will likely be in the right side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FBE628F-6423-4E25-6C31-E0E45D750A95}"/>
                  </a:ext>
                </a:extLst>
              </p14:cNvPr>
              <p14:cNvContentPartPr/>
              <p14:nvPr/>
            </p14:nvContentPartPr>
            <p14:xfrm>
              <a:off x="8430578" y="3841920"/>
              <a:ext cx="218880" cy="221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FBE628F-6423-4E25-6C31-E0E45D750A9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424458" y="3835800"/>
                <a:ext cx="231120" cy="22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4E29E42-864C-907D-DB3C-4FE02EB639FD}"/>
                  </a:ext>
                </a:extLst>
              </p14:cNvPr>
              <p14:cNvContentPartPr/>
              <p14:nvPr/>
            </p14:nvContentPartPr>
            <p14:xfrm>
              <a:off x="6432218" y="50792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4E29E42-864C-907D-DB3C-4FE02EB639F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426098" y="5073120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636591-EDD0-B692-1A89-DED2D08A0188}"/>
              </a:ext>
            </a:extLst>
          </p:cNvPr>
          <p:cNvCxnSpPr>
            <a:cxnSpLocks/>
          </p:cNvCxnSpPr>
          <p:nvPr/>
        </p:nvCxnSpPr>
        <p:spPr>
          <a:xfrm flipH="1">
            <a:off x="8734080" y="4175820"/>
            <a:ext cx="859298" cy="15890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C7430C-51EC-EDE2-24BE-FB88BD0C0B8D}"/>
              </a:ext>
            </a:extLst>
          </p:cNvPr>
          <p:cNvSpPr txBox="1"/>
          <p:nvPr/>
        </p:nvSpPr>
        <p:spPr>
          <a:xfrm>
            <a:off x="9719150" y="3700375"/>
            <a:ext cx="2150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Column of P</a:t>
            </a:r>
            <a:r>
              <a:rPr lang="en-US" sz="2400" baseline="30000" dirty="0">
                <a:solidFill>
                  <a:srgbClr val="00B050"/>
                </a:solidFill>
              </a:rPr>
              <a:t>t</a:t>
            </a:r>
            <a:r>
              <a:rPr lang="en-US" sz="2400" dirty="0">
                <a:solidFill>
                  <a:srgbClr val="00B050"/>
                </a:solidFill>
              </a:rPr>
              <a:t> corresponding to vertex 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A425C4-06B0-2C04-9A9A-E20A248BED7B}"/>
                  </a:ext>
                </a:extLst>
              </p14:cNvPr>
              <p14:cNvContentPartPr/>
              <p14:nvPr/>
            </p14:nvContentPartPr>
            <p14:xfrm>
              <a:off x="7012898" y="470232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A425C4-06B0-2C04-9A9A-E20A248BED7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06778" y="469620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E5BE5F7-56FB-4098-2C05-7994C8276483}"/>
              </a:ext>
            </a:extLst>
          </p:cNvPr>
          <p:cNvGrpSpPr/>
          <p:nvPr/>
        </p:nvGrpSpPr>
        <p:grpSpPr>
          <a:xfrm>
            <a:off x="7006418" y="3844080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C669FE8-790C-F374-A087-8023B7BA1E00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C669FE8-790C-F374-A087-8023B7BA1E0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2F480E-C656-4990-B271-66308BDB67CC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2F480E-C656-4990-B271-66308BDB67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2EB93D-E276-D666-A118-5C3BA1D479BB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2EB93D-E276-D666-A118-5C3BA1D479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0AA7629-456F-6A7C-D813-8F8430119D34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0AA7629-456F-6A7C-D813-8F8430119D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1EA8E0-16B1-49A8-D93F-33CF4C6D2B87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1EA8E0-16B1-49A8-D93F-33CF4C6D2B8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7825413-D908-473E-00BD-9110CEE412B7}"/>
                  </a:ext>
                </a:extLst>
              </p14:cNvPr>
              <p14:cNvContentPartPr/>
              <p14:nvPr/>
            </p14:nvContentPartPr>
            <p14:xfrm>
              <a:off x="6753698" y="4885560"/>
              <a:ext cx="3430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7825413-D908-473E-00BD-9110CEE412B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747578" y="4879440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587CAD1-C27C-4FA4-CCD9-3CD01CBAC07E}"/>
              </a:ext>
            </a:extLst>
          </p:cNvPr>
          <p:cNvGrpSpPr/>
          <p:nvPr/>
        </p:nvGrpSpPr>
        <p:grpSpPr>
          <a:xfrm>
            <a:off x="6405218" y="4200120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FB65D5-3830-5BC3-A973-1DBB850FD5D2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FB65D5-3830-5BC3-A973-1DBB850FD5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5EF896-F7DB-9AE5-BEF0-F2323F6640D1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5EF896-F7DB-9AE5-BEF0-F2323F6640D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57202F-FCCE-0B94-521C-CBC002BF1C51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57202F-FCCE-0B94-521C-CBC002BF1C5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36D9B9-CFFC-6FD9-9B07-F918B2711598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36D9B9-CFFC-6FD9-9B07-F918B27115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4D2A4F-C4BE-B07B-E4F8-AEC73B2AA72A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4D2A4F-C4BE-B07B-E4F8-AEC73B2AA72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B04C8E-7CA2-7948-C1C8-711C40A6AC97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B04C8E-7CA2-7948-C1C8-711C40A6AC9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ACD4D8-5685-F3A4-E3C1-F30EA67E2CD6}"/>
              </a:ext>
            </a:extLst>
          </p:cNvPr>
          <p:cNvGrpSpPr/>
          <p:nvPr/>
        </p:nvGrpSpPr>
        <p:grpSpPr>
          <a:xfrm>
            <a:off x="6134498" y="5306040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679DD6-C2BC-66BB-8E74-A247EF212798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E679DD6-C2BC-66BB-8E74-A247EF2127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0A73CB-682B-5BF3-252C-737750B80C62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0A73CB-682B-5BF3-252C-737750B80C6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B88061-83ED-3308-C606-8A9B79B784D2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B88061-83ED-3308-C606-8A9B79B784D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CFBF03-F9AF-F515-7A73-F954CB066F41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CFBF03-F9AF-F515-7A73-F954CB066F4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1DDC24F-CA6E-01ED-43C6-0B4CEE3A03B3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1DDC24F-CA6E-01ED-43C6-0B4CEE3A03B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34C7CC-DA6A-D6DC-F2A9-4983ECB6C960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34C7CC-DA6A-D6DC-F2A9-4983ECB6C96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A4489E5-56C7-8B0E-CDD1-626C69BCF75B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A4489E5-56C7-8B0E-CDD1-626C69BCF75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61ACED2-EE3E-0DD5-B63F-275017CCC4D4}"/>
              </a:ext>
            </a:extLst>
          </p:cNvPr>
          <p:cNvGrpSpPr/>
          <p:nvPr/>
        </p:nvGrpSpPr>
        <p:grpSpPr>
          <a:xfrm>
            <a:off x="7863578" y="3927960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7A47A96-4542-77E2-F37E-2F9B4E54C820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7A47A96-4542-77E2-F37E-2F9B4E54C82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6182FB-09A0-B490-9870-44C627648389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6182FB-09A0-B490-9870-44C62764838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806EFE2-AB8C-4EA2-F5C1-17CD969E5616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806EFE2-AB8C-4EA2-F5C1-17CD969E561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54C68A-10C9-0839-A653-D76A74D714C6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54C68A-10C9-0839-A653-D76A74D714C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86ABEF-DF4F-460B-3B37-C1892D68C1C8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86ABEF-DF4F-460B-3B37-C1892D68C1C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8788CD4-59F5-6B31-FC48-6F266EE7EC6D}"/>
              </a:ext>
            </a:extLst>
          </p:cNvPr>
          <p:cNvGrpSpPr/>
          <p:nvPr/>
        </p:nvGrpSpPr>
        <p:grpSpPr>
          <a:xfrm>
            <a:off x="8437418" y="5047560"/>
            <a:ext cx="231840" cy="1068120"/>
            <a:chOff x="8437418" y="5047560"/>
            <a:chExt cx="231840" cy="10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5F5428-9DFC-CD7C-650D-31EB6685CC79}"/>
                    </a:ext>
                  </a:extLst>
                </p14:cNvPr>
                <p14:cNvContentPartPr/>
                <p14:nvPr/>
              </p14:nvContentPartPr>
              <p14:xfrm>
                <a:off x="8505458" y="5049360"/>
                <a:ext cx="1404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5F5428-9DFC-CD7C-650D-31EB6685CC7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9338" y="5043240"/>
                  <a:ext cx="26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8B0D24-179A-F1CC-F03C-4B77DA7DA0E2}"/>
                    </a:ext>
                  </a:extLst>
                </p14:cNvPr>
                <p14:cNvContentPartPr/>
                <p14:nvPr/>
              </p14:nvContentPartPr>
              <p14:xfrm>
                <a:off x="8523818" y="5047560"/>
                <a:ext cx="10476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8B0D24-179A-F1CC-F03C-4B77DA7DA0E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17698" y="5041440"/>
                  <a:ext cx="117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EF71DF-5447-36CE-BEF4-A9CB7D97F024}"/>
                    </a:ext>
                  </a:extLst>
                </p14:cNvPr>
                <p14:cNvContentPartPr/>
                <p14:nvPr/>
              </p14:nvContentPartPr>
              <p14:xfrm>
                <a:off x="8452898" y="5219640"/>
                <a:ext cx="216360" cy="30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EF71DF-5447-36CE-BEF4-A9CB7D97F02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446778" y="5213520"/>
                  <a:ext cx="228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07A3B3-3634-A0C7-289C-CF1FA18D0C96}"/>
                    </a:ext>
                  </a:extLst>
                </p14:cNvPr>
                <p14:cNvContentPartPr/>
                <p14:nvPr/>
              </p14:nvContentPartPr>
              <p14:xfrm>
                <a:off x="8437418" y="5495400"/>
                <a:ext cx="173880" cy="32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07A3B3-3634-A0C7-289C-CF1FA18D0C9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31298" y="5489280"/>
                  <a:ext cx="186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1DC085-B249-902C-7FEA-7E5E9E99737A}"/>
                    </a:ext>
                  </a:extLst>
                </p14:cNvPr>
                <p14:cNvContentPartPr/>
                <p14:nvPr/>
              </p14:nvContentPartPr>
              <p14:xfrm>
                <a:off x="8472698" y="5877360"/>
                <a:ext cx="9036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1DC085-B249-902C-7FEA-7E5E9E99737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66578" y="5871240"/>
                  <a:ext cx="102600" cy="25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209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EFB55-7787-482A-C870-793D9F41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09EF-5000-C938-916C-57BD0F24D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21" y="153534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EF1953-A3E2-6EBE-1152-F65DD9A69073}"/>
              </a:ext>
            </a:extLst>
          </p:cNvPr>
          <p:cNvSpPr txBox="1"/>
          <p:nvPr/>
        </p:nvSpPr>
        <p:spPr>
          <a:xfrm>
            <a:off x="2503624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4A27A17-3ED3-5939-F27B-A87528DAD4B3}"/>
              </a:ext>
            </a:extLst>
          </p:cNvPr>
          <p:cNvGrpSpPr/>
          <p:nvPr/>
        </p:nvGrpSpPr>
        <p:grpSpPr>
          <a:xfrm>
            <a:off x="607735" y="1442288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86351E0-ABE1-8B83-8EA3-4DC4FD508758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742AAB1-E15C-F93E-B55F-C91B0774A523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0BE387-7BCF-2482-B873-3E8659F70F4E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D25CA94-6C11-3D21-BF96-1D6FD536A167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F278A1-37AE-FFF7-8FB9-B9B696DA5EBF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3066195-FE3C-47F0-E9F9-77EC397914F6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345E60D-A231-E4E8-6FF6-733D4AC86B7F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6A7B8F-2E2A-A73B-249F-E78FFA670D3B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B8553C-CAC9-2935-6F2A-6994D2E608CB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2A4192D-B256-AEBB-3D7F-46935D2A375A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26C86B-1B8F-5B0A-75DD-169B51D840A8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0034B2-2930-0AA9-8149-B056CA97BD03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183EA6-D35C-CAB8-7248-34D5E2D543A5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B93778-96C0-8171-BA3E-BCDE5E7E9260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99F9AD0-8C72-B901-2EBF-1097458C4970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637F95-734A-9F63-D90C-76CA979176DD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4276760-DE30-CB6E-2ED2-212DCAF810A3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6B12163-78EF-3B6A-0757-AE617DC5543E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0D10655-7A8D-B4CA-DFD5-CD9F617646D0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39E2FCF-D65C-4D59-4A3B-8F2C40C1E8D2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EF7987B-7F76-BF01-B032-E88ADBE1C6A8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845DF5E-FB39-F4F3-2888-2E4F3145F88F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11CD23-B5EF-69F2-8CC7-9D589D42EA7A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00E67A9-47FE-357D-5776-93303F6CAA34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0F3C7D-75BC-DA85-DC2F-5800A5E222C4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C712049-A1A5-2DB8-C63A-C049AC6A2B19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289C98D-4949-3919-9F6B-25472D160076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DB6BE64-84DB-3DEB-97EE-1F460AC13C4E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BE81EA-FCB5-624C-4B68-816A5C37D305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64DE307-64D8-B9C8-A00D-2A2404DD9B77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E55122-58B2-03F3-5E18-BEB40C2BCBAF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3E305B1-D525-E936-3602-57B50C1BA2B3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903394-283E-BA8B-0720-374EEAE88B1A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6FE2B25-7E13-741D-8456-8F0629D33987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58946DC-CCFF-3F06-E697-28FDECB1EEC0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D1FC13-0BBE-A55C-DDC1-D3B18DADFDF6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E4D4028-04C3-8C5C-78CE-8B718D3AED9E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99D9642-4DE2-F27F-243D-DCD11EEFA8C5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112E1D-20CC-40C6-804C-ED324EF64691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215420C-7885-5AC2-49A9-EDFE499834F8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C4566CC-5185-E5AC-7571-75936A1EA7CF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73B732BF-D0B6-2F3C-24B4-2E3D561ADDCA}"/>
              </a:ext>
            </a:extLst>
          </p:cNvPr>
          <p:cNvSpPr txBox="1"/>
          <p:nvPr/>
        </p:nvSpPr>
        <p:spPr>
          <a:xfrm>
            <a:off x="3641841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</a:rPr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4015D619-64D2-5F2A-8B3F-ADC0A9AEC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625" y="2821451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19929082-43AF-7FA9-F935-10C8F29F3CFD}"/>
              </a:ext>
            </a:extLst>
          </p:cNvPr>
          <p:cNvSpPr txBox="1"/>
          <p:nvPr/>
        </p:nvSpPr>
        <p:spPr>
          <a:xfrm>
            <a:off x="6456993" y="125980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C2A0C-94A3-4E07-4096-FAF328853594}"/>
              </a:ext>
            </a:extLst>
          </p:cNvPr>
          <p:cNvSpPr txBox="1"/>
          <p:nvPr/>
        </p:nvSpPr>
        <p:spPr>
          <a:xfrm>
            <a:off x="6398400" y="235885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B05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00B050"/>
                </a:solidFill>
              </a:rPr>
              <a:t>after t steps</a:t>
            </a:r>
            <a:r>
              <a:rPr lang="en-US" sz="2500" dirty="0">
                <a:solidFill>
                  <a:srgbClr val="00B050"/>
                </a:solidFill>
              </a:rPr>
              <a:t> you will likely be in the right side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712864B-82C6-2771-E898-B774A1A33D94}"/>
                  </a:ext>
                </a:extLst>
              </p14:cNvPr>
              <p14:cNvContentPartPr/>
              <p14:nvPr/>
            </p14:nvContentPartPr>
            <p14:xfrm>
              <a:off x="5258935" y="4272968"/>
              <a:ext cx="218880" cy="221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712864B-82C6-2771-E898-B774A1A33D9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52815" y="4266848"/>
                <a:ext cx="231120" cy="22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860F28B-0171-4124-EFC5-BD422DD13671}"/>
                  </a:ext>
                </a:extLst>
              </p14:cNvPr>
              <p14:cNvContentPartPr/>
              <p14:nvPr/>
            </p14:nvContentPartPr>
            <p14:xfrm>
              <a:off x="3194990" y="486367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860F28B-0171-4124-EFC5-BD422DD1367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188870" y="48575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3D45AA2-A9DD-58D4-30A8-DD98753C9DD5}"/>
                  </a:ext>
                </a:extLst>
              </p14:cNvPr>
              <p14:cNvContentPartPr/>
              <p14:nvPr/>
            </p14:nvContentPartPr>
            <p14:xfrm>
              <a:off x="3841255" y="513336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3D45AA2-A9DD-58D4-30A8-DD98753C9DD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835135" y="512724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934F145-FE7E-486C-7150-C7E991907373}"/>
              </a:ext>
            </a:extLst>
          </p:cNvPr>
          <p:cNvGrpSpPr/>
          <p:nvPr/>
        </p:nvGrpSpPr>
        <p:grpSpPr>
          <a:xfrm>
            <a:off x="3834775" y="4275128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0AA8E95-57D6-C0DD-E700-2DC2E3550551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0AA8E95-57D6-C0DD-E700-2DC2E35505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02455D-ACE6-5573-1045-63952818B5F5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02455D-ACE6-5573-1045-63952818B5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60B278-1048-701B-A733-E51D6D04102C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60B278-1048-701B-A733-E51D6D04102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EE8F12-A843-8A61-F368-1AC3F2130D79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EE8F12-A843-8A61-F368-1AC3F2130D7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96701D7-BC44-6CE0-805A-01F6A8EB4900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96701D7-BC44-6CE0-805A-01F6A8EB490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D236FB8-FBB6-C024-2BDB-34ED636DBBFC}"/>
                  </a:ext>
                </a:extLst>
              </p14:cNvPr>
              <p14:cNvContentPartPr/>
              <p14:nvPr/>
            </p14:nvContentPartPr>
            <p14:xfrm>
              <a:off x="3582055" y="5316608"/>
              <a:ext cx="3430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D236FB8-FBB6-C024-2BDB-34ED636DBBF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575935" y="5310488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4F4C201-E021-C3CA-B3A1-C32347048809}"/>
              </a:ext>
            </a:extLst>
          </p:cNvPr>
          <p:cNvGrpSpPr/>
          <p:nvPr/>
        </p:nvGrpSpPr>
        <p:grpSpPr>
          <a:xfrm>
            <a:off x="3233575" y="4631168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2DD631-4405-CDAD-B406-838B7DBDA2D7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2DD631-4405-CDAD-B406-838B7DBDA2D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F16038C-EC0E-6D2C-BAF6-3FADF93E4BDD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F16038C-EC0E-6D2C-BAF6-3FADF93E4B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1B7B6A1-8C5A-109B-B8F3-E714010FEFF5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1B7B6A1-8C5A-109B-B8F3-E714010FEF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88B9CD9-3EF5-C492-7EC8-CDACFFCC6E69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88B9CD9-3EF5-C492-7EC8-CDACFFCC6E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576BC14-9CDC-AA9B-EC6B-EE0FD1127B25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576BC14-9CDC-AA9B-EC6B-EE0FD1127B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584B5B-25F4-E7EA-C25C-590660DD965D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584B5B-25F4-E7EA-C25C-590660DD96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AF43B8-ED25-4AA7-D348-5DD1184C071A}"/>
              </a:ext>
            </a:extLst>
          </p:cNvPr>
          <p:cNvGrpSpPr/>
          <p:nvPr/>
        </p:nvGrpSpPr>
        <p:grpSpPr>
          <a:xfrm>
            <a:off x="2962855" y="5737088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2D41A80-B84E-4A6F-96C4-317D45A7AFD4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D41A80-B84E-4A6F-96C4-317D45A7AFD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956BBD-2719-BB19-6966-C34B24A9A37C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956BBD-2719-BB19-6966-C34B24A9A37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0298357-40CE-BFF4-6E9A-25A623EF485A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0298357-40CE-BFF4-6E9A-25A623EF485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ED0291-EB40-8468-CD8E-23CA348467EB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7ED0291-EB40-8468-CD8E-23CA348467E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99C522B-C73E-3848-1E16-D95EAB51DE9E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99C522B-C73E-3848-1E16-D95EAB51DE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26ECFD-8D60-9A83-12C5-6FF2DDFBF285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26ECFD-8D60-9A83-12C5-6FF2DDFBF28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24909B-6BA0-E1F3-D048-734872C94A80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24909B-6BA0-E1F3-D048-734872C94A8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9F79A3-10C9-543E-8A65-FA84A0B3B09C}"/>
              </a:ext>
            </a:extLst>
          </p:cNvPr>
          <p:cNvGrpSpPr/>
          <p:nvPr/>
        </p:nvGrpSpPr>
        <p:grpSpPr>
          <a:xfrm>
            <a:off x="4691935" y="4359008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735EEE-AB11-B754-FF54-8FE07FA86E7C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735EEE-AB11-B754-FF54-8FE07FA86E7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54678A3-A0FB-393E-6F79-078E066F3390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54678A3-A0FB-393E-6F79-078E066F339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011A3E-CB80-CC76-2B6C-8B8034CFB9F4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011A3E-CB80-CC76-2B6C-8B8034CFB9F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FCD4DE4-5B2A-D5F3-1512-B546D1012D33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FCD4DE4-5B2A-D5F3-1512-B546D1012D3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AAAEDC-E627-9B56-0A33-25127AE1FE0B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AAAEDC-E627-9B56-0A33-25127AE1FE0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5EC1809-B515-91D0-4C36-0ADBFABCD96B}"/>
              </a:ext>
            </a:extLst>
          </p:cNvPr>
          <p:cNvGrpSpPr/>
          <p:nvPr/>
        </p:nvGrpSpPr>
        <p:grpSpPr>
          <a:xfrm>
            <a:off x="5265775" y="5478608"/>
            <a:ext cx="231840" cy="1068120"/>
            <a:chOff x="8437418" y="5047560"/>
            <a:chExt cx="231840" cy="10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7D0361-6B11-BF53-FACA-B3FE86CCA197}"/>
                    </a:ext>
                  </a:extLst>
                </p14:cNvPr>
                <p14:cNvContentPartPr/>
                <p14:nvPr/>
              </p14:nvContentPartPr>
              <p14:xfrm>
                <a:off x="8505458" y="5049360"/>
                <a:ext cx="1404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7D0361-6B11-BF53-FACA-B3FE86CCA1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9338" y="5043240"/>
                  <a:ext cx="26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3FFF11-EA8D-478A-465B-A5D926647F74}"/>
                    </a:ext>
                  </a:extLst>
                </p14:cNvPr>
                <p14:cNvContentPartPr/>
                <p14:nvPr/>
              </p14:nvContentPartPr>
              <p14:xfrm>
                <a:off x="8523818" y="5047560"/>
                <a:ext cx="10476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3FFF11-EA8D-478A-465B-A5D926647F7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17698" y="5041440"/>
                  <a:ext cx="117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9077A0-28BC-1094-9470-1EEE8C20C970}"/>
                    </a:ext>
                  </a:extLst>
                </p14:cNvPr>
                <p14:cNvContentPartPr/>
                <p14:nvPr/>
              </p14:nvContentPartPr>
              <p14:xfrm>
                <a:off x="8452898" y="5219640"/>
                <a:ext cx="216360" cy="30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9077A0-28BC-1094-9470-1EEE8C20C97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446778" y="5213520"/>
                  <a:ext cx="228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6424D3-BE91-82E8-B618-2ADBDBA0DA96}"/>
                    </a:ext>
                  </a:extLst>
                </p14:cNvPr>
                <p14:cNvContentPartPr/>
                <p14:nvPr/>
              </p14:nvContentPartPr>
              <p14:xfrm>
                <a:off x="8437418" y="5495400"/>
                <a:ext cx="173880" cy="32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6424D3-BE91-82E8-B618-2ADBDBA0DA9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31298" y="5489280"/>
                  <a:ext cx="186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3A18EF8-976D-1465-93E0-84B69056C1E1}"/>
                    </a:ext>
                  </a:extLst>
                </p14:cNvPr>
                <p14:cNvContentPartPr/>
                <p14:nvPr/>
              </p14:nvContentPartPr>
              <p14:xfrm>
                <a:off x="8472698" y="5877360"/>
                <a:ext cx="9036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3A18EF8-976D-1465-93E0-84B69056C1E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66578" y="5871240"/>
                  <a:ext cx="10260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3505E9-B08C-A0CD-9AB6-7C379D75033A}"/>
                  </a:ext>
                </a:extLst>
              </p:cNvPr>
              <p:cNvSpPr txBox="1"/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The two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should be very far apart, </a:t>
                </a:r>
                <a:r>
                  <a:rPr lang="en-US" sz="2500" dirty="0" err="1"/>
                  <a:t>ie</a:t>
                </a:r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3505E9-B08C-A0CD-9AB6-7C379D750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blipFill>
                <a:blip r:embed="rId147"/>
                <a:stretch>
                  <a:fillRect l="-1802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16105-68F3-0C0A-9C33-F13A6684286F}"/>
                  </a:ext>
                </a:extLst>
              </p:cNvPr>
              <p:cNvSpPr txBox="1"/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≫0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16105-68F3-0C0A-9C33-F13A6684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blipFill>
                <a:blip r:embed="rId14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C793FBF-00D2-CCA3-2250-644AACAEB7C8}"/>
              </a:ext>
            </a:extLst>
          </p:cNvPr>
          <p:cNvSpPr/>
          <p:nvPr/>
        </p:nvSpPr>
        <p:spPr>
          <a:xfrm>
            <a:off x="6096000" y="4272968"/>
            <a:ext cx="5782146" cy="2343963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93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2EBA-D7F8-CDE7-B57A-37D82EB8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EF472-2C27-D654-F64F-9F59105C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687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0BD521-F47F-F98A-4421-140022724791}"/>
              </a:ext>
            </a:extLst>
          </p:cNvPr>
          <p:cNvSpPr txBox="1"/>
          <p:nvPr/>
        </p:nvSpPr>
        <p:spPr>
          <a:xfrm>
            <a:off x="2503624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9FE0337-8A0D-641E-9094-B78DD04EC3E0}"/>
              </a:ext>
            </a:extLst>
          </p:cNvPr>
          <p:cNvGrpSpPr/>
          <p:nvPr/>
        </p:nvGrpSpPr>
        <p:grpSpPr>
          <a:xfrm>
            <a:off x="607735" y="1442288"/>
            <a:ext cx="5422680" cy="2680200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E2F73B2-70A4-39FA-C76D-42408C38F9F1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4D331F-FF47-74E0-4CEC-AA9840DFA10B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01DC4E-389F-2B6A-EF8A-47E7DAFE6039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3912B4-96FA-5132-942B-4E8C57230BE8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3B144AF-9CE7-887D-0997-03B3A50A318C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0F11B83-27A8-1B5D-01D4-A49500936F78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339ED4-9CFB-626C-125D-481C4CB58B34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068141-A78C-35FA-412D-0E37FF730836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D5278CD-36AF-94A9-5774-24AD0E86E462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A483AC7-CE4B-FB31-0961-F767EA82833D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5FC568-6D5A-C66E-B026-AED16EE6A26B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3062C44-5631-BF75-A972-57A04DF2CE30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D74E5E-7FCF-7FB8-DF00-37D72B8DAACC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E3712D-28C8-2E7F-BDD6-0903CEB74253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C069D7-78E2-0173-12BD-D1ADFC6BD904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329B3E-96A1-1CF3-1FF2-B1862149DD75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B688C51-2856-0031-A5C0-EA46CC9FC9B4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9745C97-1C3F-E913-0325-641505A858D2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D9A616B-FFB8-856D-C062-13511240718F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0BD85A0-DD2B-55A4-B5C9-42AEA07B68A8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C406665-8C2E-F43D-FB39-E0683EEA24F6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68D063-7222-0496-763C-5EFB6C7990BB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45670BE-70E4-3D6E-D8D1-3B51773BB134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C135117-5C85-0DCB-CB9B-D56B80EE94C5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B3708E-C532-2C41-F540-76756D22FD67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3EC5CDF-6DFA-38D4-8579-BB87D2D81554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FFFFB3-8322-F57F-4CD8-C68F77C251CF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DBBB79A-25AF-D173-9915-0FB3B8A2963C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6A116C9-D002-B443-1075-34A7A8BDA671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202277D-69ED-3BF8-E868-9B3198948E6C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D18725C-7CBE-43CB-4EE6-8E6315D7356D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4C8CBF3-3DBE-678B-1D24-4F051D28EAAD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C57D40C-01D8-AFC6-2A9F-6D47BDF37163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545DF4-8D43-5C70-D005-2805DAAC3F6C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0223B60-AC54-59EF-9BC6-461E0E66F9D2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87EA9A5-8718-586E-87F7-7D23C5A99F3D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060BE39-9B3A-48DF-96F7-43A872BB4C55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7CFB975-0BEF-F1E7-74A7-6D1A4312E61F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6D0F81-9EEC-5F30-DB7B-9A4E25538DB0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92F977-9E14-DE4B-756D-DE8FB9CE197A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7526B2E-2DE3-A636-8E42-F2E23DAF6352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320BC48-E6F7-4034-4112-4962A765BB37}"/>
              </a:ext>
            </a:extLst>
          </p:cNvPr>
          <p:cNvSpPr txBox="1"/>
          <p:nvPr/>
        </p:nvSpPr>
        <p:spPr>
          <a:xfrm>
            <a:off x="3641841" y="1835048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B050"/>
                </a:solidFill>
              </a:rPr>
              <a:t>B</a:t>
            </a:r>
          </a:p>
        </p:txBody>
      </p:sp>
      <p:pic>
        <p:nvPicPr>
          <p:cNvPr id="92" name="Picture 4" descr="man">
            <a:extLst>
              <a:ext uri="{FF2B5EF4-FFF2-40B4-BE49-F238E27FC236}">
                <a16:creationId xmlns:a16="http://schemas.microsoft.com/office/drawing/2014/main" id="{E6E5FD4F-4D28-1B80-1EE3-072469EBF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625" y="2821451"/>
            <a:ext cx="501099" cy="70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C71A2400-1EF1-3027-05E1-17616C89B5A9}"/>
              </a:ext>
            </a:extLst>
          </p:cNvPr>
          <p:cNvSpPr txBox="1"/>
          <p:nvPr/>
        </p:nvSpPr>
        <p:spPr>
          <a:xfrm>
            <a:off x="6456993" y="125980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C00000"/>
                </a:solidFill>
              </a:rPr>
              <a:t>after t steps</a:t>
            </a:r>
            <a:r>
              <a:rPr lang="en-US" sz="2500" dirty="0">
                <a:solidFill>
                  <a:srgbClr val="C00000"/>
                </a:solidFill>
              </a:rPr>
              <a:t> you will likely be in the left side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8F6AF-AD70-95AA-86F8-BA30812BE3D6}"/>
              </a:ext>
            </a:extLst>
          </p:cNvPr>
          <p:cNvSpPr txBox="1"/>
          <p:nvPr/>
        </p:nvSpPr>
        <p:spPr>
          <a:xfrm>
            <a:off x="6398400" y="2358851"/>
            <a:ext cx="56161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00B050"/>
                </a:solidFill>
              </a:rPr>
              <a:t>If you start a random walk at A, </a:t>
            </a:r>
            <a:r>
              <a:rPr lang="en-US" sz="2500" u="sng" dirty="0">
                <a:solidFill>
                  <a:srgbClr val="00B050"/>
                </a:solidFill>
              </a:rPr>
              <a:t>after t steps</a:t>
            </a:r>
            <a:r>
              <a:rPr lang="en-US" sz="2500" dirty="0">
                <a:solidFill>
                  <a:srgbClr val="00B050"/>
                </a:solidFill>
              </a:rPr>
              <a:t> you will likely be in the right side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707652-3CEA-3DD9-A3F8-CD6D370E0D88}"/>
                  </a:ext>
                </a:extLst>
              </p14:cNvPr>
              <p14:cNvContentPartPr/>
              <p14:nvPr/>
            </p14:nvContentPartPr>
            <p14:xfrm>
              <a:off x="5258935" y="4272968"/>
              <a:ext cx="218880" cy="221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707652-3CEA-3DD9-A3F8-CD6D370E0D8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52815" y="4266848"/>
                <a:ext cx="231120" cy="22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37A10C-1799-892F-3F79-FDF52165BF95}"/>
                  </a:ext>
                </a:extLst>
              </p14:cNvPr>
              <p14:cNvContentPartPr/>
              <p14:nvPr/>
            </p14:nvContentPartPr>
            <p14:xfrm>
              <a:off x="3194990" y="486367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37A10C-1799-892F-3F79-FDF52165BF9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188870" y="48575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6AF6F7-4AF5-7037-12AF-7D8A4301CF2C}"/>
                  </a:ext>
                </a:extLst>
              </p14:cNvPr>
              <p14:cNvContentPartPr/>
              <p14:nvPr/>
            </p14:nvContentPartPr>
            <p14:xfrm>
              <a:off x="3841255" y="513336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6AF6F7-4AF5-7037-12AF-7D8A4301CF2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835135" y="512724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6CE7E41-427A-5132-E308-B2AC3975ADED}"/>
              </a:ext>
            </a:extLst>
          </p:cNvPr>
          <p:cNvGrpSpPr/>
          <p:nvPr/>
        </p:nvGrpSpPr>
        <p:grpSpPr>
          <a:xfrm>
            <a:off x="3834775" y="4275128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951028-9809-86BD-2E90-CEC9C425D01B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951028-9809-86BD-2E90-CEC9C425D01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7364C5-9D1A-38B1-F8B7-EBE5872AF5FC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7364C5-9D1A-38B1-F8B7-EBE5872AF5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F88903-51C9-83FB-C730-CB3A5B1B35F7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F88903-51C9-83FB-C730-CB3A5B1B35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ED4F2D-7EBA-BE88-2397-488D4ACED846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ED4F2D-7EBA-BE88-2397-488D4ACED8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A540D9B-56E4-416C-974D-DF9DDC6832C3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A540D9B-56E4-416C-974D-DF9DDC6832C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91975E4-C1AB-4919-0768-23D2C2A6358C}"/>
                  </a:ext>
                </a:extLst>
              </p14:cNvPr>
              <p14:cNvContentPartPr/>
              <p14:nvPr/>
            </p14:nvContentPartPr>
            <p14:xfrm>
              <a:off x="3582055" y="5316608"/>
              <a:ext cx="3430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91975E4-C1AB-4919-0768-23D2C2A6358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575935" y="5310488"/>
                <a:ext cx="355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DB6155A-4E6A-356A-E4A6-8C31CACDA070}"/>
              </a:ext>
            </a:extLst>
          </p:cNvPr>
          <p:cNvGrpSpPr/>
          <p:nvPr/>
        </p:nvGrpSpPr>
        <p:grpSpPr>
          <a:xfrm>
            <a:off x="3233575" y="4631168"/>
            <a:ext cx="533160" cy="378360"/>
            <a:chOff x="6405218" y="4200120"/>
            <a:chExt cx="5331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87607E-2C01-2089-D863-C095AC68B6C0}"/>
                    </a:ext>
                  </a:extLst>
                </p14:cNvPr>
                <p14:cNvContentPartPr/>
                <p14:nvPr/>
              </p14:nvContentPartPr>
              <p14:xfrm>
                <a:off x="6405218" y="4200120"/>
                <a:ext cx="113400" cy="27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87607E-2C01-2089-D863-C095AC68B6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9098" y="4194000"/>
                  <a:ext cx="125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5BFBCF-E285-AC9A-8228-4116B109217C}"/>
                    </a:ext>
                  </a:extLst>
                </p14:cNvPr>
                <p14:cNvContentPartPr/>
                <p14:nvPr/>
              </p14:nvContentPartPr>
              <p14:xfrm>
                <a:off x="6497018" y="4389120"/>
                <a:ext cx="88200" cy="7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5BFBCF-E285-AC9A-8228-4116B109217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90898" y="4383000"/>
                  <a:ext cx="100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2CD6CB1-C9C8-4EB7-1707-838440151074}"/>
                    </a:ext>
                  </a:extLst>
                </p14:cNvPr>
                <p14:cNvContentPartPr/>
                <p14:nvPr/>
              </p14:nvContentPartPr>
              <p14:xfrm>
                <a:off x="6705818" y="4297320"/>
                <a:ext cx="104400" cy="22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2CD6CB1-C9C8-4EB7-1707-8384401510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9698" y="4291200"/>
                  <a:ext cx="116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5011FB-E4EC-5590-7EB3-4E80BC96D827}"/>
                    </a:ext>
                  </a:extLst>
                </p14:cNvPr>
                <p14:cNvContentPartPr/>
                <p14:nvPr/>
              </p14:nvContentPartPr>
              <p14:xfrm>
                <a:off x="6675218" y="4423680"/>
                <a:ext cx="124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5011FB-E4EC-5590-7EB3-4E80BC96D82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69098" y="4417560"/>
                  <a:ext cx="13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789840D-A2E3-3BB9-1CA9-FF194D3E3857}"/>
                    </a:ext>
                  </a:extLst>
                </p14:cNvPr>
                <p14:cNvContentPartPr/>
                <p14:nvPr/>
              </p14:nvContentPartPr>
              <p14:xfrm>
                <a:off x="6869978" y="4327200"/>
                <a:ext cx="360" cy="251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789840D-A2E3-3BB9-1CA9-FF194D3E385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63858" y="4321080"/>
                  <a:ext cx="1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F6F8F6-E86F-BCE3-8AC3-D24FE426737B}"/>
                    </a:ext>
                  </a:extLst>
                </p14:cNvPr>
                <p14:cNvContentPartPr/>
                <p14:nvPr/>
              </p14:nvContentPartPr>
              <p14:xfrm>
                <a:off x="6830018" y="4428720"/>
                <a:ext cx="108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F6F8F6-E86F-BCE3-8AC3-D24FE42673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23898" y="4422600"/>
                  <a:ext cx="120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5988C3-8706-8B29-27DA-3E87B211BDCF}"/>
              </a:ext>
            </a:extLst>
          </p:cNvPr>
          <p:cNvGrpSpPr/>
          <p:nvPr/>
        </p:nvGrpSpPr>
        <p:grpSpPr>
          <a:xfrm>
            <a:off x="2962855" y="5737088"/>
            <a:ext cx="547560" cy="746640"/>
            <a:chOff x="6134498" y="5306040"/>
            <a:chExt cx="54756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4C8202-C8B6-4E4A-6EAD-B0D5DD56EA21}"/>
                    </a:ext>
                  </a:extLst>
                </p14:cNvPr>
                <p14:cNvContentPartPr/>
                <p14:nvPr/>
              </p14:nvContentPartPr>
              <p14:xfrm>
                <a:off x="6134498" y="5306040"/>
                <a:ext cx="163440" cy="37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4C8202-C8B6-4E4A-6EAD-B0D5DD56EA2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28378" y="5299920"/>
                  <a:ext cx="1756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5983E8-0A71-409D-4EFD-368FC65CDB79}"/>
                    </a:ext>
                  </a:extLst>
                </p14:cNvPr>
                <p14:cNvContentPartPr/>
                <p14:nvPr/>
              </p14:nvContentPartPr>
              <p14:xfrm>
                <a:off x="6313778" y="5578560"/>
                <a:ext cx="360" cy="50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5983E8-0A71-409D-4EFD-368FC65CDB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07658" y="5572440"/>
                  <a:ext cx="1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4AB70B-51EB-190D-2839-EDCF599FFE31}"/>
                    </a:ext>
                  </a:extLst>
                </p14:cNvPr>
                <p14:cNvContentPartPr/>
                <p14:nvPr/>
              </p14:nvContentPartPr>
              <p14:xfrm>
                <a:off x="6313778" y="543384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4AB70B-51EB-190D-2839-EDCF599FFE3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7658" y="5427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3268FE5-7B76-F392-9A50-3F7CCDEBC8EA}"/>
                    </a:ext>
                  </a:extLst>
                </p14:cNvPr>
                <p14:cNvContentPartPr/>
                <p14:nvPr/>
              </p14:nvContentPartPr>
              <p14:xfrm>
                <a:off x="6276698" y="5641200"/>
                <a:ext cx="157680" cy="411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3268FE5-7B76-F392-9A50-3F7CCDEBC8E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70578" y="5635080"/>
                  <a:ext cx="1699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0CDC16-CACC-46FE-3C66-7CC04A6E36B4}"/>
                    </a:ext>
                  </a:extLst>
                </p14:cNvPr>
                <p14:cNvContentPartPr/>
                <p14:nvPr/>
              </p14:nvContentPartPr>
              <p14:xfrm>
                <a:off x="6490898" y="5448600"/>
                <a:ext cx="75960" cy="389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0CDC16-CACC-46FE-3C66-7CC04A6E36B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84778" y="5442480"/>
                  <a:ext cx="882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119631-AC31-6070-2074-7200A74426DE}"/>
                    </a:ext>
                  </a:extLst>
                </p14:cNvPr>
                <p14:cNvContentPartPr/>
                <p14:nvPr/>
              </p14:nvContentPartPr>
              <p14:xfrm>
                <a:off x="6597458" y="5405400"/>
                <a:ext cx="360" cy="396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119631-AC31-6070-2074-7200A74426D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91338" y="5399280"/>
                  <a:ext cx="126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A1DF17-CD3C-36CA-779F-56CD0BCD15DF}"/>
                    </a:ext>
                  </a:extLst>
                </p14:cNvPr>
                <p14:cNvContentPartPr/>
                <p14:nvPr/>
              </p14:nvContentPartPr>
              <p14:xfrm>
                <a:off x="6581258" y="5607000"/>
                <a:ext cx="10080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A1DF17-CD3C-36CA-779F-56CD0BCD15D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75138" y="5600880"/>
                  <a:ext cx="1130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B8BBC4-5A05-FBDB-8C9E-88303A49FD20}"/>
              </a:ext>
            </a:extLst>
          </p:cNvPr>
          <p:cNvGrpSpPr/>
          <p:nvPr/>
        </p:nvGrpSpPr>
        <p:grpSpPr>
          <a:xfrm>
            <a:off x="4691935" y="4359008"/>
            <a:ext cx="171360" cy="959400"/>
            <a:chOff x="7863578" y="3927960"/>
            <a:chExt cx="17136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CAE717-8793-39DB-0690-2F1D492B67E5}"/>
                    </a:ext>
                  </a:extLst>
                </p14:cNvPr>
                <p14:cNvContentPartPr/>
                <p14:nvPr/>
              </p14:nvContentPartPr>
              <p14:xfrm>
                <a:off x="7874018" y="3927960"/>
                <a:ext cx="986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CAE717-8793-39DB-0690-2F1D492B67E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67898" y="3921840"/>
                  <a:ext cx="110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D550E0-D60B-A6C8-2A4D-A4BFC3069B0E}"/>
                    </a:ext>
                  </a:extLst>
                </p14:cNvPr>
                <p14:cNvContentPartPr/>
                <p14:nvPr/>
              </p14:nvContentPartPr>
              <p14:xfrm>
                <a:off x="7863578" y="4087080"/>
                <a:ext cx="115920" cy="177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D550E0-D60B-A6C8-2A4D-A4BFC3069B0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57458" y="4080960"/>
                  <a:ext cx="12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4069E53-4CE2-BD03-3DEE-E7BF0C96F166}"/>
                    </a:ext>
                  </a:extLst>
                </p14:cNvPr>
                <p14:cNvContentPartPr/>
                <p14:nvPr/>
              </p14:nvContentPartPr>
              <p14:xfrm>
                <a:off x="7939898" y="4262040"/>
                <a:ext cx="88560" cy="32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4069E53-4CE2-BD03-3DEE-E7BF0C96F16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33778" y="4255920"/>
                  <a:ext cx="100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292937-C6D9-9A0F-781B-A411DC688DF9}"/>
                    </a:ext>
                  </a:extLst>
                </p14:cNvPr>
                <p14:cNvContentPartPr/>
                <p14:nvPr/>
              </p14:nvContentPartPr>
              <p14:xfrm>
                <a:off x="7949978" y="4639680"/>
                <a:ext cx="84960" cy="7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292937-C6D9-9A0F-781B-A411DC688DF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43858" y="4633560"/>
                  <a:ext cx="97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0DA4BEE-CB7F-5F07-0F4A-AB75CF397C33}"/>
                    </a:ext>
                  </a:extLst>
                </p14:cNvPr>
                <p14:cNvContentPartPr/>
                <p14:nvPr/>
              </p14:nvContentPartPr>
              <p14:xfrm>
                <a:off x="7887338" y="4821120"/>
                <a:ext cx="60120" cy="66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0DA4BEE-CB7F-5F07-0F4A-AB75CF397C3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81218" y="4815000"/>
                  <a:ext cx="723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63F7B5A-7BF0-D485-615F-6A6156B03544}"/>
              </a:ext>
            </a:extLst>
          </p:cNvPr>
          <p:cNvGrpSpPr/>
          <p:nvPr/>
        </p:nvGrpSpPr>
        <p:grpSpPr>
          <a:xfrm>
            <a:off x="5265775" y="5478608"/>
            <a:ext cx="231840" cy="1068120"/>
            <a:chOff x="8437418" y="5047560"/>
            <a:chExt cx="231840" cy="10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B6CFC2-A7DA-6AA0-6137-8BDB68590B92}"/>
                    </a:ext>
                  </a:extLst>
                </p14:cNvPr>
                <p14:cNvContentPartPr/>
                <p14:nvPr/>
              </p14:nvContentPartPr>
              <p14:xfrm>
                <a:off x="8505458" y="5049360"/>
                <a:ext cx="14040" cy="6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B6CFC2-A7DA-6AA0-6137-8BDB68590B9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9338" y="5043240"/>
                  <a:ext cx="26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9747550-0D54-1B36-9A36-51208C74E409}"/>
                    </a:ext>
                  </a:extLst>
                </p14:cNvPr>
                <p14:cNvContentPartPr/>
                <p14:nvPr/>
              </p14:nvContentPartPr>
              <p14:xfrm>
                <a:off x="8523818" y="5047560"/>
                <a:ext cx="104760" cy="160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9747550-0D54-1B36-9A36-51208C74E40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17698" y="5041440"/>
                  <a:ext cx="117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3EB92F2-B2C8-AA83-27EA-56767DB32834}"/>
                    </a:ext>
                  </a:extLst>
                </p14:cNvPr>
                <p14:cNvContentPartPr/>
                <p14:nvPr/>
              </p14:nvContentPartPr>
              <p14:xfrm>
                <a:off x="8452898" y="5219640"/>
                <a:ext cx="216360" cy="30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3EB92F2-B2C8-AA83-27EA-56767DB3283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446778" y="5213520"/>
                  <a:ext cx="228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37824E2-80A0-3E8C-7FA2-60DE8CA37D15}"/>
                    </a:ext>
                  </a:extLst>
                </p14:cNvPr>
                <p14:cNvContentPartPr/>
                <p14:nvPr/>
              </p14:nvContentPartPr>
              <p14:xfrm>
                <a:off x="8437418" y="5495400"/>
                <a:ext cx="173880" cy="324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37824E2-80A0-3E8C-7FA2-60DE8CA37D1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31298" y="5489280"/>
                  <a:ext cx="186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03DDFF1-66D4-11F1-36AF-6E84DDA9D6E1}"/>
                    </a:ext>
                  </a:extLst>
                </p14:cNvPr>
                <p14:cNvContentPartPr/>
                <p14:nvPr/>
              </p14:nvContentPartPr>
              <p14:xfrm>
                <a:off x="8472698" y="5877360"/>
                <a:ext cx="9036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03DDFF1-66D4-11F1-36AF-6E84DDA9D6E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66578" y="5871240"/>
                  <a:ext cx="10260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CB5594-DFA4-4CBB-65DB-5550D631ECC3}"/>
                  </a:ext>
                </a:extLst>
              </p:cNvPr>
              <p:cNvSpPr txBox="1"/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The two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should be very far apart, </a:t>
                </a:r>
                <a:r>
                  <a:rPr lang="en-US" sz="2500" dirty="0" err="1"/>
                  <a:t>ie</a:t>
                </a:r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CB5594-DFA4-4CBB-65DB-5550D631E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blipFill>
                <a:blip r:embed="rId147"/>
                <a:stretch>
                  <a:fillRect l="-1802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15F5AC-86DC-ABDC-A2A8-0BD37F48237F}"/>
                  </a:ext>
                </a:extLst>
              </p:cNvPr>
              <p:cNvSpPr txBox="1"/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≫0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15F5AC-86DC-ABDC-A2A8-0BD37F482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762" y="5789308"/>
                <a:ext cx="3676648" cy="477054"/>
              </a:xfrm>
              <a:prstGeom prst="rect">
                <a:avLst/>
              </a:prstGeom>
              <a:blipFill>
                <a:blip r:embed="rId14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B8D4BD6-03E0-8FF2-F9DF-A25BA9408899}"/>
              </a:ext>
            </a:extLst>
          </p:cNvPr>
          <p:cNvSpPr/>
          <p:nvPr/>
        </p:nvSpPr>
        <p:spPr>
          <a:xfrm>
            <a:off x="6096000" y="4272968"/>
            <a:ext cx="5782146" cy="2343963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4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FCC2-4865-4056-8E13-2B513EAD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7F07-AA18-1D51-C04F-72104C1D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687"/>
            <a:ext cx="11622437" cy="1325563"/>
          </a:xfrm>
        </p:spPr>
        <p:txBody>
          <a:bodyPr/>
          <a:lstStyle/>
          <a:p>
            <a:r>
              <a:rPr lang="en-US" dirty="0"/>
              <a:t>Deriving a random walk-based distance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62FAE-B24E-2573-EF0C-B7722D9E248C}"/>
              </a:ext>
            </a:extLst>
          </p:cNvPr>
          <p:cNvSpPr txBox="1"/>
          <p:nvPr/>
        </p:nvSpPr>
        <p:spPr>
          <a:xfrm>
            <a:off x="4618134" y="1591573"/>
            <a:ext cx="72600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7030A0"/>
                </a:solidFill>
              </a:rPr>
              <a:t>If you start a random walk at A or B, </a:t>
            </a:r>
            <a:r>
              <a:rPr lang="en-US" sz="2500" u="sng" dirty="0">
                <a:solidFill>
                  <a:srgbClr val="7030A0"/>
                </a:solidFill>
              </a:rPr>
              <a:t>after t steps</a:t>
            </a:r>
            <a:r>
              <a:rPr lang="en-US" sz="2500" dirty="0">
                <a:solidFill>
                  <a:srgbClr val="7030A0"/>
                </a:solidFill>
              </a:rPr>
              <a:t> you will likely be at the same vertices (middle)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3C0C9-9F55-DBD5-106F-C9CF9A8C269C}"/>
                  </a:ext>
                </a:extLst>
              </p:cNvPr>
              <p:cNvSpPr txBox="1"/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The two vectors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500" i="1">
                        <a:latin typeface="Cambria Math" panose="02040503050406030204" pitchFamily="18" charset="0"/>
                      </a:rPr>
                      <m:t>(:,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should be </a:t>
                </a:r>
                <a:r>
                  <a:rPr lang="en-US" sz="2500" b="1" dirty="0"/>
                  <a:t>close together</a:t>
                </a:r>
                <a:r>
                  <a:rPr lang="en-US" sz="2500" dirty="0"/>
                  <a:t>, </a:t>
                </a:r>
                <a:r>
                  <a:rPr lang="en-US" sz="2500" dirty="0" err="1"/>
                  <a:t>ie</a:t>
                </a:r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3C0C9-9F55-DBD5-106F-C9CF9A8C2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960" y="4736425"/>
                <a:ext cx="5616186" cy="861774"/>
              </a:xfrm>
              <a:prstGeom prst="rect">
                <a:avLst/>
              </a:prstGeom>
              <a:blipFill>
                <a:blip r:embed="rId2"/>
                <a:stretch>
                  <a:fillRect l="-1802" t="-5797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E9F7B-84E1-5667-3F1C-2899DA602F04}"/>
                  </a:ext>
                </a:extLst>
              </p:cNvPr>
              <p:cNvSpPr txBox="1"/>
              <p:nvPr/>
            </p:nvSpPr>
            <p:spPr>
              <a:xfrm>
                <a:off x="7426762" y="5789308"/>
                <a:ext cx="3626955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:,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E9F7B-84E1-5667-3F1C-2899DA60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762" y="5789308"/>
                <a:ext cx="3626955" cy="477054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8ED86F5-453F-8828-A484-4C435275B005}"/>
              </a:ext>
            </a:extLst>
          </p:cNvPr>
          <p:cNvSpPr/>
          <p:nvPr/>
        </p:nvSpPr>
        <p:spPr>
          <a:xfrm>
            <a:off x="6096000" y="4272968"/>
            <a:ext cx="5782146" cy="2343963"/>
          </a:xfrm>
          <a:prstGeom prst="rect">
            <a:avLst/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AE3AB9C-4398-12E1-4A60-D716D2DC939E}"/>
              </a:ext>
            </a:extLst>
          </p:cNvPr>
          <p:cNvGrpSpPr/>
          <p:nvPr/>
        </p:nvGrpSpPr>
        <p:grpSpPr>
          <a:xfrm>
            <a:off x="860095" y="1257998"/>
            <a:ext cx="2838240" cy="26348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FE270C-DC7C-101D-E0D3-0E2E89E6E839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FE270C-DC7C-101D-E0D3-0E2E89E6E8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2A61618-63E5-3DE8-7BC1-3393188EADCA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A61618-63E5-3DE8-7BC1-3393188EAD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299214-2AEA-D01A-FB1F-0A1BEDF8BCD6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299214-2AEA-D01A-FB1F-0A1BEDF8BC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C54E4B-8873-4483-0280-CDFD3B3C9A18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C54E4B-8873-4483-0280-CDFD3B3C9A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939CE31-4577-0CAA-4DBE-19AA83894844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939CE31-4577-0CAA-4DBE-19AA838948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159CF52-DCDB-5606-64F0-B4F33B4173ED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59CF52-DCDB-5606-64F0-B4F33B4173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4079811-D4E9-A856-E8E4-C6C449804F08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4079811-D4E9-A856-E8E4-C6C449804F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8B621D3-2084-F0CA-6E60-061D574225B9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8B621D3-2084-F0CA-6E60-061D574225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7C484AD-F5F2-9E7B-2ADA-367C28BE1C8D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C484AD-F5F2-9E7B-2ADA-367C28BE1C8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466FD0A-BABE-81C7-DF2A-CE7C83AB33F2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66FD0A-BABE-81C7-DF2A-CE7C83AB33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A4C28BC-7AF2-F1C5-AAA6-6442B8BA69FC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4C28BC-7AF2-F1C5-AAA6-6442B8BA69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C398808-E6F5-E63B-27F9-F4A8DF4EAB3F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C398808-E6F5-E63B-27F9-F4A8DF4EAB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E36E297-C3B9-6382-58A5-9DEFC90AEEE9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E36E297-C3B9-6382-58A5-9DEFC90AEE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E034FBB-8E6D-3142-F421-5F732420F8ED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034FBB-8E6D-3142-F421-5F732420F8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6458D72-A0A9-D3E7-7E6D-981ADE9E3F85}"/>
              </a:ext>
            </a:extLst>
          </p:cNvPr>
          <p:cNvSpPr txBox="1"/>
          <p:nvPr/>
        </p:nvSpPr>
        <p:spPr>
          <a:xfrm>
            <a:off x="521413" y="1457480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227F069-CD6A-AE1F-2553-DF9CB7E0A21A}"/>
              </a:ext>
            </a:extLst>
          </p:cNvPr>
          <p:cNvSpPr txBox="1"/>
          <p:nvPr/>
        </p:nvSpPr>
        <p:spPr>
          <a:xfrm>
            <a:off x="3503755" y="1307113"/>
            <a:ext cx="4235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B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ADA84B-2822-E45B-DB2A-49717C74F577}"/>
              </a:ext>
            </a:extLst>
          </p:cNvPr>
          <p:cNvSpPr txBox="1"/>
          <p:nvPr/>
        </p:nvSpPr>
        <p:spPr>
          <a:xfrm>
            <a:off x="5347855" y="2565480"/>
            <a:ext cx="647401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This is because there are many paths between A &lt;--&gt; B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3004992-9B1F-5006-E736-DE4341B5D494}"/>
              </a:ext>
            </a:extLst>
          </p:cNvPr>
          <p:cNvGrpSpPr/>
          <p:nvPr/>
        </p:nvGrpSpPr>
        <p:grpSpPr>
          <a:xfrm>
            <a:off x="883419" y="4153284"/>
            <a:ext cx="2013120" cy="2935080"/>
            <a:chOff x="7006418" y="3844080"/>
            <a:chExt cx="2013120" cy="29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46A6130-B4AF-5567-CE54-E921857C8462}"/>
                    </a:ext>
                  </a:extLst>
                </p14:cNvPr>
                <p14:cNvContentPartPr/>
                <p14:nvPr/>
              </p14:nvContentPartPr>
              <p14:xfrm>
                <a:off x="7006418" y="3844080"/>
                <a:ext cx="2013120" cy="2220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46A6130-B4AF-5567-CE54-E921857C84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00298" y="3837960"/>
                  <a:ext cx="2025360" cy="22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A4000CB-8520-19C5-EC8E-DB2306BD1E3E}"/>
                    </a:ext>
                  </a:extLst>
                </p14:cNvPr>
                <p14:cNvContentPartPr/>
                <p14:nvPr/>
              </p14:nvContentPartPr>
              <p14:xfrm>
                <a:off x="7789778" y="6363360"/>
                <a:ext cx="190440" cy="415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A4000CB-8520-19C5-EC8E-DB2306BD1E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83658" y="6357240"/>
                  <a:ext cx="2026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F1353E7-905E-CC06-C13D-4E37CCA92B82}"/>
                    </a:ext>
                  </a:extLst>
                </p14:cNvPr>
                <p14:cNvContentPartPr/>
                <p14:nvPr/>
              </p14:nvContentPartPr>
              <p14:xfrm>
                <a:off x="8106938" y="6183000"/>
                <a:ext cx="130680" cy="231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F1353E7-905E-CC06-C13D-4E37CCA92B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00818" y="6176880"/>
                  <a:ext cx="142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7F0D578-466F-D933-809A-9A4CAC3C79FF}"/>
                    </a:ext>
                  </a:extLst>
                </p14:cNvPr>
                <p14:cNvContentPartPr/>
                <p14:nvPr/>
              </p14:nvContentPartPr>
              <p14:xfrm>
                <a:off x="8041418" y="6274440"/>
                <a:ext cx="12312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7F0D578-466F-D933-809A-9A4CAC3C79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35298" y="6268320"/>
                  <a:ext cx="13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5FECDCB-3466-4382-D976-1DF363579006}"/>
                    </a:ext>
                  </a:extLst>
                </p14:cNvPr>
                <p14:cNvContentPartPr/>
                <p14:nvPr/>
              </p14:nvContentPartPr>
              <p14:xfrm>
                <a:off x="7851698" y="3876840"/>
                <a:ext cx="182160" cy="2242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5FECDCB-3466-4382-D976-1DF3635790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45578" y="3870720"/>
                  <a:ext cx="194400" cy="22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651BF8B-ABED-80C9-CAE0-F850461BCCEC}"/>
                  </a:ext>
                </a:extLst>
              </p14:cNvPr>
              <p14:cNvContentPartPr/>
              <p14:nvPr/>
            </p14:nvContentPartPr>
            <p14:xfrm>
              <a:off x="2247218" y="4143960"/>
              <a:ext cx="228960" cy="23320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651BF8B-ABED-80C9-CAE0-F850461BCCE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41098" y="4137840"/>
                <a:ext cx="241200" cy="234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9210216-6DB1-856B-4908-B458319E2795}"/>
              </a:ext>
            </a:extLst>
          </p:cNvPr>
          <p:cNvGrpSpPr/>
          <p:nvPr/>
        </p:nvGrpSpPr>
        <p:grpSpPr>
          <a:xfrm>
            <a:off x="1662578" y="4366080"/>
            <a:ext cx="191520" cy="1492200"/>
            <a:chOff x="1662578" y="4366080"/>
            <a:chExt cx="191520" cy="149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B64AA5C-5C83-647B-A7E0-85C0461FEC11}"/>
                    </a:ext>
                  </a:extLst>
                </p14:cNvPr>
                <p14:cNvContentPartPr/>
                <p14:nvPr/>
              </p14:nvContentPartPr>
              <p14:xfrm>
                <a:off x="1750418" y="4366080"/>
                <a:ext cx="80280" cy="142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B64AA5C-5C83-647B-A7E0-85C0461FEC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44298" y="4359960"/>
                  <a:ext cx="92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0BD28A9-7A79-CA4E-D2C1-105D60D64D14}"/>
                    </a:ext>
                  </a:extLst>
                </p14:cNvPr>
                <p14:cNvContentPartPr/>
                <p14:nvPr/>
              </p14:nvContentPartPr>
              <p14:xfrm>
                <a:off x="1713338" y="4582080"/>
                <a:ext cx="131760" cy="275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0BD28A9-7A79-CA4E-D2C1-105D60D64D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07218" y="4575960"/>
                  <a:ext cx="144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93EDAFE-4975-CE00-5259-49A433FBD96F}"/>
                    </a:ext>
                  </a:extLst>
                </p14:cNvPr>
                <p14:cNvContentPartPr/>
                <p14:nvPr/>
              </p14:nvContentPartPr>
              <p14:xfrm>
                <a:off x="1773098" y="4876920"/>
                <a:ext cx="75240" cy="335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93EDAFE-4975-CE00-5259-49A433FBD9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66978" y="4870800"/>
                  <a:ext cx="874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38505CD-0BEA-A2EF-0974-8209A9AD5EC2}"/>
                    </a:ext>
                  </a:extLst>
                </p14:cNvPr>
                <p14:cNvContentPartPr/>
                <p14:nvPr/>
              </p14:nvContentPartPr>
              <p14:xfrm>
                <a:off x="1662578" y="5315760"/>
                <a:ext cx="187920" cy="298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38505CD-0BEA-A2EF-0974-8209A9AD5E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56458" y="5309640"/>
                  <a:ext cx="2001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720577B-96F6-5D96-5420-57E12B0B3B9B}"/>
                    </a:ext>
                  </a:extLst>
                </p14:cNvPr>
                <p14:cNvContentPartPr/>
                <p14:nvPr/>
              </p14:nvContentPartPr>
              <p14:xfrm>
                <a:off x="1799738" y="5693400"/>
                <a:ext cx="54360" cy="164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720577B-96F6-5D96-5420-57E12B0B3B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93618" y="5687280"/>
                  <a:ext cx="6660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303776D-11F5-C20B-C629-2C09ECD48306}"/>
                  </a:ext>
                </a:extLst>
              </p14:cNvPr>
              <p14:cNvContentPartPr/>
              <p14:nvPr/>
            </p14:nvContentPartPr>
            <p14:xfrm>
              <a:off x="1741058" y="6140520"/>
              <a:ext cx="88200" cy="2206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303776D-11F5-C20B-C629-2C09ECD4830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34938" y="6134400"/>
                <a:ext cx="10044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EDCACAC-977E-1F76-38B1-B2665DB07662}"/>
              </a:ext>
            </a:extLst>
          </p:cNvPr>
          <p:cNvGrpSpPr/>
          <p:nvPr/>
        </p:nvGrpSpPr>
        <p:grpSpPr>
          <a:xfrm>
            <a:off x="2176658" y="4208400"/>
            <a:ext cx="330840" cy="2137320"/>
            <a:chOff x="2176658" y="4208400"/>
            <a:chExt cx="330840" cy="21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72E659-66B1-2232-20A4-E510974B81B9}"/>
                    </a:ext>
                  </a:extLst>
                </p14:cNvPr>
                <p14:cNvContentPartPr/>
                <p14:nvPr/>
              </p14:nvContentPartPr>
              <p14:xfrm>
                <a:off x="2303018" y="4208400"/>
                <a:ext cx="204480" cy="217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72E659-66B1-2232-20A4-E510974B81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96898" y="4202280"/>
                  <a:ext cx="216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37338B5-8CDE-41FE-FFA9-8DB6CC380AE3}"/>
                    </a:ext>
                  </a:extLst>
                </p14:cNvPr>
                <p14:cNvContentPartPr/>
                <p14:nvPr/>
              </p14:nvContentPartPr>
              <p14:xfrm>
                <a:off x="2252978" y="4636440"/>
                <a:ext cx="214200" cy="264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37338B5-8CDE-41FE-FFA9-8DB6CC380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46858" y="4630320"/>
                  <a:ext cx="226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ACDABB2-B37F-25BB-EDB2-CAC34A071091}"/>
                    </a:ext>
                  </a:extLst>
                </p14:cNvPr>
                <p14:cNvContentPartPr/>
                <p14:nvPr/>
              </p14:nvContentPartPr>
              <p14:xfrm>
                <a:off x="2176658" y="5091480"/>
                <a:ext cx="225360" cy="316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ACDABB2-B37F-25BB-EDB2-CAC34A0710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70538" y="5085360"/>
                  <a:ext cx="237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7B45A6-BBE2-5595-BA00-D5EFA06F2EF4}"/>
                    </a:ext>
                  </a:extLst>
                </p14:cNvPr>
                <p14:cNvContentPartPr/>
                <p14:nvPr/>
              </p14:nvContentPartPr>
              <p14:xfrm>
                <a:off x="2312018" y="5419800"/>
                <a:ext cx="94320" cy="307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7B45A6-BBE2-5595-BA00-D5EFA06F2EF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05898" y="5413680"/>
                  <a:ext cx="1065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2D3860B-88F7-80D3-E66B-EA6FF88C265E}"/>
                    </a:ext>
                  </a:extLst>
                </p14:cNvPr>
                <p14:cNvContentPartPr/>
                <p14:nvPr/>
              </p14:nvContentPartPr>
              <p14:xfrm>
                <a:off x="2262698" y="5796360"/>
                <a:ext cx="145800" cy="330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2D3860B-88F7-80D3-E66B-EA6FF88C26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56578" y="5790240"/>
                  <a:ext cx="1580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D502D20-6BAE-DACB-D2D9-CE20F1208D7A}"/>
                    </a:ext>
                  </a:extLst>
                </p14:cNvPr>
                <p14:cNvContentPartPr/>
                <p14:nvPr/>
              </p14:nvContentPartPr>
              <p14:xfrm>
                <a:off x="2377178" y="6120720"/>
                <a:ext cx="69840" cy="225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D502D20-6BAE-DACB-D2D9-CE20F1208D7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1058" y="6114600"/>
                  <a:ext cx="82080" cy="23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8457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F538-DA07-7929-6D9D-5BAAB0A7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05" y="85365"/>
            <a:ext cx="11625037" cy="1325563"/>
          </a:xfrm>
        </p:spPr>
        <p:txBody>
          <a:bodyPr/>
          <a:lstStyle/>
          <a:p>
            <a:r>
              <a:rPr lang="en-US" dirty="0"/>
              <a:t>Diffusion maps: a random walk based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4613"/>
                <a:ext cx="10515600" cy="1405767"/>
              </a:xfrm>
              <a:blipFill>
                <a:blip r:embed="rId2"/>
                <a:stretch>
                  <a:fillRect l="-1206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5D0D2AE9-FAC4-E5A2-DB4D-F6EE2552DA09}"/>
              </a:ext>
            </a:extLst>
          </p:cNvPr>
          <p:cNvSpPr txBox="1"/>
          <p:nvPr/>
        </p:nvSpPr>
        <p:spPr>
          <a:xfrm>
            <a:off x="138805" y="2320754"/>
            <a:ext cx="1192458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/>
              <a:t>Big idea: </a:t>
            </a:r>
            <a:r>
              <a:rPr lang="en-US" sz="2600" dirty="0"/>
              <a:t>Probability transition matrix P</a:t>
            </a:r>
            <a:r>
              <a:rPr lang="en-US" sz="2600" baseline="30000" dirty="0"/>
              <a:t>t</a:t>
            </a:r>
            <a:r>
              <a:rPr lang="en-US" sz="2600" dirty="0"/>
              <a:t> models </a:t>
            </a:r>
            <a:r>
              <a:rPr lang="en-US" sz="2600" b="1" dirty="0"/>
              <a:t>all length-t paths</a:t>
            </a:r>
            <a:endParaRPr lang="en-US" sz="2600" dirty="0"/>
          </a:p>
          <a:p>
            <a:r>
              <a:rPr lang="en-US" sz="2200" dirty="0"/>
              <a:t>Vertices </a:t>
            </a:r>
            <a:r>
              <a:rPr lang="en-US" sz="2200" dirty="0" err="1"/>
              <a:t>x,y</a:t>
            </a:r>
            <a:r>
              <a:rPr lang="en-US" sz="2200" dirty="0"/>
              <a:t> are close if a walker starting at either x or y will end up at same vertices in length-t path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3330003-C16A-D057-FA9F-B144FE008398}"/>
                  </a:ext>
                </a:extLst>
              </p14:cNvPr>
              <p14:cNvContentPartPr/>
              <p14:nvPr/>
            </p14:nvContentPartPr>
            <p14:xfrm>
              <a:off x="4342026" y="4419548"/>
              <a:ext cx="36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3330003-C16A-D057-FA9F-B144FE008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5906" y="4413428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347E78F-59ED-9A86-897E-B966D51BFA8B}"/>
              </a:ext>
            </a:extLst>
          </p:cNvPr>
          <p:cNvGrpSpPr/>
          <p:nvPr/>
        </p:nvGrpSpPr>
        <p:grpSpPr>
          <a:xfrm>
            <a:off x="339436" y="4562403"/>
            <a:ext cx="4654687" cy="2300614"/>
            <a:chOff x="629359" y="3907678"/>
            <a:chExt cx="5422680" cy="26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1D9E0DD-3076-096F-40AA-11C99F1691E5}"/>
                    </a:ext>
                  </a:extLst>
                </p14:cNvPr>
                <p14:cNvContentPartPr/>
                <p14:nvPr/>
              </p14:nvContentPartPr>
              <p14:xfrm>
                <a:off x="2444479" y="4928998"/>
                <a:ext cx="340200" cy="32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C8D0BC-91F2-3844-C69D-F78C687A8A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38359" y="4922878"/>
                  <a:ext cx="35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59D5586-F445-9D77-7542-51BCF71FE73D}"/>
                    </a:ext>
                  </a:extLst>
                </p14:cNvPr>
                <p14:cNvContentPartPr/>
                <p14:nvPr/>
              </p14:nvContentPartPr>
              <p14:xfrm>
                <a:off x="2908879" y="5092078"/>
                <a:ext cx="8902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8AE839-CDA2-77E6-1100-F215E4B507F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02759" y="5085958"/>
                  <a:ext cx="9025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555D402-5543-68DD-1E3C-8C0A37781616}"/>
                    </a:ext>
                  </a:extLst>
                </p14:cNvPr>
                <p14:cNvContentPartPr/>
                <p14:nvPr/>
              </p14:nvContentPartPr>
              <p14:xfrm>
                <a:off x="3933439" y="4905958"/>
                <a:ext cx="214200" cy="299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BD268BC-5DA7-EB71-DDE1-D39CED9B3B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27319" y="4899838"/>
                  <a:ext cx="226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623DA86-3107-60DE-13F6-6ED966C4484A}"/>
                    </a:ext>
                  </a:extLst>
                </p14:cNvPr>
                <p14:cNvContentPartPr/>
                <p14:nvPr/>
              </p14:nvContentPartPr>
              <p14:xfrm>
                <a:off x="1156759" y="4151398"/>
                <a:ext cx="245880" cy="38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D27B7F1-63FB-884C-AC28-7D0B468694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0639" y="4145278"/>
                  <a:ext cx="258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B0ACE3C-70C9-B38D-6310-83DBA4A85E3F}"/>
                    </a:ext>
                  </a:extLst>
                </p14:cNvPr>
                <p14:cNvContentPartPr/>
                <p14:nvPr/>
              </p14:nvContentPartPr>
              <p14:xfrm>
                <a:off x="629359" y="5176678"/>
                <a:ext cx="220680" cy="27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95FF0E-549F-3ABA-8CEA-B91EC8DC04F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3239" y="5170558"/>
                  <a:ext cx="232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37DAC32-B267-A1F0-AEC3-9FB5F8D99D60}"/>
                    </a:ext>
                  </a:extLst>
                </p14:cNvPr>
                <p14:cNvContentPartPr/>
                <p14:nvPr/>
              </p14:nvContentPartPr>
              <p14:xfrm>
                <a:off x="817999" y="6098638"/>
                <a:ext cx="273240" cy="29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E1AE97-1FEA-7AD8-F239-8D21BFFB1A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1879" y="6092518"/>
                  <a:ext cx="285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2A1A074-A73C-16A6-E44D-7E805087B058}"/>
                    </a:ext>
                  </a:extLst>
                </p14:cNvPr>
                <p14:cNvContentPartPr/>
                <p14:nvPr/>
              </p14:nvContentPartPr>
              <p14:xfrm>
                <a:off x="1834279" y="6189358"/>
                <a:ext cx="287640" cy="398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DC3C5D2-414C-D498-F1E2-CFDB2D38EA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8159" y="6183238"/>
                  <a:ext cx="299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6D48E37-A9FF-DD5C-82DC-1646D8683FF7}"/>
                    </a:ext>
                  </a:extLst>
                </p14:cNvPr>
                <p14:cNvContentPartPr/>
                <p14:nvPr/>
              </p14:nvContentPartPr>
              <p14:xfrm>
                <a:off x="2374279" y="5647198"/>
                <a:ext cx="126720" cy="30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7D1662-3DA2-0997-FCD4-D561C663E31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8159" y="5641078"/>
                  <a:ext cx="138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A496788-C9FA-BF3B-470D-407D9A9BB4B2}"/>
                    </a:ext>
                  </a:extLst>
                </p14:cNvPr>
                <p14:cNvContentPartPr/>
                <p14:nvPr/>
              </p14:nvContentPartPr>
              <p14:xfrm>
                <a:off x="1457359" y="4534798"/>
                <a:ext cx="828720" cy="508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C4FD105-D0FA-F442-E13F-27E226B00A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51239" y="4528678"/>
                  <a:ext cx="840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64507CC-8EDC-8FE8-9300-B5AC3D223A8A}"/>
                    </a:ext>
                  </a:extLst>
                </p14:cNvPr>
                <p14:cNvContentPartPr/>
                <p14:nvPr/>
              </p14:nvContentPartPr>
              <p14:xfrm>
                <a:off x="2560399" y="5502118"/>
                <a:ext cx="360" cy="17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7DA649-3625-6467-66E2-4FD502EAC6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54279" y="5495998"/>
                  <a:ext cx="12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71BDFB5-F681-DD60-8375-3183AB7880F6}"/>
                    </a:ext>
                  </a:extLst>
                </p14:cNvPr>
                <p14:cNvContentPartPr/>
                <p14:nvPr/>
              </p14:nvContentPartPr>
              <p14:xfrm>
                <a:off x="2208319" y="6143278"/>
                <a:ext cx="164160" cy="83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262E8F-A69A-844E-521F-F6378E1B38D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02199" y="6137158"/>
                  <a:ext cx="176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1E6162-3B96-AEC8-4D56-7A7BF53AC8E7}"/>
                    </a:ext>
                  </a:extLst>
                </p14:cNvPr>
                <p14:cNvContentPartPr/>
                <p14:nvPr/>
              </p14:nvContentPartPr>
              <p14:xfrm>
                <a:off x="1345039" y="6255598"/>
                <a:ext cx="476640" cy="3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63C150-F426-832F-EDDD-9B274E0237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38919" y="6249478"/>
                  <a:ext cx="48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B260BB0-414A-1C75-203F-033D48D8B51B}"/>
                    </a:ext>
                  </a:extLst>
                </p14:cNvPr>
                <p14:cNvContentPartPr/>
                <p14:nvPr/>
              </p14:nvContentPartPr>
              <p14:xfrm>
                <a:off x="779839" y="5579158"/>
                <a:ext cx="360" cy="298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D0D31A4-BF89-80C2-1520-E7BF65F53D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3719" y="5573038"/>
                  <a:ext cx="126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002D366-90E9-C0AC-F1AE-D43AD6A2C924}"/>
                    </a:ext>
                  </a:extLst>
                </p14:cNvPr>
                <p14:cNvContentPartPr/>
                <p14:nvPr/>
              </p14:nvContentPartPr>
              <p14:xfrm>
                <a:off x="855799" y="4812718"/>
                <a:ext cx="268560" cy="27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B9BE93A-7E34-113B-24F5-09B1620E089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9679" y="4806598"/>
                  <a:ext cx="280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9CD38B9-7C46-579B-FCBA-FF4D2BCF5CF3}"/>
                    </a:ext>
                  </a:extLst>
                </p14:cNvPr>
                <p14:cNvContentPartPr/>
                <p14:nvPr/>
              </p14:nvContentPartPr>
              <p14:xfrm>
                <a:off x="994399" y="5428678"/>
                <a:ext cx="658800" cy="63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44CE9B-9ED1-5ED2-A4FA-769F8F4FCCB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8279" y="5422558"/>
                  <a:ext cx="67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F206CE-4E45-6BCA-0380-F77D526F55F7}"/>
                    </a:ext>
                  </a:extLst>
                </p14:cNvPr>
                <p14:cNvContentPartPr/>
                <p14:nvPr/>
              </p14:nvContentPartPr>
              <p14:xfrm>
                <a:off x="1192399" y="5283598"/>
                <a:ext cx="1157760" cy="425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6D5AC1-5555-9510-1370-FDBDAD19DDD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86279" y="5277478"/>
                  <a:ext cx="11700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4EC4B4-3F81-96BC-AE3F-925A6EA60904}"/>
                    </a:ext>
                  </a:extLst>
                </p14:cNvPr>
                <p14:cNvContentPartPr/>
                <p14:nvPr/>
              </p14:nvContentPartPr>
              <p14:xfrm>
                <a:off x="1254319" y="5117638"/>
                <a:ext cx="10371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A0A0E3-BA59-D890-57A3-38194812A15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48199" y="5111518"/>
                  <a:ext cx="1049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3627214-9679-8F4B-1424-BC82292ADBA5}"/>
                    </a:ext>
                  </a:extLst>
                </p14:cNvPr>
                <p14:cNvContentPartPr/>
                <p14:nvPr/>
              </p14:nvContentPartPr>
              <p14:xfrm>
                <a:off x="1298959" y="4655398"/>
                <a:ext cx="14400" cy="133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38E0C-46D2-4972-713F-4B7289ACCF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92839" y="4649278"/>
                  <a:ext cx="26640" cy="13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8FBD0A3-0E63-FDB4-599A-2A22BECBFE3A}"/>
                    </a:ext>
                  </a:extLst>
                </p14:cNvPr>
                <p14:cNvContentPartPr/>
                <p14:nvPr/>
              </p14:nvContentPartPr>
              <p14:xfrm>
                <a:off x="1544839" y="4940878"/>
                <a:ext cx="213120" cy="133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768F70C-53CC-8E2D-132C-3AFA67E3941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538719" y="4934758"/>
                  <a:ext cx="22536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ED7BE09-CB16-0767-D495-88CB3AEEEBB4}"/>
                    </a:ext>
                  </a:extLst>
                </p14:cNvPr>
                <p14:cNvContentPartPr/>
                <p14:nvPr/>
              </p14:nvContentPartPr>
              <p14:xfrm>
                <a:off x="1716919" y="5009638"/>
                <a:ext cx="660960" cy="572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3DCEB-F86E-04C3-E485-7605D5F2430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10799" y="5003518"/>
                  <a:ext cx="673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E774260-62F8-BC5B-D3B8-28841C6F0A40}"/>
                    </a:ext>
                  </a:extLst>
                </p14:cNvPr>
                <p14:cNvContentPartPr/>
                <p14:nvPr/>
              </p14:nvContentPartPr>
              <p14:xfrm>
                <a:off x="1014559" y="5251198"/>
                <a:ext cx="1172520" cy="76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B00413-5EC1-2258-D1F3-299359EF031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8439" y="5245078"/>
                  <a:ext cx="1184760" cy="7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2C45329-8E3C-293D-4F05-D434A339289C}"/>
                    </a:ext>
                  </a:extLst>
                </p14:cNvPr>
                <p14:cNvContentPartPr/>
                <p14:nvPr/>
              </p14:nvContentPartPr>
              <p14:xfrm>
                <a:off x="1032199" y="5024398"/>
                <a:ext cx="135720" cy="99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5FD9031-42AE-3E12-F10C-0303A789D1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6079" y="5018278"/>
                  <a:ext cx="14796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ACC28BA-7AE1-BE73-A181-28047672163B}"/>
                    </a:ext>
                  </a:extLst>
                </p14:cNvPr>
                <p14:cNvContentPartPr/>
                <p14:nvPr/>
              </p14:nvContentPartPr>
              <p14:xfrm>
                <a:off x="4816159" y="3907678"/>
                <a:ext cx="223560" cy="211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435C8C-5D3C-CC9F-6C5C-DB23099298A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10039" y="3901558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818D573-551A-7B94-582C-B86FB748976E}"/>
                    </a:ext>
                  </a:extLst>
                </p14:cNvPr>
                <p14:cNvContentPartPr/>
                <p14:nvPr/>
              </p14:nvContentPartPr>
              <p14:xfrm>
                <a:off x="5638039" y="4424278"/>
                <a:ext cx="185400" cy="221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5651DA-3451-AA50-1DEF-63BE175A669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31919" y="4418158"/>
                  <a:ext cx="19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1267188-A019-F36C-CAFC-D2D48AD17E5D}"/>
                    </a:ext>
                  </a:extLst>
                </p14:cNvPr>
                <p14:cNvContentPartPr/>
                <p14:nvPr/>
              </p14:nvContentPartPr>
              <p14:xfrm>
                <a:off x="5831719" y="5423638"/>
                <a:ext cx="22032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0F3059E-7332-6FB8-59F7-C0026D580F3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25599" y="5417518"/>
                  <a:ext cx="23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54F0DBF-7ADA-89E5-B401-7BEDDA2C1232}"/>
                    </a:ext>
                  </a:extLst>
                </p14:cNvPr>
                <p14:cNvContentPartPr/>
                <p14:nvPr/>
              </p14:nvContentPartPr>
              <p14:xfrm>
                <a:off x="5280559" y="6140398"/>
                <a:ext cx="250920" cy="26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07E5D4-9034-9626-1366-89A1A91FBE1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74439" y="6134278"/>
                  <a:ext cx="263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F1F4C4E-49F6-0165-A267-6799D394F8E3}"/>
                    </a:ext>
                  </a:extLst>
                </p14:cNvPr>
                <p14:cNvContentPartPr/>
                <p14:nvPr/>
              </p14:nvContentPartPr>
              <p14:xfrm>
                <a:off x="4322599" y="5899198"/>
                <a:ext cx="268920" cy="417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C04006B-5101-554E-0325-E540936D789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16479" y="5893078"/>
                  <a:ext cx="2811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4CCF376-E786-2C9B-CF26-788A414C2F85}"/>
                    </a:ext>
                  </a:extLst>
                </p14:cNvPr>
                <p14:cNvContentPartPr/>
                <p14:nvPr/>
              </p14:nvContentPartPr>
              <p14:xfrm>
                <a:off x="4120279" y="5404918"/>
                <a:ext cx="181800" cy="520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EB4D0-1996-B948-DABB-EA6D34C031A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14159" y="5398798"/>
                  <a:ext cx="1940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D01BD25-6140-BA44-C8B6-F89A03575FB4}"/>
                    </a:ext>
                  </a:extLst>
                </p14:cNvPr>
                <p14:cNvContentPartPr/>
                <p14:nvPr/>
              </p14:nvContentPartPr>
              <p14:xfrm>
                <a:off x="4239079" y="4242838"/>
                <a:ext cx="494640" cy="478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F017B-53E4-3BD3-A52A-46F35C0E3BB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32959" y="4236718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0B45216-A99B-5FD4-335F-68D62D6A739C}"/>
                    </a:ext>
                  </a:extLst>
                </p14:cNvPr>
                <p14:cNvContentPartPr/>
                <p14:nvPr/>
              </p14:nvContentPartPr>
              <p14:xfrm>
                <a:off x="5094439" y="4300438"/>
                <a:ext cx="321480" cy="191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51369E5-77E1-F396-9177-E2B8224F977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88319" y="4294318"/>
                  <a:ext cx="333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C512426-C6CE-4098-DF42-5C8683915E61}"/>
                    </a:ext>
                  </a:extLst>
                </p14:cNvPr>
                <p14:cNvContentPartPr/>
                <p14:nvPr/>
              </p14:nvContentPartPr>
              <p14:xfrm>
                <a:off x="5730919" y="4878958"/>
                <a:ext cx="7200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1CFFDF-BDE1-4AE1-4E27-35C032707CD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24799" y="4872838"/>
                  <a:ext cx="842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3C446E5-7ED9-5592-43D6-AF9DDE15E98E}"/>
                    </a:ext>
                  </a:extLst>
                </p14:cNvPr>
                <p14:cNvContentPartPr/>
                <p14:nvPr/>
              </p14:nvContentPartPr>
              <p14:xfrm>
                <a:off x="5595559" y="5790478"/>
                <a:ext cx="167760" cy="33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6F2024-06CF-EBEC-DE58-905C04402AD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89439" y="5784358"/>
                  <a:ext cx="1800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5096F1F-C73F-3936-A295-5C74F7B7F8BD}"/>
                    </a:ext>
                  </a:extLst>
                </p14:cNvPr>
                <p14:cNvContentPartPr/>
                <p14:nvPr/>
              </p14:nvContentPartPr>
              <p14:xfrm>
                <a:off x="4828759" y="6282238"/>
                <a:ext cx="339840" cy="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2A5244-8317-8493-6549-207B7C6768D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22639" y="6276118"/>
                  <a:ext cx="352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09E7D7A-C3CF-C3EC-55C7-7271B94E239E}"/>
                    </a:ext>
                  </a:extLst>
                </p14:cNvPr>
                <p14:cNvContentPartPr/>
                <p14:nvPr/>
              </p14:nvContentPartPr>
              <p14:xfrm>
                <a:off x="4385959" y="5169838"/>
                <a:ext cx="950040" cy="31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4EE77E5-08C9-FAB7-382C-A817F0465C2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79839" y="5163718"/>
                  <a:ext cx="962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5796272-4A0A-475A-8D27-A242ABDC7EA5}"/>
                    </a:ext>
                  </a:extLst>
                </p14:cNvPr>
                <p14:cNvContentPartPr/>
                <p14:nvPr/>
              </p14:nvContentPartPr>
              <p14:xfrm>
                <a:off x="4636519" y="5838718"/>
                <a:ext cx="817920" cy="15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6B88ED-7EA7-64A6-D27F-CE1880EB1D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30399" y="5832598"/>
                  <a:ext cx="83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CB77720-21CE-63ED-140A-5DB6630EFEFD}"/>
                    </a:ext>
                  </a:extLst>
                </p14:cNvPr>
                <p14:cNvContentPartPr/>
                <p14:nvPr/>
              </p14:nvContentPartPr>
              <p14:xfrm>
                <a:off x="4948279" y="4427158"/>
                <a:ext cx="139320" cy="1631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180F6F-3F32-1306-4DD6-703C5580D9D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42159" y="4421038"/>
                  <a:ext cx="151560" cy="16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9FFA36-A7A3-7774-1659-DC3F23BD2629}"/>
                    </a:ext>
                  </a:extLst>
                </p14:cNvPr>
                <p14:cNvContentPartPr/>
                <p14:nvPr/>
              </p14:nvContentPartPr>
              <p14:xfrm>
                <a:off x="4492879" y="4644958"/>
                <a:ext cx="966960" cy="10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8959768-2AEE-2731-9684-BEA1078B82D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86759" y="4638838"/>
                  <a:ext cx="97920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F4491B0-BB27-03BF-9145-1E4DE37B0D0C}"/>
                    </a:ext>
                  </a:extLst>
                </p14:cNvPr>
                <p14:cNvContentPartPr/>
                <p14:nvPr/>
              </p14:nvContentPartPr>
              <p14:xfrm>
                <a:off x="5095519" y="4484038"/>
                <a:ext cx="479880" cy="1061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D922454-6F89-7072-7B7B-EB4DADCE72D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089399" y="4477918"/>
                  <a:ext cx="49212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89B14F5-6597-864C-1A6D-F15BCF062336}"/>
                    </a:ext>
                  </a:extLst>
                </p14:cNvPr>
                <p14:cNvContentPartPr/>
                <p14:nvPr/>
              </p14:nvContentPartPr>
              <p14:xfrm>
                <a:off x="4443199" y="4757638"/>
                <a:ext cx="914040" cy="144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A702E83-E027-A049-BC5D-C3A4F3ABF8C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37079" y="4751518"/>
                  <a:ext cx="92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E2D4626-1B0A-6325-315B-6F0D2A73AB9A}"/>
                    </a:ext>
                  </a:extLst>
                </p14:cNvPr>
                <p14:cNvContentPartPr/>
                <p14:nvPr/>
              </p14:nvContentPartPr>
              <p14:xfrm>
                <a:off x="5128999" y="5665918"/>
                <a:ext cx="490680" cy="345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C3500D-FD30-EDB1-312A-F53C3C0A4DC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122879" y="5659798"/>
                  <a:ext cx="502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0CEFA4B-37DB-854A-0958-7CEBE9C5867C}"/>
                    </a:ext>
                  </a:extLst>
                </p14:cNvPr>
                <p14:cNvContentPartPr/>
                <p14:nvPr/>
              </p14:nvContentPartPr>
              <p14:xfrm>
                <a:off x="4644079" y="4856998"/>
                <a:ext cx="987840" cy="992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FC0DF84-D884-C5A8-C915-C1E3F2BBB8C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637959" y="4850878"/>
                  <a:ext cx="1000080" cy="1004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A0207DCC-6C36-5864-0D87-40F7EBB3B4AE}"/>
              </a:ext>
            </a:extLst>
          </p:cNvPr>
          <p:cNvSpPr txBox="1"/>
          <p:nvPr/>
        </p:nvSpPr>
        <p:spPr>
          <a:xfrm>
            <a:off x="1933304" y="499923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8017AD0-A943-1014-8B26-139247E1A2CF}"/>
              </a:ext>
            </a:extLst>
          </p:cNvPr>
          <p:cNvSpPr txBox="1"/>
          <p:nvPr/>
        </p:nvSpPr>
        <p:spPr>
          <a:xfrm>
            <a:off x="2948824" y="501956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88CEC10-825B-8152-9B94-6FBE2095905D}"/>
              </a:ext>
            </a:extLst>
          </p:cNvPr>
          <p:cNvGrpSpPr/>
          <p:nvPr/>
        </p:nvGrpSpPr>
        <p:grpSpPr>
          <a:xfrm>
            <a:off x="8831762" y="4664968"/>
            <a:ext cx="2248260" cy="2087140"/>
            <a:chOff x="8358937" y="4082799"/>
            <a:chExt cx="2838240" cy="26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90D95C3-4F62-946A-603C-CFD09C8B5FE8}"/>
                    </a:ext>
                  </a:extLst>
                </p14:cNvPr>
                <p14:cNvContentPartPr/>
                <p14:nvPr/>
              </p14:nvContentPartPr>
              <p14:xfrm>
                <a:off x="8358937" y="4850679"/>
                <a:ext cx="248760" cy="309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FE270C-DC7C-101D-E0D3-0E2E89E6E83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352817" y="4844559"/>
                  <a:ext cx="261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5CC9E47-8625-89BD-914B-38FFE9C1D1F0}"/>
                    </a:ext>
                  </a:extLst>
                </p14:cNvPr>
                <p14:cNvContentPartPr/>
                <p14:nvPr/>
              </p14:nvContentPartPr>
              <p14:xfrm>
                <a:off x="8563057" y="4211319"/>
                <a:ext cx="667440" cy="69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A61618-63E5-3DE8-7BC1-3393188EAD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556937" y="4205199"/>
                  <a:ext cx="6796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0CB5794-7DD4-FBBA-0459-C8BC0B9FE4D2}"/>
                    </a:ext>
                  </a:extLst>
                </p14:cNvPr>
                <p14:cNvContentPartPr/>
                <p14:nvPr/>
              </p14:nvContentPartPr>
              <p14:xfrm>
                <a:off x="9266857" y="4082799"/>
                <a:ext cx="180360" cy="23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299214-2AEA-D01A-FB1F-0A1BEDF8BCD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60737" y="4076679"/>
                  <a:ext cx="192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F05AB9F-7612-7EE9-8254-F989AAD51D46}"/>
                    </a:ext>
                  </a:extLst>
                </p14:cNvPr>
                <p14:cNvContentPartPr/>
                <p14:nvPr/>
              </p14:nvContentPartPr>
              <p14:xfrm>
                <a:off x="8666017" y="5049399"/>
                <a:ext cx="783000" cy="3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C54E4B-8873-4483-0280-CDFD3B3C9A1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59897" y="5043279"/>
                  <a:ext cx="795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0473105-B41F-382D-E112-D64300F9DA85}"/>
                    </a:ext>
                  </a:extLst>
                </p14:cNvPr>
                <p14:cNvContentPartPr/>
                <p14:nvPr/>
              </p14:nvContentPartPr>
              <p14:xfrm>
                <a:off x="9436057" y="4949679"/>
                <a:ext cx="162360" cy="229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939CE31-4577-0CAA-4DBE-19AA8389484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29937" y="4943559"/>
                  <a:ext cx="174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CF2EDF6-2CCF-E31E-734D-EEB3939F4A34}"/>
                    </a:ext>
                  </a:extLst>
                </p14:cNvPr>
                <p14:cNvContentPartPr/>
                <p14:nvPr/>
              </p14:nvContentPartPr>
              <p14:xfrm>
                <a:off x="8642617" y="4565199"/>
                <a:ext cx="928800" cy="41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59CF52-DCDB-5606-64F0-B4F33B4173E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36497" y="4559079"/>
                  <a:ext cx="9410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E346AA2-EE83-B17C-0AAA-0816C3433BCF}"/>
                    </a:ext>
                  </a:extLst>
                </p14:cNvPr>
                <p14:cNvContentPartPr/>
                <p14:nvPr/>
              </p14:nvContentPartPr>
              <p14:xfrm>
                <a:off x="8703097" y="5152719"/>
                <a:ext cx="978840" cy="853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4079811-D4E9-A856-E8E4-C6C449804F0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96977" y="5146599"/>
                  <a:ext cx="99108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C52F305-DBD1-24B2-1AFA-4BA9DA7C133C}"/>
                    </a:ext>
                  </a:extLst>
                </p14:cNvPr>
                <p14:cNvContentPartPr/>
                <p14:nvPr/>
              </p14:nvContentPartPr>
              <p14:xfrm>
                <a:off x="8676457" y="5278359"/>
                <a:ext cx="1073880" cy="1439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8B621D3-2084-F0CA-6E60-061D574225B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70337" y="5272239"/>
                  <a:ext cx="1086120" cy="14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37AFEE9-39E5-12CD-C2B7-A8D30BEDB0D0}"/>
                    </a:ext>
                  </a:extLst>
                </p14:cNvPr>
                <p14:cNvContentPartPr/>
                <p14:nvPr/>
              </p14:nvContentPartPr>
              <p14:xfrm>
                <a:off x="10808017" y="4734039"/>
                <a:ext cx="389160" cy="443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7C484AD-F5F2-9E7B-2ADA-367C28BE1C8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801897" y="4727919"/>
                  <a:ext cx="4014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B0684C2-97F6-BF04-448E-C1D28742D8F7}"/>
                    </a:ext>
                  </a:extLst>
                </p14:cNvPr>
                <p14:cNvContentPartPr/>
                <p14:nvPr/>
              </p14:nvContentPartPr>
              <p14:xfrm>
                <a:off x="9631177" y="4187919"/>
                <a:ext cx="915840" cy="648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66FD0A-BABE-81C7-DF2A-CE7C83AB33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5057" y="4181799"/>
                  <a:ext cx="92808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3AE73E0-FADD-D016-AA2D-6542F45F1894}"/>
                    </a:ext>
                  </a:extLst>
                </p14:cNvPr>
                <p14:cNvContentPartPr/>
                <p14:nvPr/>
              </p14:nvContentPartPr>
              <p14:xfrm>
                <a:off x="9776977" y="4748439"/>
                <a:ext cx="534240" cy="11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4C28BC-7AF2-F1C5-AAA6-6442B8BA69F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770857" y="4742319"/>
                  <a:ext cx="546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465FB3F-EA1D-43B2-DBBA-2DCD8F457960}"/>
                    </a:ext>
                  </a:extLst>
                </p14:cNvPr>
                <p14:cNvContentPartPr/>
                <p14:nvPr/>
              </p14:nvContentPartPr>
              <p14:xfrm>
                <a:off x="9684457" y="5196639"/>
                <a:ext cx="683280" cy="23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C398808-E6F5-E63B-27F9-F4A8DF4EAB3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78337" y="5190519"/>
                  <a:ext cx="69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52EF3C3-AA1A-E9B0-F1C9-212131553CCA}"/>
                    </a:ext>
                  </a:extLst>
                </p14:cNvPr>
                <p14:cNvContentPartPr/>
                <p14:nvPr/>
              </p14:nvContentPartPr>
              <p14:xfrm>
                <a:off x="9771217" y="5468799"/>
                <a:ext cx="737640" cy="46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E36E297-C3B9-6382-58A5-9DEFC90AEEE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65097" y="5462679"/>
                  <a:ext cx="7498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8D5593B-4712-C08D-3137-1B62146237E9}"/>
                    </a:ext>
                  </a:extLst>
                </p14:cNvPr>
                <p14:cNvContentPartPr/>
                <p14:nvPr/>
              </p14:nvContentPartPr>
              <p14:xfrm>
                <a:off x="9836017" y="5551959"/>
                <a:ext cx="925560" cy="954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034FBB-8E6D-3142-F421-5F732420F8E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829897" y="5545839"/>
                  <a:ext cx="937800" cy="96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6605716C-7B65-0111-789A-A7DE73627123}"/>
              </a:ext>
            </a:extLst>
          </p:cNvPr>
          <p:cNvSpPr txBox="1"/>
          <p:nvPr/>
        </p:nvSpPr>
        <p:spPr>
          <a:xfrm>
            <a:off x="8535548" y="460958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90D565D-7243-C1B3-9E3D-9F0AD08C9365}"/>
              </a:ext>
            </a:extLst>
          </p:cNvPr>
          <p:cNvSpPr txBox="1"/>
          <p:nvPr/>
        </p:nvSpPr>
        <p:spPr>
          <a:xfrm>
            <a:off x="10945260" y="4562403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10751A9-8F60-4274-CBB3-BAD0CEA59069}"/>
                  </a:ext>
                </a:extLst>
              </p:cNvPr>
              <p:cNvSpPr txBox="1"/>
              <p:nvPr/>
            </p:nvSpPr>
            <p:spPr>
              <a:xfrm>
                <a:off x="179866" y="3724019"/>
                <a:ext cx="553791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solidFill>
                      <a:srgbClr val="C00000"/>
                    </a:solidFill>
                  </a:rPr>
                  <a:t>Large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u="sng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u="sng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walker starting at </a:t>
                </a:r>
                <a:r>
                  <a:rPr lang="en-US" b="1" dirty="0">
                    <a:solidFill>
                      <a:srgbClr val="C00000"/>
                    </a:solidFill>
                  </a:rPr>
                  <a:t>x </a:t>
                </a:r>
                <a:r>
                  <a:rPr lang="en-US" dirty="0">
                    <a:solidFill>
                      <a:srgbClr val="C00000"/>
                    </a:solidFill>
                  </a:rPr>
                  <a:t>more likely to end on left side, while walker starting at  </a:t>
                </a:r>
                <a:r>
                  <a:rPr lang="en-US" b="1" dirty="0">
                    <a:solidFill>
                      <a:srgbClr val="C00000"/>
                    </a:solidFill>
                  </a:rPr>
                  <a:t>y</a:t>
                </a:r>
                <a:r>
                  <a:rPr lang="en-US" dirty="0">
                    <a:solidFill>
                      <a:srgbClr val="C00000"/>
                    </a:solidFill>
                  </a:rPr>
                  <a:t> more likely to end at right side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10751A9-8F60-4274-CBB3-BAD0CEA59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66" y="3724019"/>
                <a:ext cx="5537916" cy="923330"/>
              </a:xfrm>
              <a:prstGeom prst="rect">
                <a:avLst/>
              </a:prstGeom>
              <a:blipFill>
                <a:blip r:embed="rId115"/>
                <a:stretch>
                  <a:fillRect l="-915" t="-4110" r="-91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587A293-2E88-3ABA-7D7C-7B3CC5712201}"/>
                  </a:ext>
                </a:extLst>
              </p:cNvPr>
              <p:cNvSpPr txBox="1"/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Small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walkers starting at </a:t>
                </a:r>
                <a:r>
                  <a:rPr lang="en-US" b="1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>
                    <a:solidFill>
                      <a:srgbClr val="C00000"/>
                    </a:solidFill>
                  </a:rPr>
                  <a:t>,  </a:t>
                </a:r>
                <a:r>
                  <a:rPr lang="en-US" b="1" dirty="0">
                    <a:solidFill>
                      <a:srgbClr val="C00000"/>
                    </a:solidFill>
                  </a:rPr>
                  <a:t>y</a:t>
                </a:r>
                <a:r>
                  <a:rPr lang="en-US" dirty="0">
                    <a:solidFill>
                      <a:srgbClr val="C00000"/>
                    </a:solidFill>
                  </a:rPr>
                  <a:t> will reach different vertices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587A293-2E88-3ABA-7D7C-7B3CC5712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564" y="7081481"/>
                <a:ext cx="5537916" cy="646331"/>
              </a:xfrm>
              <a:prstGeom prst="rect">
                <a:avLst/>
              </a:prstGeom>
              <a:blipFill>
                <a:blip r:embed="rId116"/>
                <a:stretch>
                  <a:fillRect l="-91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ED51D18-4757-6367-4377-003BEB57D746}"/>
                  </a:ext>
                </a:extLst>
              </p:cNvPr>
              <p:cNvSpPr txBox="1"/>
              <p:nvPr/>
            </p:nvSpPr>
            <p:spPr>
              <a:xfrm>
                <a:off x="6739649" y="3901659"/>
                <a:ext cx="5537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solidFill>
                      <a:schemeClr val="accent6">
                        <a:lumMod val="75000"/>
                      </a:schemeClr>
                    </a:solidFill>
                  </a:rPr>
                  <a:t>Small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u="sng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0" u="sng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u="sng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walker starting at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x or y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will likely end at middle vertex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ED51D18-4757-6367-4377-003BEB57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649" y="3901659"/>
                <a:ext cx="5537916" cy="646331"/>
              </a:xfrm>
              <a:prstGeom prst="rect">
                <a:avLst/>
              </a:prstGeom>
              <a:blipFill>
                <a:blip r:embed="rId117"/>
                <a:stretch>
                  <a:fillRect l="-91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77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FB4E-E3C7-B1BC-3296-8BFF2258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86F4-5A19-C2EF-BE18-B19E12A30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" y="265372"/>
            <a:ext cx="10515600" cy="1325563"/>
          </a:xfrm>
        </p:spPr>
        <p:txBody>
          <a:bodyPr/>
          <a:lstStyle/>
          <a:p>
            <a:r>
              <a:rPr lang="en-US" dirty="0"/>
              <a:t>Diffusion maps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1D9EC-83CD-622A-5F6B-00F7A62A2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Idea: 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P is transition matrix of a random walk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C9AA0-4656-22BE-9CED-A3ECE9CAB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  <a:blipFill>
                <a:blip r:embed="rId2"/>
                <a:stretch>
                  <a:fillRect l="-1206" t="-7143" b="-9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oogle Shape;139;p13">
            <a:extLst>
              <a:ext uri="{FF2B5EF4-FFF2-40B4-BE49-F238E27FC236}">
                <a16:creationId xmlns:a16="http://schemas.microsoft.com/office/drawing/2014/main" id="{60ED18C5-659F-28DD-7D7D-5371C364FAE1}"/>
              </a:ext>
            </a:extLst>
          </p:cNvPr>
          <p:cNvGrpSpPr/>
          <p:nvPr/>
        </p:nvGrpSpPr>
        <p:grpSpPr>
          <a:xfrm>
            <a:off x="206432" y="4360593"/>
            <a:ext cx="2784758" cy="2232035"/>
            <a:chOff x="4593376" y="1599099"/>
            <a:chExt cx="2200589" cy="1640067"/>
          </a:xfrm>
        </p:grpSpPr>
        <p:cxnSp>
          <p:nvCxnSpPr>
            <p:cNvPr id="5" name="Google Shape;140;p13">
              <a:extLst>
                <a:ext uri="{FF2B5EF4-FFF2-40B4-BE49-F238E27FC236}">
                  <a16:creationId xmlns:a16="http://schemas.microsoft.com/office/drawing/2014/main" id="{BBDE1390-A48D-1CA9-0BFB-EC439FC3210B}"/>
                </a:ext>
              </a:extLst>
            </p:cNvPr>
            <p:cNvCxnSpPr/>
            <p:nvPr/>
          </p:nvCxnSpPr>
          <p:spPr>
            <a:xfrm>
              <a:off x="4891800" y="2235600"/>
              <a:ext cx="318300" cy="7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141;p13">
              <a:extLst>
                <a:ext uri="{FF2B5EF4-FFF2-40B4-BE49-F238E27FC236}">
                  <a16:creationId xmlns:a16="http://schemas.microsoft.com/office/drawing/2014/main" id="{7DBF92D6-D3F4-34C4-5BE4-95E04F3CDCE5}"/>
                </a:ext>
              </a:extLst>
            </p:cNvPr>
            <p:cNvCxnSpPr/>
            <p:nvPr/>
          </p:nvCxnSpPr>
          <p:spPr>
            <a:xfrm>
              <a:off x="6064275" y="2177700"/>
              <a:ext cx="258300" cy="159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142;p13">
              <a:extLst>
                <a:ext uri="{FF2B5EF4-FFF2-40B4-BE49-F238E27FC236}">
                  <a16:creationId xmlns:a16="http://schemas.microsoft.com/office/drawing/2014/main" id="{60C822D6-86E6-4501-25E7-134CB0CB180B}"/>
                </a:ext>
              </a:extLst>
            </p:cNvPr>
            <p:cNvCxnSpPr/>
            <p:nvPr/>
          </p:nvCxnSpPr>
          <p:spPr>
            <a:xfrm rot="10800000" flipH="1">
              <a:off x="5731350" y="2172975"/>
              <a:ext cx="333000" cy="16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43;p13">
              <a:extLst>
                <a:ext uri="{FF2B5EF4-FFF2-40B4-BE49-F238E27FC236}">
                  <a16:creationId xmlns:a16="http://schemas.microsoft.com/office/drawing/2014/main" id="{3431C532-B862-C717-78B6-27F46308FD39}"/>
                </a:ext>
              </a:extLst>
            </p:cNvPr>
            <p:cNvCxnSpPr/>
            <p:nvPr/>
          </p:nvCxnSpPr>
          <p:spPr>
            <a:xfrm>
              <a:off x="5871275" y="1900275"/>
              <a:ext cx="188100" cy="277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44;p13">
              <a:extLst>
                <a:ext uri="{FF2B5EF4-FFF2-40B4-BE49-F238E27FC236}">
                  <a16:creationId xmlns:a16="http://schemas.microsoft.com/office/drawing/2014/main" id="{FE96FFA1-02FB-EB54-6326-ACA1CC11F165}"/>
                </a:ext>
              </a:extLst>
            </p:cNvPr>
            <p:cNvCxnSpPr/>
            <p:nvPr/>
          </p:nvCxnSpPr>
          <p:spPr>
            <a:xfrm rot="10800000" flipH="1">
              <a:off x="6363425" y="2464950"/>
              <a:ext cx="270300" cy="147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45;p13">
              <a:extLst>
                <a:ext uri="{FF2B5EF4-FFF2-40B4-BE49-F238E27FC236}">
                  <a16:creationId xmlns:a16="http://schemas.microsoft.com/office/drawing/2014/main" id="{2AC19A56-F31F-BD5A-A8E8-38819AAF7044}"/>
                </a:ext>
              </a:extLst>
            </p:cNvPr>
            <p:cNvCxnSpPr/>
            <p:nvPr/>
          </p:nvCxnSpPr>
          <p:spPr>
            <a:xfrm rot="10800000">
              <a:off x="6327325" y="2334575"/>
              <a:ext cx="306300" cy="125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46;p13">
              <a:extLst>
                <a:ext uri="{FF2B5EF4-FFF2-40B4-BE49-F238E27FC236}">
                  <a16:creationId xmlns:a16="http://schemas.microsoft.com/office/drawing/2014/main" id="{EE8156FF-C055-63A9-EE7E-4C69A710B0B0}"/>
                </a:ext>
              </a:extLst>
            </p:cNvPr>
            <p:cNvCxnSpPr/>
            <p:nvPr/>
          </p:nvCxnSpPr>
          <p:spPr>
            <a:xfrm rot="10800000">
              <a:off x="6324700" y="2334475"/>
              <a:ext cx="33900" cy="282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49;p13">
              <a:extLst>
                <a:ext uri="{FF2B5EF4-FFF2-40B4-BE49-F238E27FC236}">
                  <a16:creationId xmlns:a16="http://schemas.microsoft.com/office/drawing/2014/main" id="{5CD26030-C963-164B-D13E-09D1396E5B86}"/>
                </a:ext>
              </a:extLst>
            </p:cNvPr>
            <p:cNvCxnSpPr/>
            <p:nvPr/>
          </p:nvCxnSpPr>
          <p:spPr>
            <a:xfrm rot="10800000" flipH="1">
              <a:off x="5728925" y="1900225"/>
              <a:ext cx="1446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50;p13">
              <a:extLst>
                <a:ext uri="{FF2B5EF4-FFF2-40B4-BE49-F238E27FC236}">
                  <a16:creationId xmlns:a16="http://schemas.microsoft.com/office/drawing/2014/main" id="{20AF713A-A0B6-0FE4-C7CD-BEB0B94CEDC0}"/>
                </a:ext>
              </a:extLst>
            </p:cNvPr>
            <p:cNvCxnSpPr/>
            <p:nvPr/>
          </p:nvCxnSpPr>
          <p:spPr>
            <a:xfrm rot="10800000" flipH="1">
              <a:off x="5538350" y="2175400"/>
              <a:ext cx="197700" cy="253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51;p13">
              <a:extLst>
                <a:ext uri="{FF2B5EF4-FFF2-40B4-BE49-F238E27FC236}">
                  <a16:creationId xmlns:a16="http://schemas.microsoft.com/office/drawing/2014/main" id="{7B52AC87-B698-0D06-FBB6-D9E756157217}"/>
                </a:ext>
              </a:extLst>
            </p:cNvPr>
            <p:cNvCxnSpPr/>
            <p:nvPr/>
          </p:nvCxnSpPr>
          <p:spPr>
            <a:xfrm rot="10800000">
              <a:off x="5477900" y="1999200"/>
              <a:ext cx="265500" cy="178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2;p13">
              <a:extLst>
                <a:ext uri="{FF2B5EF4-FFF2-40B4-BE49-F238E27FC236}">
                  <a16:creationId xmlns:a16="http://schemas.microsoft.com/office/drawing/2014/main" id="{5CBBAF18-F30F-209A-389A-70BF6F7DA6A9}"/>
                </a:ext>
              </a:extLst>
            </p:cNvPr>
            <p:cNvCxnSpPr/>
            <p:nvPr/>
          </p:nvCxnSpPr>
          <p:spPr>
            <a:xfrm rot="10800000">
              <a:off x="5880950" y="1892900"/>
              <a:ext cx="352200" cy="36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54;p13">
              <a:extLst>
                <a:ext uri="{FF2B5EF4-FFF2-40B4-BE49-F238E27FC236}">
                  <a16:creationId xmlns:a16="http://schemas.microsoft.com/office/drawing/2014/main" id="{DE972D78-7840-FBAC-B1FB-C842C9156B2B}"/>
                </a:ext>
              </a:extLst>
            </p:cNvPr>
            <p:cNvCxnSpPr/>
            <p:nvPr/>
          </p:nvCxnSpPr>
          <p:spPr>
            <a:xfrm>
              <a:off x="5615550" y="1702425"/>
              <a:ext cx="250800" cy="192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55;p13">
              <a:extLst>
                <a:ext uri="{FF2B5EF4-FFF2-40B4-BE49-F238E27FC236}">
                  <a16:creationId xmlns:a16="http://schemas.microsoft.com/office/drawing/2014/main" id="{5E2EAFB1-1F8D-7385-F7CC-2B14143EDA8D}"/>
                </a:ext>
              </a:extLst>
            </p:cNvPr>
            <p:cNvCxnSpPr/>
            <p:nvPr/>
          </p:nvCxnSpPr>
          <p:spPr>
            <a:xfrm rot="10800000" flipH="1">
              <a:off x="5478025" y="1683000"/>
              <a:ext cx="139800" cy="321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56;p13">
              <a:extLst>
                <a:ext uri="{FF2B5EF4-FFF2-40B4-BE49-F238E27FC236}">
                  <a16:creationId xmlns:a16="http://schemas.microsoft.com/office/drawing/2014/main" id="{9EF9470C-9541-B758-A556-38F82EDB8EB9}"/>
                </a:ext>
              </a:extLst>
            </p:cNvPr>
            <p:cNvCxnSpPr/>
            <p:nvPr/>
          </p:nvCxnSpPr>
          <p:spPr>
            <a:xfrm rot="10800000" flipH="1">
              <a:off x="5205425" y="1998975"/>
              <a:ext cx="275100" cy="251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57;p13">
              <a:extLst>
                <a:ext uri="{FF2B5EF4-FFF2-40B4-BE49-F238E27FC236}">
                  <a16:creationId xmlns:a16="http://schemas.microsoft.com/office/drawing/2014/main" id="{0F423129-E449-19A3-C4E4-ED068B802129}"/>
                </a:ext>
              </a:extLst>
            </p:cNvPr>
            <p:cNvCxnSpPr/>
            <p:nvPr/>
          </p:nvCxnSpPr>
          <p:spPr>
            <a:xfrm rot="10800000">
              <a:off x="5038900" y="1962950"/>
              <a:ext cx="1641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58;p13">
              <a:extLst>
                <a:ext uri="{FF2B5EF4-FFF2-40B4-BE49-F238E27FC236}">
                  <a16:creationId xmlns:a16="http://schemas.microsoft.com/office/drawing/2014/main" id="{BD59F24B-9804-0522-58F0-4052F53F9CF9}"/>
                </a:ext>
              </a:extLst>
            </p:cNvPr>
            <p:cNvCxnSpPr/>
            <p:nvPr/>
          </p:nvCxnSpPr>
          <p:spPr>
            <a:xfrm rot="10800000">
              <a:off x="5205425" y="2240350"/>
              <a:ext cx="2400" cy="446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59;p13">
              <a:extLst>
                <a:ext uri="{FF2B5EF4-FFF2-40B4-BE49-F238E27FC236}">
                  <a16:creationId xmlns:a16="http://schemas.microsoft.com/office/drawing/2014/main" id="{B263BE07-C3B0-4C80-A8DB-7F2621EFAACC}"/>
                </a:ext>
              </a:extLst>
            </p:cNvPr>
            <p:cNvCxnSpPr/>
            <p:nvPr/>
          </p:nvCxnSpPr>
          <p:spPr>
            <a:xfrm rot="10800000">
              <a:off x="5867725" y="2583611"/>
              <a:ext cx="175500" cy="310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160;p13">
              <a:extLst>
                <a:ext uri="{FF2B5EF4-FFF2-40B4-BE49-F238E27FC236}">
                  <a16:creationId xmlns:a16="http://schemas.microsoft.com/office/drawing/2014/main" id="{D9265591-EA54-4939-C4CF-64A9F0F160B6}"/>
                </a:ext>
              </a:extLst>
            </p:cNvPr>
            <p:cNvCxnSpPr/>
            <p:nvPr/>
          </p:nvCxnSpPr>
          <p:spPr>
            <a:xfrm>
              <a:off x="5527099" y="2421491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161;p13">
              <a:extLst>
                <a:ext uri="{FF2B5EF4-FFF2-40B4-BE49-F238E27FC236}">
                  <a16:creationId xmlns:a16="http://schemas.microsoft.com/office/drawing/2014/main" id="{A1B075EA-A645-B332-C307-F0CC0D342B32}"/>
                </a:ext>
              </a:extLst>
            </p:cNvPr>
            <p:cNvCxnSpPr/>
            <p:nvPr/>
          </p:nvCxnSpPr>
          <p:spPr>
            <a:xfrm flipH="1">
              <a:off x="5618680" y="2576334"/>
              <a:ext cx="249600" cy="252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162;p13">
              <a:extLst>
                <a:ext uri="{FF2B5EF4-FFF2-40B4-BE49-F238E27FC236}">
                  <a16:creationId xmlns:a16="http://schemas.microsoft.com/office/drawing/2014/main" id="{318B5067-CF7F-65E6-47EA-CCC04E5DAE55}"/>
                </a:ext>
              </a:extLst>
            </p:cNvPr>
            <p:cNvCxnSpPr/>
            <p:nvPr/>
          </p:nvCxnSpPr>
          <p:spPr>
            <a:xfrm>
              <a:off x="4687492" y="2522771"/>
              <a:ext cx="156900" cy="30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163;p13">
              <a:extLst>
                <a:ext uri="{FF2B5EF4-FFF2-40B4-BE49-F238E27FC236}">
                  <a16:creationId xmlns:a16="http://schemas.microsoft.com/office/drawing/2014/main" id="{417E4C12-1DC8-2F43-1196-4C0D1A1B44F1}"/>
                </a:ext>
              </a:extLst>
            </p:cNvPr>
            <p:cNvCxnSpPr/>
            <p:nvPr/>
          </p:nvCxnSpPr>
          <p:spPr>
            <a:xfrm rot="10800000">
              <a:off x="5527662" y="2430631"/>
              <a:ext cx="93300" cy="40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164;p13">
              <a:extLst>
                <a:ext uri="{FF2B5EF4-FFF2-40B4-BE49-F238E27FC236}">
                  <a16:creationId xmlns:a16="http://schemas.microsoft.com/office/drawing/2014/main" id="{2D012F55-1BAC-8456-4CD3-3AE66657C657}"/>
                </a:ext>
              </a:extLst>
            </p:cNvPr>
            <p:cNvCxnSpPr/>
            <p:nvPr/>
          </p:nvCxnSpPr>
          <p:spPr>
            <a:xfrm rot="10800000" flipH="1">
              <a:off x="4844504" y="2683211"/>
              <a:ext cx="366900" cy="144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165;p13">
              <a:extLst>
                <a:ext uri="{FF2B5EF4-FFF2-40B4-BE49-F238E27FC236}">
                  <a16:creationId xmlns:a16="http://schemas.microsoft.com/office/drawing/2014/main" id="{BB5AE83C-F073-FFEF-BDD6-A8AF04F80E66}"/>
                </a:ext>
              </a:extLst>
            </p:cNvPr>
            <p:cNvCxnSpPr/>
            <p:nvPr/>
          </p:nvCxnSpPr>
          <p:spPr>
            <a:xfrm flipH="1">
              <a:off x="5076446" y="2683299"/>
              <a:ext cx="135000" cy="462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166;p13">
              <a:extLst>
                <a:ext uri="{FF2B5EF4-FFF2-40B4-BE49-F238E27FC236}">
                  <a16:creationId xmlns:a16="http://schemas.microsoft.com/office/drawing/2014/main" id="{FBD835B6-3D89-1070-D916-E4693E3964F7}"/>
                </a:ext>
              </a:extLst>
            </p:cNvPr>
            <p:cNvCxnSpPr/>
            <p:nvPr/>
          </p:nvCxnSpPr>
          <p:spPr>
            <a:xfrm rot="10800000" flipH="1">
              <a:off x="5212771" y="2428779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167;p13">
              <a:extLst>
                <a:ext uri="{FF2B5EF4-FFF2-40B4-BE49-F238E27FC236}">
                  <a16:creationId xmlns:a16="http://schemas.microsoft.com/office/drawing/2014/main" id="{EBDF6366-8A3E-86CA-6C0A-64EBBA888E59}"/>
                </a:ext>
              </a:extLst>
            </p:cNvPr>
            <p:cNvCxnSpPr/>
            <p:nvPr/>
          </p:nvCxnSpPr>
          <p:spPr>
            <a:xfrm>
              <a:off x="5212897" y="2688053"/>
              <a:ext cx="405600" cy="145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168;p13">
              <a:extLst>
                <a:ext uri="{FF2B5EF4-FFF2-40B4-BE49-F238E27FC236}">
                  <a16:creationId xmlns:a16="http://schemas.microsoft.com/office/drawing/2014/main" id="{B574C94C-E379-0461-58E5-82B6AD7FC688}"/>
                </a:ext>
              </a:extLst>
            </p:cNvPr>
            <p:cNvCxnSpPr/>
            <p:nvPr/>
          </p:nvCxnSpPr>
          <p:spPr>
            <a:xfrm>
              <a:off x="4845138" y="2830831"/>
              <a:ext cx="234000" cy="31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Google Shape;169;p13">
              <a:extLst>
                <a:ext uri="{FF2B5EF4-FFF2-40B4-BE49-F238E27FC236}">
                  <a16:creationId xmlns:a16="http://schemas.microsoft.com/office/drawing/2014/main" id="{C33718F9-9CE6-77EC-A00F-57FBC2589E35}"/>
                </a:ext>
              </a:extLst>
            </p:cNvPr>
            <p:cNvSpPr/>
            <p:nvPr/>
          </p:nvSpPr>
          <p:spPr>
            <a:xfrm>
              <a:off x="4745813" y="272178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2" name="Google Shape;170;p13">
              <a:extLst>
                <a:ext uri="{FF2B5EF4-FFF2-40B4-BE49-F238E27FC236}">
                  <a16:creationId xmlns:a16="http://schemas.microsoft.com/office/drawing/2014/main" id="{CF8866A3-E668-BE02-3292-45B67A353A2B}"/>
                </a:ext>
              </a:extLst>
            </p:cNvPr>
            <p:cNvSpPr/>
            <p:nvPr/>
          </p:nvSpPr>
          <p:spPr>
            <a:xfrm>
              <a:off x="5109583" y="258453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3" name="Google Shape;171;p13">
              <a:extLst>
                <a:ext uri="{FF2B5EF4-FFF2-40B4-BE49-F238E27FC236}">
                  <a16:creationId xmlns:a16="http://schemas.microsoft.com/office/drawing/2014/main" id="{2955042F-9B4C-91FE-844C-A1F147665CA1}"/>
                </a:ext>
              </a:extLst>
            </p:cNvPr>
            <p:cNvSpPr/>
            <p:nvPr/>
          </p:nvSpPr>
          <p:spPr>
            <a:xfrm>
              <a:off x="5428910" y="2325143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4" name="Google Shape;172;p13">
              <a:extLst>
                <a:ext uri="{FF2B5EF4-FFF2-40B4-BE49-F238E27FC236}">
                  <a16:creationId xmlns:a16="http://schemas.microsoft.com/office/drawing/2014/main" id="{801620FB-B8FE-863F-482C-100C49D62A2A}"/>
                </a:ext>
              </a:extLst>
            </p:cNvPr>
            <p:cNvSpPr/>
            <p:nvPr/>
          </p:nvSpPr>
          <p:spPr>
            <a:xfrm>
              <a:off x="4980226" y="304176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 dirty="0"/>
            </a:p>
          </p:txBody>
        </p:sp>
        <p:sp>
          <p:nvSpPr>
            <p:cNvPr id="35" name="Google Shape;173;p13">
              <a:extLst>
                <a:ext uri="{FF2B5EF4-FFF2-40B4-BE49-F238E27FC236}">
                  <a16:creationId xmlns:a16="http://schemas.microsoft.com/office/drawing/2014/main" id="{55AD4E66-B9C1-DA4B-85AB-C516C49E1FAD}"/>
                </a:ext>
              </a:extLst>
            </p:cNvPr>
            <p:cNvSpPr/>
            <p:nvPr/>
          </p:nvSpPr>
          <p:spPr>
            <a:xfrm>
              <a:off x="4593376" y="242851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6" name="Google Shape;174;p13">
              <a:extLst>
                <a:ext uri="{FF2B5EF4-FFF2-40B4-BE49-F238E27FC236}">
                  <a16:creationId xmlns:a16="http://schemas.microsoft.com/office/drawing/2014/main" id="{50AF7F35-46B3-450D-4E18-4EB29EB2355A}"/>
                </a:ext>
              </a:extLst>
            </p:cNvPr>
            <p:cNvSpPr/>
            <p:nvPr/>
          </p:nvSpPr>
          <p:spPr>
            <a:xfrm>
              <a:off x="5767526" y="248118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cxnSp>
          <p:nvCxnSpPr>
            <p:cNvPr id="37" name="Google Shape;175;p13">
              <a:extLst>
                <a:ext uri="{FF2B5EF4-FFF2-40B4-BE49-F238E27FC236}">
                  <a16:creationId xmlns:a16="http://schemas.microsoft.com/office/drawing/2014/main" id="{6A8AB1BB-6A83-2738-9ABE-A004728EE8EA}"/>
                </a:ext>
              </a:extLst>
            </p:cNvPr>
            <p:cNvCxnSpPr/>
            <p:nvPr/>
          </p:nvCxnSpPr>
          <p:spPr>
            <a:xfrm>
              <a:off x="6356137" y="2619815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76;p13">
              <a:extLst>
                <a:ext uri="{FF2B5EF4-FFF2-40B4-BE49-F238E27FC236}">
                  <a16:creationId xmlns:a16="http://schemas.microsoft.com/office/drawing/2014/main" id="{AEF8A336-196E-E286-B6D2-0E665A6E0D2D}"/>
                </a:ext>
              </a:extLst>
            </p:cNvPr>
            <p:cNvCxnSpPr/>
            <p:nvPr/>
          </p:nvCxnSpPr>
          <p:spPr>
            <a:xfrm flipH="1">
              <a:off x="6424318" y="2774658"/>
              <a:ext cx="273000" cy="246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177;p13">
              <a:extLst>
                <a:ext uri="{FF2B5EF4-FFF2-40B4-BE49-F238E27FC236}">
                  <a16:creationId xmlns:a16="http://schemas.microsoft.com/office/drawing/2014/main" id="{643BB918-0D67-97D5-9D5F-9E4DBAA451E5}"/>
                </a:ext>
              </a:extLst>
            </p:cNvPr>
            <p:cNvCxnSpPr/>
            <p:nvPr/>
          </p:nvCxnSpPr>
          <p:spPr>
            <a:xfrm rot="10800000">
              <a:off x="6356621" y="2628973"/>
              <a:ext cx="61500" cy="39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78;p13">
              <a:extLst>
                <a:ext uri="{FF2B5EF4-FFF2-40B4-BE49-F238E27FC236}">
                  <a16:creationId xmlns:a16="http://schemas.microsoft.com/office/drawing/2014/main" id="{B47F712A-EDB0-76EC-7081-9B3688C022CA}"/>
                </a:ext>
              </a:extLst>
            </p:cNvPr>
            <p:cNvCxnSpPr/>
            <p:nvPr/>
          </p:nvCxnSpPr>
          <p:spPr>
            <a:xfrm rot="10800000" flipH="1">
              <a:off x="5774134" y="2894474"/>
              <a:ext cx="271500" cy="233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79;p13">
              <a:extLst>
                <a:ext uri="{FF2B5EF4-FFF2-40B4-BE49-F238E27FC236}">
                  <a16:creationId xmlns:a16="http://schemas.microsoft.com/office/drawing/2014/main" id="{1FA43E42-9EA0-EE86-C723-6C90D39E931A}"/>
                </a:ext>
              </a:extLst>
            </p:cNvPr>
            <p:cNvCxnSpPr/>
            <p:nvPr/>
          </p:nvCxnSpPr>
          <p:spPr>
            <a:xfrm rot="10800000" flipH="1">
              <a:off x="6041809" y="2627103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80;p13">
              <a:extLst>
                <a:ext uri="{FF2B5EF4-FFF2-40B4-BE49-F238E27FC236}">
                  <a16:creationId xmlns:a16="http://schemas.microsoft.com/office/drawing/2014/main" id="{3A424CAB-9A09-FB38-62BE-1F97A9631FBF}"/>
                </a:ext>
              </a:extLst>
            </p:cNvPr>
            <p:cNvCxnSpPr/>
            <p:nvPr/>
          </p:nvCxnSpPr>
          <p:spPr>
            <a:xfrm>
              <a:off x="6041935" y="2886377"/>
              <a:ext cx="375900" cy="137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181;p13">
              <a:extLst>
                <a:ext uri="{FF2B5EF4-FFF2-40B4-BE49-F238E27FC236}">
                  <a16:creationId xmlns:a16="http://schemas.microsoft.com/office/drawing/2014/main" id="{5DECCE83-5FA0-6D09-8C2E-CCE1CB41487F}"/>
                </a:ext>
              </a:extLst>
            </p:cNvPr>
            <p:cNvSpPr/>
            <p:nvPr/>
          </p:nvSpPr>
          <p:spPr>
            <a:xfrm>
              <a:off x="5675443" y="30224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4" name="Google Shape;182;p13">
              <a:extLst>
                <a:ext uri="{FF2B5EF4-FFF2-40B4-BE49-F238E27FC236}">
                  <a16:creationId xmlns:a16="http://schemas.microsoft.com/office/drawing/2014/main" id="{2C195603-3210-9A91-E299-55C4410ABEC6}"/>
                </a:ext>
              </a:extLst>
            </p:cNvPr>
            <p:cNvSpPr/>
            <p:nvPr/>
          </p:nvSpPr>
          <p:spPr>
            <a:xfrm>
              <a:off x="5938621" y="278286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5" name="Google Shape;183;p13">
              <a:extLst>
                <a:ext uri="{FF2B5EF4-FFF2-40B4-BE49-F238E27FC236}">
                  <a16:creationId xmlns:a16="http://schemas.microsoft.com/office/drawing/2014/main" id="{E762EB96-9FC6-A89C-CF69-15C899F67449}"/>
                </a:ext>
              </a:extLst>
            </p:cNvPr>
            <p:cNvSpPr/>
            <p:nvPr/>
          </p:nvSpPr>
          <p:spPr>
            <a:xfrm>
              <a:off x="6257948" y="252346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6" name="Google Shape;184;p13">
              <a:extLst>
                <a:ext uri="{FF2B5EF4-FFF2-40B4-BE49-F238E27FC236}">
                  <a16:creationId xmlns:a16="http://schemas.microsoft.com/office/drawing/2014/main" id="{A8B1E0DB-0827-3B56-692E-93DCBFFC2C8C}"/>
                </a:ext>
              </a:extLst>
            </p:cNvPr>
            <p:cNvSpPr/>
            <p:nvPr/>
          </p:nvSpPr>
          <p:spPr>
            <a:xfrm>
              <a:off x="6324136" y="292010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7" name="Google Shape;185;p13">
              <a:extLst>
                <a:ext uri="{FF2B5EF4-FFF2-40B4-BE49-F238E27FC236}">
                  <a16:creationId xmlns:a16="http://schemas.microsoft.com/office/drawing/2014/main" id="{9F292397-B8C2-DCE5-214A-6C2E05685A3C}"/>
                </a:ext>
              </a:extLst>
            </p:cNvPr>
            <p:cNvSpPr/>
            <p:nvPr/>
          </p:nvSpPr>
          <p:spPr>
            <a:xfrm>
              <a:off x="5523006" y="272918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8" name="Google Shape;186;p13">
              <a:extLst>
                <a:ext uri="{FF2B5EF4-FFF2-40B4-BE49-F238E27FC236}">
                  <a16:creationId xmlns:a16="http://schemas.microsoft.com/office/drawing/2014/main" id="{664C6B7D-8A25-AB9A-66E3-17048D93A7EC}"/>
                </a:ext>
              </a:extLst>
            </p:cNvPr>
            <p:cNvSpPr/>
            <p:nvPr/>
          </p:nvSpPr>
          <p:spPr>
            <a:xfrm>
              <a:off x="6596565" y="267951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9" name="Google Shape;187;p13">
              <a:extLst>
                <a:ext uri="{FF2B5EF4-FFF2-40B4-BE49-F238E27FC236}">
                  <a16:creationId xmlns:a16="http://schemas.microsoft.com/office/drawing/2014/main" id="{7AFC09CB-9636-9C67-9705-797D3DA60B97}"/>
                </a:ext>
              </a:extLst>
            </p:cNvPr>
            <p:cNvSpPr/>
            <p:nvPr/>
          </p:nvSpPr>
          <p:spPr>
            <a:xfrm>
              <a:off x="5374725" y="189560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0" name="Google Shape;188;p13">
              <a:extLst>
                <a:ext uri="{FF2B5EF4-FFF2-40B4-BE49-F238E27FC236}">
                  <a16:creationId xmlns:a16="http://schemas.microsoft.com/office/drawing/2014/main" id="{205812CA-551F-FD28-018E-99829649D552}"/>
                </a:ext>
              </a:extLst>
            </p:cNvPr>
            <p:cNvSpPr/>
            <p:nvPr/>
          </p:nvSpPr>
          <p:spPr>
            <a:xfrm>
              <a:off x="5511946" y="1599099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1" name="Google Shape;189;p13">
              <a:extLst>
                <a:ext uri="{FF2B5EF4-FFF2-40B4-BE49-F238E27FC236}">
                  <a16:creationId xmlns:a16="http://schemas.microsoft.com/office/drawing/2014/main" id="{F1F68438-B35E-3F4E-70B6-C2F5E1CC5446}"/>
                </a:ext>
              </a:extLst>
            </p:cNvPr>
            <p:cNvSpPr/>
            <p:nvPr/>
          </p:nvSpPr>
          <p:spPr>
            <a:xfrm>
              <a:off x="5101326" y="214501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2" name="Google Shape;191;p13">
              <a:extLst>
                <a:ext uri="{FF2B5EF4-FFF2-40B4-BE49-F238E27FC236}">
                  <a16:creationId xmlns:a16="http://schemas.microsoft.com/office/drawing/2014/main" id="{60BD4969-F440-3586-BD1B-C9F5AF43D1AC}"/>
                </a:ext>
              </a:extLst>
            </p:cNvPr>
            <p:cNvSpPr/>
            <p:nvPr/>
          </p:nvSpPr>
          <p:spPr>
            <a:xfrm>
              <a:off x="4937818" y="1862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3" name="Google Shape;192;p13">
              <a:extLst>
                <a:ext uri="{FF2B5EF4-FFF2-40B4-BE49-F238E27FC236}">
                  <a16:creationId xmlns:a16="http://schemas.microsoft.com/office/drawing/2014/main" id="{F6F49693-4A9E-71FA-AD99-691E34A45642}"/>
                </a:ext>
              </a:extLst>
            </p:cNvPr>
            <p:cNvSpPr/>
            <p:nvPr/>
          </p:nvSpPr>
          <p:spPr>
            <a:xfrm>
              <a:off x="5767484" y="179651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4" name="Google Shape;193;p13">
              <a:extLst>
                <a:ext uri="{FF2B5EF4-FFF2-40B4-BE49-F238E27FC236}">
                  <a16:creationId xmlns:a16="http://schemas.microsoft.com/office/drawing/2014/main" id="{14E7D6C4-10DA-F7F0-54F4-21FA533D2D11}"/>
                </a:ext>
              </a:extLst>
            </p:cNvPr>
            <p:cNvSpPr/>
            <p:nvPr/>
          </p:nvSpPr>
          <p:spPr>
            <a:xfrm>
              <a:off x="5626198" y="20695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5" name="Google Shape;194;p13">
              <a:extLst>
                <a:ext uri="{FF2B5EF4-FFF2-40B4-BE49-F238E27FC236}">
                  <a16:creationId xmlns:a16="http://schemas.microsoft.com/office/drawing/2014/main" id="{B95D6881-63DE-96A2-9483-BC9F7FFC935F}"/>
                </a:ext>
              </a:extLst>
            </p:cNvPr>
            <p:cNvSpPr/>
            <p:nvPr/>
          </p:nvSpPr>
          <p:spPr>
            <a:xfrm>
              <a:off x="6126731" y="18211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6" name="Google Shape;195;p13">
              <a:extLst>
                <a:ext uri="{FF2B5EF4-FFF2-40B4-BE49-F238E27FC236}">
                  <a16:creationId xmlns:a16="http://schemas.microsoft.com/office/drawing/2014/main" id="{6EF3DE98-1AF7-F1A7-D91B-9C0E00CE8302}"/>
                </a:ext>
              </a:extLst>
            </p:cNvPr>
            <p:cNvSpPr/>
            <p:nvPr/>
          </p:nvSpPr>
          <p:spPr>
            <a:xfrm>
              <a:off x="4789405" y="2127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7" name="Google Shape;196;p13">
              <a:extLst>
                <a:ext uri="{FF2B5EF4-FFF2-40B4-BE49-F238E27FC236}">
                  <a16:creationId xmlns:a16="http://schemas.microsoft.com/office/drawing/2014/main" id="{9A582932-C55E-AAD3-B540-3783530114B5}"/>
                </a:ext>
              </a:extLst>
            </p:cNvPr>
            <p:cNvSpPr/>
            <p:nvPr/>
          </p:nvSpPr>
          <p:spPr>
            <a:xfrm>
              <a:off x="5956905" y="207907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8" name="Google Shape;197;p13">
              <a:extLst>
                <a:ext uri="{FF2B5EF4-FFF2-40B4-BE49-F238E27FC236}">
                  <a16:creationId xmlns:a16="http://schemas.microsoft.com/office/drawing/2014/main" id="{16746224-4955-0985-8F06-330F8ADDAE69}"/>
                </a:ext>
              </a:extLst>
            </p:cNvPr>
            <p:cNvSpPr/>
            <p:nvPr/>
          </p:nvSpPr>
          <p:spPr>
            <a:xfrm>
              <a:off x="6527355" y="236485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9" name="Google Shape;199;p13">
              <a:extLst>
                <a:ext uri="{FF2B5EF4-FFF2-40B4-BE49-F238E27FC236}">
                  <a16:creationId xmlns:a16="http://schemas.microsoft.com/office/drawing/2014/main" id="{EC888D2D-47A5-C4EE-D219-1F9220EAB825}"/>
                </a:ext>
              </a:extLst>
            </p:cNvPr>
            <p:cNvSpPr/>
            <p:nvPr/>
          </p:nvSpPr>
          <p:spPr>
            <a:xfrm>
              <a:off x="6220730" y="223560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ACDC0B50-CD3D-9F12-2862-7A90F8591C9B}"/>
              </a:ext>
            </a:extLst>
          </p:cNvPr>
          <p:cNvSpPr txBox="1">
            <a:spLocks/>
          </p:cNvSpPr>
          <p:nvPr/>
        </p:nvSpPr>
        <p:spPr>
          <a:xfrm>
            <a:off x="3025428" y="3509234"/>
            <a:ext cx="8811896" cy="965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 turns out [homework] that you can equivalently define the diffusion distance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ontent Placeholder 2">
                <a:extLst>
                  <a:ext uri="{FF2B5EF4-FFF2-40B4-BE49-F238E27FC236}">
                    <a16:creationId xmlns:a16="http://schemas.microsoft.com/office/drawing/2014/main" id="{890B8F25-5F23-0E98-3BA5-C7D18005D2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7542" y="5359824"/>
                <a:ext cx="8811896" cy="9655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7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7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700" dirty="0"/>
                  <a:t> are k-</a:t>
                </a:r>
                <a:r>
                  <a:rPr lang="en-US" sz="2700" dirty="0" err="1"/>
                  <a:t>th</a:t>
                </a:r>
                <a:r>
                  <a:rPr lang="en-US" sz="2700" dirty="0"/>
                  <a:t> eigenvalue, eigenvector (resp.) of P</a:t>
                </a:r>
              </a:p>
            </p:txBody>
          </p:sp>
        </mc:Choice>
        <mc:Fallback xmlns="">
          <p:sp>
            <p:nvSpPr>
              <p:cNvPr id="62" name="Content Placeholder 2">
                <a:extLst>
                  <a:ext uri="{FF2B5EF4-FFF2-40B4-BE49-F238E27FC236}">
                    <a16:creationId xmlns:a16="http://schemas.microsoft.com/office/drawing/2014/main" id="{890B8F25-5F23-0E98-3BA5-C7D18005D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542" y="5359824"/>
                <a:ext cx="8811896" cy="965543"/>
              </a:xfrm>
              <a:prstGeom prst="rect">
                <a:avLst/>
              </a:prstGeom>
              <a:blipFill>
                <a:blip r:embed="rId3"/>
                <a:stretch>
                  <a:fillRect l="-1149" t="-8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Picture 63">
            <a:extLst>
              <a:ext uri="{FF2B5EF4-FFF2-40B4-BE49-F238E27FC236}">
                <a16:creationId xmlns:a16="http://schemas.microsoft.com/office/drawing/2014/main" id="{AF496116-8AA2-AB9F-48FA-671C87067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351" y="4295460"/>
            <a:ext cx="5151430" cy="97935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3AF90DD-9229-AEEB-FD3A-6A19A3CB2043}"/>
              </a:ext>
            </a:extLst>
          </p:cNvPr>
          <p:cNvSpPr txBox="1"/>
          <p:nvPr/>
        </p:nvSpPr>
        <p:spPr>
          <a:xfrm>
            <a:off x="7699428" y="439110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6C278D9-583C-33A9-A47A-E8F79755E085}"/>
                  </a:ext>
                </a:extLst>
              </p14:cNvPr>
              <p14:cNvContentPartPr/>
              <p14:nvPr/>
            </p14:nvContentPartPr>
            <p14:xfrm>
              <a:off x="6788940" y="4257420"/>
              <a:ext cx="3961800" cy="1024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6C278D9-583C-33A9-A47A-E8F79755E0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82820" y="4251300"/>
                <a:ext cx="3974040" cy="10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290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9DAE-2E16-8755-1377-82ADC4B2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C2E8-D882-555D-4149-D48181B5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" y="265372"/>
            <a:ext cx="10515600" cy="1325563"/>
          </a:xfrm>
        </p:spPr>
        <p:txBody>
          <a:bodyPr/>
          <a:lstStyle/>
          <a:p>
            <a:r>
              <a:rPr lang="en-US" dirty="0"/>
              <a:t>Diffusion maps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48837F-498C-602C-FBFA-D406A1C303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Idea: define distance between vertices x, y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48837F-498C-602C-FBFA-D406A1C303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05767"/>
              </a:xfrm>
              <a:blipFill>
                <a:blip r:embed="rId2"/>
                <a:stretch>
                  <a:fillRect l="-1206"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oogle Shape;139;p13">
            <a:extLst>
              <a:ext uri="{FF2B5EF4-FFF2-40B4-BE49-F238E27FC236}">
                <a16:creationId xmlns:a16="http://schemas.microsoft.com/office/drawing/2014/main" id="{65185287-DB3E-F661-37CE-498DEAEDB61B}"/>
              </a:ext>
            </a:extLst>
          </p:cNvPr>
          <p:cNvGrpSpPr/>
          <p:nvPr/>
        </p:nvGrpSpPr>
        <p:grpSpPr>
          <a:xfrm>
            <a:off x="206432" y="4360593"/>
            <a:ext cx="2784758" cy="2232035"/>
            <a:chOff x="4593376" y="1599099"/>
            <a:chExt cx="2200589" cy="1640067"/>
          </a:xfrm>
        </p:grpSpPr>
        <p:cxnSp>
          <p:nvCxnSpPr>
            <p:cNvPr id="5" name="Google Shape;140;p13">
              <a:extLst>
                <a:ext uri="{FF2B5EF4-FFF2-40B4-BE49-F238E27FC236}">
                  <a16:creationId xmlns:a16="http://schemas.microsoft.com/office/drawing/2014/main" id="{834577B9-695F-137E-06F0-B6B2B4BE05D8}"/>
                </a:ext>
              </a:extLst>
            </p:cNvPr>
            <p:cNvCxnSpPr/>
            <p:nvPr/>
          </p:nvCxnSpPr>
          <p:spPr>
            <a:xfrm>
              <a:off x="4891800" y="2235600"/>
              <a:ext cx="318300" cy="7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141;p13">
              <a:extLst>
                <a:ext uri="{FF2B5EF4-FFF2-40B4-BE49-F238E27FC236}">
                  <a16:creationId xmlns:a16="http://schemas.microsoft.com/office/drawing/2014/main" id="{1920BEA5-E0C3-E9EB-3606-2B8C284F0882}"/>
                </a:ext>
              </a:extLst>
            </p:cNvPr>
            <p:cNvCxnSpPr/>
            <p:nvPr/>
          </p:nvCxnSpPr>
          <p:spPr>
            <a:xfrm>
              <a:off x="6064275" y="2177700"/>
              <a:ext cx="258300" cy="159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142;p13">
              <a:extLst>
                <a:ext uri="{FF2B5EF4-FFF2-40B4-BE49-F238E27FC236}">
                  <a16:creationId xmlns:a16="http://schemas.microsoft.com/office/drawing/2014/main" id="{1DEBA218-5322-8E81-6F61-CF3043627559}"/>
                </a:ext>
              </a:extLst>
            </p:cNvPr>
            <p:cNvCxnSpPr/>
            <p:nvPr/>
          </p:nvCxnSpPr>
          <p:spPr>
            <a:xfrm rot="10800000" flipH="1">
              <a:off x="5731350" y="2172975"/>
              <a:ext cx="333000" cy="16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43;p13">
              <a:extLst>
                <a:ext uri="{FF2B5EF4-FFF2-40B4-BE49-F238E27FC236}">
                  <a16:creationId xmlns:a16="http://schemas.microsoft.com/office/drawing/2014/main" id="{39ED25B5-9603-6B08-4C76-6DED0B82CE76}"/>
                </a:ext>
              </a:extLst>
            </p:cNvPr>
            <p:cNvCxnSpPr/>
            <p:nvPr/>
          </p:nvCxnSpPr>
          <p:spPr>
            <a:xfrm>
              <a:off x="5871275" y="1900275"/>
              <a:ext cx="188100" cy="277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44;p13">
              <a:extLst>
                <a:ext uri="{FF2B5EF4-FFF2-40B4-BE49-F238E27FC236}">
                  <a16:creationId xmlns:a16="http://schemas.microsoft.com/office/drawing/2014/main" id="{AC92089F-99ED-6915-8E3D-C304074757F3}"/>
                </a:ext>
              </a:extLst>
            </p:cNvPr>
            <p:cNvCxnSpPr/>
            <p:nvPr/>
          </p:nvCxnSpPr>
          <p:spPr>
            <a:xfrm rot="10800000" flipH="1">
              <a:off x="6363425" y="2464950"/>
              <a:ext cx="270300" cy="147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45;p13">
              <a:extLst>
                <a:ext uri="{FF2B5EF4-FFF2-40B4-BE49-F238E27FC236}">
                  <a16:creationId xmlns:a16="http://schemas.microsoft.com/office/drawing/2014/main" id="{881E7997-6CF9-4D82-4E2E-06C37DAC86E6}"/>
                </a:ext>
              </a:extLst>
            </p:cNvPr>
            <p:cNvCxnSpPr/>
            <p:nvPr/>
          </p:nvCxnSpPr>
          <p:spPr>
            <a:xfrm rot="10800000">
              <a:off x="6327325" y="2334575"/>
              <a:ext cx="306300" cy="125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46;p13">
              <a:extLst>
                <a:ext uri="{FF2B5EF4-FFF2-40B4-BE49-F238E27FC236}">
                  <a16:creationId xmlns:a16="http://schemas.microsoft.com/office/drawing/2014/main" id="{CE3F0061-B2B3-FA40-1709-1C0145FDC514}"/>
                </a:ext>
              </a:extLst>
            </p:cNvPr>
            <p:cNvCxnSpPr/>
            <p:nvPr/>
          </p:nvCxnSpPr>
          <p:spPr>
            <a:xfrm rot="10800000">
              <a:off x="6324700" y="2334475"/>
              <a:ext cx="33900" cy="282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49;p13">
              <a:extLst>
                <a:ext uri="{FF2B5EF4-FFF2-40B4-BE49-F238E27FC236}">
                  <a16:creationId xmlns:a16="http://schemas.microsoft.com/office/drawing/2014/main" id="{2BE8CB00-11A9-4010-C6F1-1B35799F8C65}"/>
                </a:ext>
              </a:extLst>
            </p:cNvPr>
            <p:cNvCxnSpPr/>
            <p:nvPr/>
          </p:nvCxnSpPr>
          <p:spPr>
            <a:xfrm rot="10800000" flipH="1">
              <a:off x="5728925" y="1900225"/>
              <a:ext cx="1446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50;p13">
              <a:extLst>
                <a:ext uri="{FF2B5EF4-FFF2-40B4-BE49-F238E27FC236}">
                  <a16:creationId xmlns:a16="http://schemas.microsoft.com/office/drawing/2014/main" id="{3B5241CB-F0E1-2EB6-34F8-50381AD9C39A}"/>
                </a:ext>
              </a:extLst>
            </p:cNvPr>
            <p:cNvCxnSpPr/>
            <p:nvPr/>
          </p:nvCxnSpPr>
          <p:spPr>
            <a:xfrm rot="10800000" flipH="1">
              <a:off x="5538350" y="2175400"/>
              <a:ext cx="197700" cy="253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51;p13">
              <a:extLst>
                <a:ext uri="{FF2B5EF4-FFF2-40B4-BE49-F238E27FC236}">
                  <a16:creationId xmlns:a16="http://schemas.microsoft.com/office/drawing/2014/main" id="{58002938-2930-7CFE-9913-8F17B8C4EF5F}"/>
                </a:ext>
              </a:extLst>
            </p:cNvPr>
            <p:cNvCxnSpPr/>
            <p:nvPr/>
          </p:nvCxnSpPr>
          <p:spPr>
            <a:xfrm rot="10800000">
              <a:off x="5477900" y="1999200"/>
              <a:ext cx="265500" cy="178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2;p13">
              <a:extLst>
                <a:ext uri="{FF2B5EF4-FFF2-40B4-BE49-F238E27FC236}">
                  <a16:creationId xmlns:a16="http://schemas.microsoft.com/office/drawing/2014/main" id="{8ADA75ED-75A4-8CDD-77A9-558CB6C44F19}"/>
                </a:ext>
              </a:extLst>
            </p:cNvPr>
            <p:cNvCxnSpPr/>
            <p:nvPr/>
          </p:nvCxnSpPr>
          <p:spPr>
            <a:xfrm rot="10800000">
              <a:off x="5880950" y="1892900"/>
              <a:ext cx="352200" cy="363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54;p13">
              <a:extLst>
                <a:ext uri="{FF2B5EF4-FFF2-40B4-BE49-F238E27FC236}">
                  <a16:creationId xmlns:a16="http://schemas.microsoft.com/office/drawing/2014/main" id="{7E2B5C78-4288-1BE1-65C4-16BA5CE5343B}"/>
                </a:ext>
              </a:extLst>
            </p:cNvPr>
            <p:cNvCxnSpPr/>
            <p:nvPr/>
          </p:nvCxnSpPr>
          <p:spPr>
            <a:xfrm>
              <a:off x="5615550" y="1702425"/>
              <a:ext cx="250800" cy="192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55;p13">
              <a:extLst>
                <a:ext uri="{FF2B5EF4-FFF2-40B4-BE49-F238E27FC236}">
                  <a16:creationId xmlns:a16="http://schemas.microsoft.com/office/drawing/2014/main" id="{9FF6EC94-EC46-9666-C023-5335390907C9}"/>
                </a:ext>
              </a:extLst>
            </p:cNvPr>
            <p:cNvCxnSpPr/>
            <p:nvPr/>
          </p:nvCxnSpPr>
          <p:spPr>
            <a:xfrm rot="10800000" flipH="1">
              <a:off x="5478025" y="1683000"/>
              <a:ext cx="139800" cy="321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56;p13">
              <a:extLst>
                <a:ext uri="{FF2B5EF4-FFF2-40B4-BE49-F238E27FC236}">
                  <a16:creationId xmlns:a16="http://schemas.microsoft.com/office/drawing/2014/main" id="{B536A299-FDF7-17F2-C758-4CBED25517C6}"/>
                </a:ext>
              </a:extLst>
            </p:cNvPr>
            <p:cNvCxnSpPr/>
            <p:nvPr/>
          </p:nvCxnSpPr>
          <p:spPr>
            <a:xfrm rot="10800000" flipH="1">
              <a:off x="5205425" y="1998975"/>
              <a:ext cx="275100" cy="251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57;p13">
              <a:extLst>
                <a:ext uri="{FF2B5EF4-FFF2-40B4-BE49-F238E27FC236}">
                  <a16:creationId xmlns:a16="http://schemas.microsoft.com/office/drawing/2014/main" id="{945A35C4-0224-00A2-2509-7FB577D2B774}"/>
                </a:ext>
              </a:extLst>
            </p:cNvPr>
            <p:cNvCxnSpPr/>
            <p:nvPr/>
          </p:nvCxnSpPr>
          <p:spPr>
            <a:xfrm rot="10800000">
              <a:off x="5038900" y="1962950"/>
              <a:ext cx="164100" cy="279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58;p13">
              <a:extLst>
                <a:ext uri="{FF2B5EF4-FFF2-40B4-BE49-F238E27FC236}">
                  <a16:creationId xmlns:a16="http://schemas.microsoft.com/office/drawing/2014/main" id="{C57500CC-1D45-4533-FC47-5B07744B69FD}"/>
                </a:ext>
              </a:extLst>
            </p:cNvPr>
            <p:cNvCxnSpPr/>
            <p:nvPr/>
          </p:nvCxnSpPr>
          <p:spPr>
            <a:xfrm rot="10800000">
              <a:off x="5205425" y="2240350"/>
              <a:ext cx="2400" cy="446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59;p13">
              <a:extLst>
                <a:ext uri="{FF2B5EF4-FFF2-40B4-BE49-F238E27FC236}">
                  <a16:creationId xmlns:a16="http://schemas.microsoft.com/office/drawing/2014/main" id="{0B248E57-8785-4B00-B80E-30288D271F3B}"/>
                </a:ext>
              </a:extLst>
            </p:cNvPr>
            <p:cNvCxnSpPr/>
            <p:nvPr/>
          </p:nvCxnSpPr>
          <p:spPr>
            <a:xfrm rot="10800000">
              <a:off x="5867725" y="2583611"/>
              <a:ext cx="175500" cy="3108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160;p13">
              <a:extLst>
                <a:ext uri="{FF2B5EF4-FFF2-40B4-BE49-F238E27FC236}">
                  <a16:creationId xmlns:a16="http://schemas.microsoft.com/office/drawing/2014/main" id="{5A4F9FD1-F044-1B35-B9AF-B663BFE5B12D}"/>
                </a:ext>
              </a:extLst>
            </p:cNvPr>
            <p:cNvCxnSpPr/>
            <p:nvPr/>
          </p:nvCxnSpPr>
          <p:spPr>
            <a:xfrm>
              <a:off x="5527099" y="2421491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161;p13">
              <a:extLst>
                <a:ext uri="{FF2B5EF4-FFF2-40B4-BE49-F238E27FC236}">
                  <a16:creationId xmlns:a16="http://schemas.microsoft.com/office/drawing/2014/main" id="{955BD0E2-9F02-F41C-6159-BBB811077475}"/>
                </a:ext>
              </a:extLst>
            </p:cNvPr>
            <p:cNvCxnSpPr/>
            <p:nvPr/>
          </p:nvCxnSpPr>
          <p:spPr>
            <a:xfrm flipH="1">
              <a:off x="5618680" y="2576334"/>
              <a:ext cx="249600" cy="252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162;p13">
              <a:extLst>
                <a:ext uri="{FF2B5EF4-FFF2-40B4-BE49-F238E27FC236}">
                  <a16:creationId xmlns:a16="http://schemas.microsoft.com/office/drawing/2014/main" id="{A4A3C3B9-20E4-27FB-1E44-E02F9C77ED63}"/>
                </a:ext>
              </a:extLst>
            </p:cNvPr>
            <p:cNvCxnSpPr/>
            <p:nvPr/>
          </p:nvCxnSpPr>
          <p:spPr>
            <a:xfrm>
              <a:off x="4687492" y="2522771"/>
              <a:ext cx="156900" cy="30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163;p13">
              <a:extLst>
                <a:ext uri="{FF2B5EF4-FFF2-40B4-BE49-F238E27FC236}">
                  <a16:creationId xmlns:a16="http://schemas.microsoft.com/office/drawing/2014/main" id="{F09BCF6A-0699-925C-4062-D55B68B7FCAD}"/>
                </a:ext>
              </a:extLst>
            </p:cNvPr>
            <p:cNvCxnSpPr/>
            <p:nvPr/>
          </p:nvCxnSpPr>
          <p:spPr>
            <a:xfrm rot="10800000">
              <a:off x="5527662" y="2430631"/>
              <a:ext cx="93300" cy="40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164;p13">
              <a:extLst>
                <a:ext uri="{FF2B5EF4-FFF2-40B4-BE49-F238E27FC236}">
                  <a16:creationId xmlns:a16="http://schemas.microsoft.com/office/drawing/2014/main" id="{75E8BB44-9377-7A1E-C321-2D22776C399A}"/>
                </a:ext>
              </a:extLst>
            </p:cNvPr>
            <p:cNvCxnSpPr/>
            <p:nvPr/>
          </p:nvCxnSpPr>
          <p:spPr>
            <a:xfrm rot="10800000" flipH="1">
              <a:off x="4844504" y="2683211"/>
              <a:ext cx="366900" cy="1440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165;p13">
              <a:extLst>
                <a:ext uri="{FF2B5EF4-FFF2-40B4-BE49-F238E27FC236}">
                  <a16:creationId xmlns:a16="http://schemas.microsoft.com/office/drawing/2014/main" id="{75831AB1-1142-C500-0901-0B63ABA6CC75}"/>
                </a:ext>
              </a:extLst>
            </p:cNvPr>
            <p:cNvCxnSpPr/>
            <p:nvPr/>
          </p:nvCxnSpPr>
          <p:spPr>
            <a:xfrm flipH="1">
              <a:off x="5076446" y="2683299"/>
              <a:ext cx="135000" cy="462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166;p13">
              <a:extLst>
                <a:ext uri="{FF2B5EF4-FFF2-40B4-BE49-F238E27FC236}">
                  <a16:creationId xmlns:a16="http://schemas.microsoft.com/office/drawing/2014/main" id="{B2C8FE8D-B5D6-B611-89D9-CFCE03733D97}"/>
                </a:ext>
              </a:extLst>
            </p:cNvPr>
            <p:cNvCxnSpPr/>
            <p:nvPr/>
          </p:nvCxnSpPr>
          <p:spPr>
            <a:xfrm rot="10800000" flipH="1">
              <a:off x="5212771" y="2428779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167;p13">
              <a:extLst>
                <a:ext uri="{FF2B5EF4-FFF2-40B4-BE49-F238E27FC236}">
                  <a16:creationId xmlns:a16="http://schemas.microsoft.com/office/drawing/2014/main" id="{47430007-B896-ED6C-720C-A43A660A29C4}"/>
                </a:ext>
              </a:extLst>
            </p:cNvPr>
            <p:cNvCxnSpPr/>
            <p:nvPr/>
          </p:nvCxnSpPr>
          <p:spPr>
            <a:xfrm>
              <a:off x="5212897" y="2688053"/>
              <a:ext cx="405600" cy="145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168;p13">
              <a:extLst>
                <a:ext uri="{FF2B5EF4-FFF2-40B4-BE49-F238E27FC236}">
                  <a16:creationId xmlns:a16="http://schemas.microsoft.com/office/drawing/2014/main" id="{E2CCE857-32D8-8D50-5866-1E15DF92A514}"/>
                </a:ext>
              </a:extLst>
            </p:cNvPr>
            <p:cNvCxnSpPr/>
            <p:nvPr/>
          </p:nvCxnSpPr>
          <p:spPr>
            <a:xfrm>
              <a:off x="4845138" y="2830831"/>
              <a:ext cx="234000" cy="3102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Google Shape;169;p13">
              <a:extLst>
                <a:ext uri="{FF2B5EF4-FFF2-40B4-BE49-F238E27FC236}">
                  <a16:creationId xmlns:a16="http://schemas.microsoft.com/office/drawing/2014/main" id="{C47B7AB1-7D6D-410D-465C-7F3F2D699CD8}"/>
                </a:ext>
              </a:extLst>
            </p:cNvPr>
            <p:cNvSpPr/>
            <p:nvPr/>
          </p:nvSpPr>
          <p:spPr>
            <a:xfrm>
              <a:off x="4745813" y="272178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2" name="Google Shape;170;p13">
              <a:extLst>
                <a:ext uri="{FF2B5EF4-FFF2-40B4-BE49-F238E27FC236}">
                  <a16:creationId xmlns:a16="http://schemas.microsoft.com/office/drawing/2014/main" id="{9B438B3A-F726-483C-029F-384FE6F4BFD7}"/>
                </a:ext>
              </a:extLst>
            </p:cNvPr>
            <p:cNvSpPr/>
            <p:nvPr/>
          </p:nvSpPr>
          <p:spPr>
            <a:xfrm>
              <a:off x="5109583" y="258453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3" name="Google Shape;171;p13">
              <a:extLst>
                <a:ext uri="{FF2B5EF4-FFF2-40B4-BE49-F238E27FC236}">
                  <a16:creationId xmlns:a16="http://schemas.microsoft.com/office/drawing/2014/main" id="{7429A541-06EC-A2FF-F322-8EDA242EE00B}"/>
                </a:ext>
              </a:extLst>
            </p:cNvPr>
            <p:cNvSpPr/>
            <p:nvPr/>
          </p:nvSpPr>
          <p:spPr>
            <a:xfrm>
              <a:off x="5428910" y="2325143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4" name="Google Shape;172;p13">
              <a:extLst>
                <a:ext uri="{FF2B5EF4-FFF2-40B4-BE49-F238E27FC236}">
                  <a16:creationId xmlns:a16="http://schemas.microsoft.com/office/drawing/2014/main" id="{CD078C4F-EEC0-52DE-DA85-7390D3B19844}"/>
                </a:ext>
              </a:extLst>
            </p:cNvPr>
            <p:cNvSpPr/>
            <p:nvPr/>
          </p:nvSpPr>
          <p:spPr>
            <a:xfrm>
              <a:off x="4980226" y="304176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 dirty="0"/>
            </a:p>
          </p:txBody>
        </p:sp>
        <p:sp>
          <p:nvSpPr>
            <p:cNvPr id="35" name="Google Shape;173;p13">
              <a:extLst>
                <a:ext uri="{FF2B5EF4-FFF2-40B4-BE49-F238E27FC236}">
                  <a16:creationId xmlns:a16="http://schemas.microsoft.com/office/drawing/2014/main" id="{E48CEC2A-CBD3-6D2E-D8B4-86DA4535949E}"/>
                </a:ext>
              </a:extLst>
            </p:cNvPr>
            <p:cNvSpPr/>
            <p:nvPr/>
          </p:nvSpPr>
          <p:spPr>
            <a:xfrm>
              <a:off x="4593376" y="242851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36" name="Google Shape;174;p13">
              <a:extLst>
                <a:ext uri="{FF2B5EF4-FFF2-40B4-BE49-F238E27FC236}">
                  <a16:creationId xmlns:a16="http://schemas.microsoft.com/office/drawing/2014/main" id="{4AA2B89C-F0BA-19E2-0423-F9C0E6518080}"/>
                </a:ext>
              </a:extLst>
            </p:cNvPr>
            <p:cNvSpPr/>
            <p:nvPr/>
          </p:nvSpPr>
          <p:spPr>
            <a:xfrm>
              <a:off x="5767526" y="248118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cxnSp>
          <p:nvCxnSpPr>
            <p:cNvPr id="37" name="Google Shape;175;p13">
              <a:extLst>
                <a:ext uri="{FF2B5EF4-FFF2-40B4-BE49-F238E27FC236}">
                  <a16:creationId xmlns:a16="http://schemas.microsoft.com/office/drawing/2014/main" id="{A85A85FA-DB31-7747-EF4F-002F5AD9FF82}"/>
                </a:ext>
              </a:extLst>
            </p:cNvPr>
            <p:cNvCxnSpPr/>
            <p:nvPr/>
          </p:nvCxnSpPr>
          <p:spPr>
            <a:xfrm>
              <a:off x="6356137" y="2619815"/>
              <a:ext cx="338400" cy="15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76;p13">
              <a:extLst>
                <a:ext uri="{FF2B5EF4-FFF2-40B4-BE49-F238E27FC236}">
                  <a16:creationId xmlns:a16="http://schemas.microsoft.com/office/drawing/2014/main" id="{6AB87B11-1045-D694-6D5C-2587ACB918A7}"/>
                </a:ext>
              </a:extLst>
            </p:cNvPr>
            <p:cNvCxnSpPr/>
            <p:nvPr/>
          </p:nvCxnSpPr>
          <p:spPr>
            <a:xfrm flipH="1">
              <a:off x="6424318" y="2774658"/>
              <a:ext cx="273000" cy="2469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177;p13">
              <a:extLst>
                <a:ext uri="{FF2B5EF4-FFF2-40B4-BE49-F238E27FC236}">
                  <a16:creationId xmlns:a16="http://schemas.microsoft.com/office/drawing/2014/main" id="{FFF87A2F-9594-9264-E59B-69EDEF3E5316}"/>
                </a:ext>
              </a:extLst>
            </p:cNvPr>
            <p:cNvCxnSpPr/>
            <p:nvPr/>
          </p:nvCxnSpPr>
          <p:spPr>
            <a:xfrm rot="10800000">
              <a:off x="6356621" y="2628973"/>
              <a:ext cx="61500" cy="3945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78;p13">
              <a:extLst>
                <a:ext uri="{FF2B5EF4-FFF2-40B4-BE49-F238E27FC236}">
                  <a16:creationId xmlns:a16="http://schemas.microsoft.com/office/drawing/2014/main" id="{9F7E6E17-06B3-F37F-714D-DFDE6FAE9A69}"/>
                </a:ext>
              </a:extLst>
            </p:cNvPr>
            <p:cNvCxnSpPr/>
            <p:nvPr/>
          </p:nvCxnSpPr>
          <p:spPr>
            <a:xfrm rot="10800000" flipH="1">
              <a:off x="5774134" y="2894474"/>
              <a:ext cx="271500" cy="2334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79;p13">
              <a:extLst>
                <a:ext uri="{FF2B5EF4-FFF2-40B4-BE49-F238E27FC236}">
                  <a16:creationId xmlns:a16="http://schemas.microsoft.com/office/drawing/2014/main" id="{7FF05CF0-DCC4-1A14-5775-100AE9F48683}"/>
                </a:ext>
              </a:extLst>
            </p:cNvPr>
            <p:cNvCxnSpPr/>
            <p:nvPr/>
          </p:nvCxnSpPr>
          <p:spPr>
            <a:xfrm rot="10800000" flipH="1">
              <a:off x="6041809" y="2627103"/>
              <a:ext cx="310200" cy="2496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80;p13">
              <a:extLst>
                <a:ext uri="{FF2B5EF4-FFF2-40B4-BE49-F238E27FC236}">
                  <a16:creationId xmlns:a16="http://schemas.microsoft.com/office/drawing/2014/main" id="{E9D2C777-BC6D-61E7-B145-0C0B2C6FF6A9}"/>
                </a:ext>
              </a:extLst>
            </p:cNvPr>
            <p:cNvCxnSpPr/>
            <p:nvPr/>
          </p:nvCxnSpPr>
          <p:spPr>
            <a:xfrm>
              <a:off x="6041935" y="2886377"/>
              <a:ext cx="375900" cy="13710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181;p13">
              <a:extLst>
                <a:ext uri="{FF2B5EF4-FFF2-40B4-BE49-F238E27FC236}">
                  <a16:creationId xmlns:a16="http://schemas.microsoft.com/office/drawing/2014/main" id="{5C6324E0-2309-766B-6667-45DFA57CE543}"/>
                </a:ext>
              </a:extLst>
            </p:cNvPr>
            <p:cNvSpPr/>
            <p:nvPr/>
          </p:nvSpPr>
          <p:spPr>
            <a:xfrm>
              <a:off x="5675443" y="30224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4" name="Google Shape;182;p13">
              <a:extLst>
                <a:ext uri="{FF2B5EF4-FFF2-40B4-BE49-F238E27FC236}">
                  <a16:creationId xmlns:a16="http://schemas.microsoft.com/office/drawing/2014/main" id="{74F881BF-C4B6-D58F-A62E-A418DBE503D5}"/>
                </a:ext>
              </a:extLst>
            </p:cNvPr>
            <p:cNvSpPr/>
            <p:nvPr/>
          </p:nvSpPr>
          <p:spPr>
            <a:xfrm>
              <a:off x="5938621" y="278286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5" name="Google Shape;183;p13">
              <a:extLst>
                <a:ext uri="{FF2B5EF4-FFF2-40B4-BE49-F238E27FC236}">
                  <a16:creationId xmlns:a16="http://schemas.microsoft.com/office/drawing/2014/main" id="{2E0D2309-EFFB-3F7F-DF4B-6AC4D7117AE8}"/>
                </a:ext>
              </a:extLst>
            </p:cNvPr>
            <p:cNvSpPr/>
            <p:nvPr/>
          </p:nvSpPr>
          <p:spPr>
            <a:xfrm>
              <a:off x="6257948" y="252346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6" name="Google Shape;184;p13">
              <a:extLst>
                <a:ext uri="{FF2B5EF4-FFF2-40B4-BE49-F238E27FC236}">
                  <a16:creationId xmlns:a16="http://schemas.microsoft.com/office/drawing/2014/main" id="{3299C19B-8232-7D6C-2E2B-D2BEB3D263AB}"/>
                </a:ext>
              </a:extLst>
            </p:cNvPr>
            <p:cNvSpPr/>
            <p:nvPr/>
          </p:nvSpPr>
          <p:spPr>
            <a:xfrm>
              <a:off x="6324136" y="292010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7" name="Google Shape;185;p13">
              <a:extLst>
                <a:ext uri="{FF2B5EF4-FFF2-40B4-BE49-F238E27FC236}">
                  <a16:creationId xmlns:a16="http://schemas.microsoft.com/office/drawing/2014/main" id="{5ED6B24B-0802-7BFD-930A-E7883426ED76}"/>
                </a:ext>
              </a:extLst>
            </p:cNvPr>
            <p:cNvSpPr/>
            <p:nvPr/>
          </p:nvSpPr>
          <p:spPr>
            <a:xfrm>
              <a:off x="5523006" y="272918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8" name="Google Shape;186;p13">
              <a:extLst>
                <a:ext uri="{FF2B5EF4-FFF2-40B4-BE49-F238E27FC236}">
                  <a16:creationId xmlns:a16="http://schemas.microsoft.com/office/drawing/2014/main" id="{DE026202-6FDA-A980-084A-C1A129EBB316}"/>
                </a:ext>
              </a:extLst>
            </p:cNvPr>
            <p:cNvSpPr/>
            <p:nvPr/>
          </p:nvSpPr>
          <p:spPr>
            <a:xfrm>
              <a:off x="6596565" y="2679512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49" name="Google Shape;187;p13">
              <a:extLst>
                <a:ext uri="{FF2B5EF4-FFF2-40B4-BE49-F238E27FC236}">
                  <a16:creationId xmlns:a16="http://schemas.microsoft.com/office/drawing/2014/main" id="{B2330E90-8C7B-358B-B004-3FADC40E6FF9}"/>
                </a:ext>
              </a:extLst>
            </p:cNvPr>
            <p:cNvSpPr/>
            <p:nvPr/>
          </p:nvSpPr>
          <p:spPr>
            <a:xfrm>
              <a:off x="5374725" y="1895607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0" name="Google Shape;188;p13">
              <a:extLst>
                <a:ext uri="{FF2B5EF4-FFF2-40B4-BE49-F238E27FC236}">
                  <a16:creationId xmlns:a16="http://schemas.microsoft.com/office/drawing/2014/main" id="{B544A2B9-6E6E-324A-ECBB-A5A24D9B6AA2}"/>
                </a:ext>
              </a:extLst>
            </p:cNvPr>
            <p:cNvSpPr/>
            <p:nvPr/>
          </p:nvSpPr>
          <p:spPr>
            <a:xfrm>
              <a:off x="5511946" y="1599099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1" name="Google Shape;189;p13">
              <a:extLst>
                <a:ext uri="{FF2B5EF4-FFF2-40B4-BE49-F238E27FC236}">
                  <a16:creationId xmlns:a16="http://schemas.microsoft.com/office/drawing/2014/main" id="{9D1E73CC-AB95-2AED-3EFC-C88C7D9FEF8B}"/>
                </a:ext>
              </a:extLst>
            </p:cNvPr>
            <p:cNvSpPr/>
            <p:nvPr/>
          </p:nvSpPr>
          <p:spPr>
            <a:xfrm>
              <a:off x="5101326" y="2145016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2" name="Google Shape;191;p13">
              <a:extLst>
                <a:ext uri="{FF2B5EF4-FFF2-40B4-BE49-F238E27FC236}">
                  <a16:creationId xmlns:a16="http://schemas.microsoft.com/office/drawing/2014/main" id="{9FC52FA6-E16A-7C09-1BD6-52DEF8DAC910}"/>
                </a:ext>
              </a:extLst>
            </p:cNvPr>
            <p:cNvSpPr/>
            <p:nvPr/>
          </p:nvSpPr>
          <p:spPr>
            <a:xfrm>
              <a:off x="4937818" y="1862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3" name="Google Shape;192;p13">
              <a:extLst>
                <a:ext uri="{FF2B5EF4-FFF2-40B4-BE49-F238E27FC236}">
                  <a16:creationId xmlns:a16="http://schemas.microsoft.com/office/drawing/2014/main" id="{34023529-EC95-39E5-2ED4-E3A9793E5805}"/>
                </a:ext>
              </a:extLst>
            </p:cNvPr>
            <p:cNvSpPr/>
            <p:nvPr/>
          </p:nvSpPr>
          <p:spPr>
            <a:xfrm>
              <a:off x="5767484" y="179651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4" name="Google Shape;193;p13">
              <a:extLst>
                <a:ext uri="{FF2B5EF4-FFF2-40B4-BE49-F238E27FC236}">
                  <a16:creationId xmlns:a16="http://schemas.microsoft.com/office/drawing/2014/main" id="{CE841F09-649B-DDA3-0AE8-B6FC833040A5}"/>
                </a:ext>
              </a:extLst>
            </p:cNvPr>
            <p:cNvSpPr/>
            <p:nvPr/>
          </p:nvSpPr>
          <p:spPr>
            <a:xfrm>
              <a:off x="5626198" y="20695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5" name="Google Shape;194;p13">
              <a:extLst>
                <a:ext uri="{FF2B5EF4-FFF2-40B4-BE49-F238E27FC236}">
                  <a16:creationId xmlns:a16="http://schemas.microsoft.com/office/drawing/2014/main" id="{0217051D-0714-3571-19EE-EC321723729E}"/>
                </a:ext>
              </a:extLst>
            </p:cNvPr>
            <p:cNvSpPr/>
            <p:nvPr/>
          </p:nvSpPr>
          <p:spPr>
            <a:xfrm>
              <a:off x="6126731" y="1821131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6" name="Google Shape;195;p13">
              <a:extLst>
                <a:ext uri="{FF2B5EF4-FFF2-40B4-BE49-F238E27FC236}">
                  <a16:creationId xmlns:a16="http://schemas.microsoft.com/office/drawing/2014/main" id="{06EF263C-CBC9-83F2-763D-46E246E50E5C}"/>
                </a:ext>
              </a:extLst>
            </p:cNvPr>
            <p:cNvSpPr/>
            <p:nvPr/>
          </p:nvSpPr>
          <p:spPr>
            <a:xfrm>
              <a:off x="4789405" y="2127745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7" name="Google Shape;196;p13">
              <a:extLst>
                <a:ext uri="{FF2B5EF4-FFF2-40B4-BE49-F238E27FC236}">
                  <a16:creationId xmlns:a16="http://schemas.microsoft.com/office/drawing/2014/main" id="{BAFF7D2B-8AA0-F60E-A173-623D6DA2F831}"/>
                </a:ext>
              </a:extLst>
            </p:cNvPr>
            <p:cNvSpPr/>
            <p:nvPr/>
          </p:nvSpPr>
          <p:spPr>
            <a:xfrm>
              <a:off x="5956905" y="2079070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8" name="Google Shape;197;p13">
              <a:extLst>
                <a:ext uri="{FF2B5EF4-FFF2-40B4-BE49-F238E27FC236}">
                  <a16:creationId xmlns:a16="http://schemas.microsoft.com/office/drawing/2014/main" id="{B65519AC-905C-4A22-C548-4E2C116C557C}"/>
                </a:ext>
              </a:extLst>
            </p:cNvPr>
            <p:cNvSpPr/>
            <p:nvPr/>
          </p:nvSpPr>
          <p:spPr>
            <a:xfrm>
              <a:off x="6527355" y="236485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  <p:sp>
          <p:nvSpPr>
            <p:cNvPr id="59" name="Google Shape;199;p13">
              <a:extLst>
                <a:ext uri="{FF2B5EF4-FFF2-40B4-BE49-F238E27FC236}">
                  <a16:creationId xmlns:a16="http://schemas.microsoft.com/office/drawing/2014/main" id="{B2D18123-40B4-CF47-A324-969514B6ECA2}"/>
                </a:ext>
              </a:extLst>
            </p:cNvPr>
            <p:cNvSpPr/>
            <p:nvPr/>
          </p:nvSpPr>
          <p:spPr>
            <a:xfrm>
              <a:off x="6220730" y="2235608"/>
              <a:ext cx="197400" cy="197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1108" tIns="71108" rIns="71108" bIns="71108" anchor="ctr" anchorCtr="0">
              <a:noAutofit/>
            </a:bodyPr>
            <a:lstStyle/>
            <a:p>
              <a:endParaRPr sz="1089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1547E4-D2B7-C40B-F36F-DA19C3E99F7D}"/>
                  </a:ext>
                </a:extLst>
              </p:cNvPr>
              <p:cNvSpPr txBox="1"/>
              <p:nvPr/>
            </p:nvSpPr>
            <p:spPr>
              <a:xfrm>
                <a:off x="3217003" y="4219262"/>
                <a:ext cx="6773842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If you define embedding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of each vertex x as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1547E4-D2B7-C40B-F36F-DA19C3E99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003" y="4219262"/>
                <a:ext cx="6773842" cy="477054"/>
              </a:xfrm>
              <a:prstGeom prst="rect">
                <a:avLst/>
              </a:prstGeom>
              <a:blipFill>
                <a:blip r:embed="rId3"/>
                <a:stretch>
                  <a:fillRect l="-1498" t="-10526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E2C8AC42-83BA-E6B8-E179-16B1F276C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765" y="4709606"/>
            <a:ext cx="5930900" cy="520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9D86FE-23BB-79DD-C2D2-6C3241C96750}"/>
                  </a:ext>
                </a:extLst>
              </p:cNvPr>
              <p:cNvSpPr txBox="1"/>
              <p:nvPr/>
            </p:nvSpPr>
            <p:spPr>
              <a:xfrm>
                <a:off x="4547692" y="5689935"/>
                <a:ext cx="559012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29D86FE-23BB-79DD-C2D2-6C3241C96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692" y="5689935"/>
                <a:ext cx="5590120" cy="553998"/>
              </a:xfrm>
              <a:prstGeom prst="rect">
                <a:avLst/>
              </a:prstGeom>
              <a:blipFill>
                <a:blip r:embed="rId6"/>
                <a:stretch>
                  <a:fillRect l="-2494" t="-11111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38DFF3AD-750E-6DA1-8432-F2F58ECAE6E7}"/>
              </a:ext>
            </a:extLst>
          </p:cNvPr>
          <p:cNvSpPr/>
          <p:nvPr/>
        </p:nvSpPr>
        <p:spPr>
          <a:xfrm>
            <a:off x="3169894" y="4219262"/>
            <a:ext cx="8567607" cy="210471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E7FF5C-0F11-DA76-A427-2F40C65D371B}"/>
              </a:ext>
            </a:extLst>
          </p:cNvPr>
          <p:cNvSpPr txBox="1"/>
          <p:nvPr/>
        </p:nvSpPr>
        <p:spPr>
          <a:xfrm>
            <a:off x="3592836" y="6354101"/>
            <a:ext cx="77814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Also suggests a natural way to embed vertices of graph!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C77C45-8C0D-5CD8-3F5A-F9740A4B2F47}"/>
              </a:ext>
            </a:extLst>
          </p:cNvPr>
          <p:cNvSpPr txBox="1"/>
          <p:nvPr/>
        </p:nvSpPr>
        <p:spPr>
          <a:xfrm>
            <a:off x="10316516" y="5870940"/>
            <a:ext cx="14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[Homework]</a:t>
            </a:r>
          </a:p>
        </p:txBody>
      </p:sp>
    </p:spTree>
    <p:extLst>
      <p:ext uri="{BB962C8B-B14F-4D97-AF65-F5344CB8AC3E}">
        <p14:creationId xmlns:p14="http://schemas.microsoft.com/office/powerpoint/2010/main" val="768386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9375-6858-360D-70B9-176BC869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4141BC-BD11-1D1B-8CF6-6F70271980D9}"/>
              </a:ext>
            </a:extLst>
          </p:cNvPr>
          <p:cNvSpPr/>
          <p:nvPr/>
        </p:nvSpPr>
        <p:spPr>
          <a:xfrm>
            <a:off x="4733882" y="1933787"/>
            <a:ext cx="73152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7C2C3-1BF7-D709-612E-6857C069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87" t="36519" r="49874"/>
          <a:stretch>
            <a:fillRect/>
          </a:stretch>
        </p:blipFill>
        <p:spPr>
          <a:xfrm>
            <a:off x="155682" y="2526838"/>
            <a:ext cx="3247746" cy="3380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DA0B91-DD14-16A3-70AC-C13E1C20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12" t="36519" r="15248"/>
          <a:stretch>
            <a:fillRect/>
          </a:stretch>
        </p:blipFill>
        <p:spPr>
          <a:xfrm>
            <a:off x="3741549" y="2524358"/>
            <a:ext cx="3447706" cy="3588861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407CF6EA-53FB-95D1-7275-7EA97C53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maps embedding on “</a:t>
            </a:r>
            <a:r>
              <a:rPr lang="en-US" dirty="0" err="1"/>
              <a:t>swiss</a:t>
            </a:r>
            <a:r>
              <a:rPr lang="en-US" dirty="0"/>
              <a:t> roll”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AF5BD-5246-9A2E-5B53-C8296279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605" t="4219" b="6261"/>
          <a:stretch>
            <a:fillRect/>
          </a:stretch>
        </p:blipFill>
        <p:spPr>
          <a:xfrm>
            <a:off x="7874171" y="2475148"/>
            <a:ext cx="3630643" cy="36872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53FBDB-C18A-863A-C43D-EDFC247B3C76}"/>
                  </a:ext>
                </a:extLst>
              </p:cNvPr>
              <p:cNvSpPr txBox="1"/>
              <p:nvPr/>
            </p:nvSpPr>
            <p:spPr>
              <a:xfrm>
                <a:off x="9260378" y="6059978"/>
                <a:ext cx="108683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53FBDB-C18A-863A-C43D-EDFC247B3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378" y="6059978"/>
                <a:ext cx="1086836" cy="553998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248945-B081-8E78-5E8D-C3189075EA85}"/>
                  </a:ext>
                </a:extLst>
              </p:cNvPr>
              <p:cNvSpPr txBox="1"/>
              <p:nvPr/>
            </p:nvSpPr>
            <p:spPr>
              <a:xfrm rot="16200000">
                <a:off x="7058210" y="3624954"/>
                <a:ext cx="107792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248945-B081-8E78-5E8D-C3189075E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058210" y="3624954"/>
                <a:ext cx="1077924" cy="553998"/>
              </a:xfrm>
              <a:prstGeom prst="rect">
                <a:avLst/>
              </a:prstGeom>
              <a:blipFill>
                <a:blip r:embed="rId5"/>
                <a:stretch>
                  <a:fillRect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B7E536B-C7EE-0CB3-1700-E7F473CF805F}"/>
              </a:ext>
            </a:extLst>
          </p:cNvPr>
          <p:cNvSpPr txBox="1"/>
          <p:nvPr/>
        </p:nvSpPr>
        <p:spPr>
          <a:xfrm>
            <a:off x="7874171" y="1511175"/>
            <a:ext cx="45573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Diffusion maps </a:t>
            </a:r>
            <a:r>
              <a:rPr lang="en-US" sz="3000" dirty="0"/>
              <a:t>first two components </a:t>
            </a:r>
          </a:p>
        </p:txBody>
      </p:sp>
    </p:spTree>
    <p:extLst>
      <p:ext uri="{BB962C8B-B14F-4D97-AF65-F5344CB8AC3E}">
        <p14:creationId xmlns:p14="http://schemas.microsoft.com/office/powerpoint/2010/main" val="2208512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40DB-18CF-4CB3-65AC-BA9D0048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58" y="380624"/>
            <a:ext cx="10515600" cy="1325563"/>
          </a:xfrm>
        </p:spPr>
        <p:txBody>
          <a:bodyPr/>
          <a:lstStyle/>
          <a:p>
            <a:r>
              <a:rPr lang="en-US" dirty="0"/>
              <a:t>Now, how is this all useful for single cell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4DBAB-D8A9-EF64-71E4-F76790706FF4}"/>
              </a:ext>
            </a:extLst>
          </p:cNvPr>
          <p:cNvSpPr txBox="1"/>
          <p:nvPr/>
        </p:nvSpPr>
        <p:spPr>
          <a:xfrm>
            <a:off x="600877" y="2000890"/>
            <a:ext cx="501852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k-NN (k nearest neighbors) graph</a:t>
            </a:r>
          </a:p>
          <a:p>
            <a:r>
              <a:rPr lang="en-US" sz="2000" dirty="0"/>
              <a:t>Draw an edge between vertex v and its k nearest neighbors</a:t>
            </a:r>
          </a:p>
        </p:txBody>
      </p:sp>
      <p:pic>
        <p:nvPicPr>
          <p:cNvPr id="5" name="Picture 4" descr="Should we use k-nearest neighbor graphs for node classification? | by  Federico Errica | Medium">
            <a:extLst>
              <a:ext uri="{FF2B5EF4-FFF2-40B4-BE49-F238E27FC236}">
                <a16:creationId xmlns:a16="http://schemas.microsoft.com/office/drawing/2014/main" id="{3FA42597-4160-D06E-7AA2-2348CECDC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73" y="3093497"/>
            <a:ext cx="3754319" cy="2971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4E3A7-0113-FAF7-D28B-25AFE28F72B4}"/>
              </a:ext>
            </a:extLst>
          </p:cNvPr>
          <p:cNvSpPr txBox="1"/>
          <p:nvPr/>
        </p:nvSpPr>
        <p:spPr>
          <a:xfrm>
            <a:off x="-3966477" y="-3167906"/>
            <a:ext cx="427773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500" b="1" dirty="0"/>
              <a:t>ε</a:t>
            </a:r>
            <a:r>
              <a:rPr lang="en-US" sz="2500" b="1" dirty="0"/>
              <a:t>-ball graph</a:t>
            </a:r>
          </a:p>
          <a:p>
            <a:r>
              <a:rPr lang="en-US" sz="2000" dirty="0"/>
              <a:t>Draw an edge between vertex v and all vertices w within distance </a:t>
            </a:r>
            <a:r>
              <a:rPr lang="el-GR" sz="2000" dirty="0"/>
              <a:t>ε</a:t>
            </a:r>
            <a:endParaRPr lang="en-US" sz="2000" dirty="0"/>
          </a:p>
        </p:txBody>
      </p:sp>
      <p:pic>
        <p:nvPicPr>
          <p:cNvPr id="7" name="Picture 6" descr="Methods for graph creation from point clouds - Complex Objects">
            <a:extLst>
              <a:ext uri="{FF2B5EF4-FFF2-40B4-BE49-F238E27FC236}">
                <a16:creationId xmlns:a16="http://schemas.microsoft.com/office/drawing/2014/main" id="{974CE273-A6FC-D3F9-64D1-50E33B7D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66477" y="-2183115"/>
            <a:ext cx="3754318" cy="3164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278471-C554-180A-287E-FEE0F5F7941C}"/>
              </a:ext>
            </a:extLst>
          </p:cNvPr>
          <p:cNvSpPr txBox="1"/>
          <p:nvPr/>
        </p:nvSpPr>
        <p:spPr>
          <a:xfrm>
            <a:off x="5569058" y="2754845"/>
            <a:ext cx="641789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For single cell data, distance </a:t>
            </a:r>
            <a:r>
              <a:rPr lang="en-US" sz="2500" dirty="0" err="1"/>
              <a:t>btwn</a:t>
            </a:r>
            <a:r>
              <a:rPr lang="en-US" sz="2500" dirty="0"/>
              <a:t> cells x</a:t>
            </a:r>
            <a:r>
              <a:rPr lang="en-US" sz="2500" baseline="-25000" dirty="0"/>
              <a:t>i</a:t>
            </a:r>
            <a:r>
              <a:rPr lang="en-US" sz="2500" dirty="0"/>
              <a:t>, </a:t>
            </a:r>
            <a:r>
              <a:rPr lang="en-US" sz="2500" dirty="0" err="1"/>
              <a:t>x</a:t>
            </a:r>
            <a:r>
              <a:rPr lang="en-US" sz="2500" baseline="-25000" dirty="0" err="1"/>
              <a:t>j</a:t>
            </a:r>
            <a:r>
              <a:rPr lang="en-US" sz="2500" dirty="0"/>
              <a:t> typically defined using an “affinity function” / “similarity function”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45059F-3F0F-D77A-F932-31E3E8322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94" y="4579280"/>
            <a:ext cx="4446501" cy="1199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52290F-04AE-1E0E-3CF2-F781F5CC878A}"/>
              </a:ext>
            </a:extLst>
          </p:cNvPr>
          <p:cNvSpPr txBox="1"/>
          <p:nvPr/>
        </p:nvSpPr>
        <p:spPr>
          <a:xfrm>
            <a:off x="5953415" y="4162110"/>
            <a:ext cx="37200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e.g. Gaussian kernel function</a:t>
            </a:r>
          </a:p>
        </p:txBody>
      </p:sp>
    </p:spTree>
    <p:extLst>
      <p:ext uri="{BB962C8B-B14F-4D97-AF65-F5344CB8AC3E}">
        <p14:creationId xmlns:p14="http://schemas.microsoft.com/office/powerpoint/2010/main" val="1305507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3769A2-6797-53A1-BFD3-4E1CC2C6F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67" y="33251"/>
            <a:ext cx="9099665" cy="68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6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904C-B787-C834-252C-93F17F93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2" y="17577"/>
            <a:ext cx="11754196" cy="1325563"/>
          </a:xfrm>
        </p:spPr>
        <p:txBody>
          <a:bodyPr/>
          <a:lstStyle/>
          <a:p>
            <a:r>
              <a:rPr lang="en-US" dirty="0"/>
              <a:t>PHATE: uses diffusion maps distance + MDS</a:t>
            </a:r>
          </a:p>
        </p:txBody>
      </p:sp>
      <p:pic>
        <p:nvPicPr>
          <p:cNvPr id="6" name="Picture 5" descr="Fig. 2">
            <a:extLst>
              <a:ext uri="{FF2B5EF4-FFF2-40B4-BE49-F238E27FC236}">
                <a16:creationId xmlns:a16="http://schemas.microsoft.com/office/drawing/2014/main" id="{17EF7A42-6A98-8B3E-06DC-598E1069F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3" y="1776894"/>
            <a:ext cx="6630626" cy="45228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AA2C70-ECF9-8103-0594-BB8855A93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55947"/>
            <a:ext cx="4267200" cy="88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BFCF3-D0CE-7066-0685-1CBCC091CFF6}"/>
              </a:ext>
            </a:extLst>
          </p:cNvPr>
          <p:cNvSpPr txBox="1"/>
          <p:nvPr/>
        </p:nvSpPr>
        <p:spPr>
          <a:xfrm>
            <a:off x="4664270" y="-1477924"/>
            <a:ext cx="32605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Commonly used / highly cited method for dimensionality reduction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7AC50-3976-0E26-6FF1-2BFEC4B9C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627" y="2673040"/>
            <a:ext cx="5293373" cy="27305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7626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26F8-14FC-2F81-85FC-BCA1388C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56" y="380623"/>
            <a:ext cx="11265976" cy="1325563"/>
          </a:xfrm>
        </p:spPr>
        <p:txBody>
          <a:bodyPr/>
          <a:lstStyle/>
          <a:p>
            <a:r>
              <a:rPr lang="en-US" dirty="0"/>
              <a:t>Trajectory inference: </a:t>
            </a:r>
            <a:r>
              <a:rPr lang="en-US" sz="3700" dirty="0"/>
              <a:t>learning temporal ordering of cells in a single cell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1F76B-0BF8-BB32-B614-002AEBD8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56" y="2149413"/>
            <a:ext cx="7282297" cy="44942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C19D38-21D1-F22D-C898-342BEA25907C}"/>
              </a:ext>
            </a:extLst>
          </p:cNvPr>
          <p:cNvSpPr txBox="1"/>
          <p:nvPr/>
        </p:nvSpPr>
        <p:spPr>
          <a:xfrm>
            <a:off x="7609053" y="1900031"/>
            <a:ext cx="458294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Even though you measure cells at same time…</a:t>
            </a:r>
          </a:p>
          <a:p>
            <a:endParaRPr lang="en-US" sz="3000" dirty="0"/>
          </a:p>
          <a:p>
            <a:r>
              <a:rPr lang="en-US" sz="3000" dirty="0"/>
              <a:t>different cells may be at different developmental stages </a:t>
            </a:r>
          </a:p>
          <a:p>
            <a:endParaRPr lang="en-US" sz="3000" dirty="0"/>
          </a:p>
          <a:p>
            <a:r>
              <a:rPr lang="en-US" sz="2800" b="1" dirty="0"/>
              <a:t>Goal: reconstruct relative temporal ordering of cells</a:t>
            </a:r>
          </a:p>
        </p:txBody>
      </p:sp>
    </p:spTree>
    <p:extLst>
      <p:ext uri="{BB962C8B-B14F-4D97-AF65-F5344CB8AC3E}">
        <p14:creationId xmlns:p14="http://schemas.microsoft.com/office/powerpoint/2010/main" val="3814879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7590-D1EC-5227-4F7F-DC3617B7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97" y="-10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700" dirty="0"/>
              <a:t>Popular TI methods use diffusion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125A4E-8E87-2F5D-76BA-FA54211A8D2B}"/>
              </a:ext>
            </a:extLst>
          </p:cNvPr>
          <p:cNvGrpSpPr/>
          <p:nvPr/>
        </p:nvGrpSpPr>
        <p:grpSpPr>
          <a:xfrm>
            <a:off x="217267" y="2713729"/>
            <a:ext cx="11974733" cy="2563400"/>
            <a:chOff x="217267" y="1896311"/>
            <a:chExt cx="11974733" cy="2563400"/>
          </a:xfrm>
        </p:grpSpPr>
        <p:pic>
          <p:nvPicPr>
            <p:cNvPr id="4" name="Picture 3" descr="Figure 1: Diffusion pseudotime reveals temporal ordering and cellular decisions on the single cell level.">
              <a:extLst>
                <a:ext uri="{FF2B5EF4-FFF2-40B4-BE49-F238E27FC236}">
                  <a16:creationId xmlns:a16="http://schemas.microsoft.com/office/drawing/2014/main" id="{DFEE8287-B413-063A-C2E1-7AD31B46F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6144"/>
            <a:stretch>
              <a:fillRect/>
            </a:stretch>
          </p:blipFill>
          <p:spPr>
            <a:xfrm>
              <a:off x="217267" y="1896311"/>
              <a:ext cx="11974733" cy="210173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DE61AA-3338-6843-6957-E3C1DA776C13}"/>
                </a:ext>
              </a:extLst>
            </p:cNvPr>
            <p:cNvCxnSpPr>
              <a:cxnSpLocks/>
            </p:cNvCxnSpPr>
            <p:nvPr/>
          </p:nvCxnSpPr>
          <p:spPr>
            <a:xfrm>
              <a:off x="5303520" y="3998046"/>
              <a:ext cx="3507971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630D64-B959-95FA-4DD1-C9440C0592FC}"/>
                </a:ext>
              </a:extLst>
            </p:cNvPr>
            <p:cNvSpPr txBox="1"/>
            <p:nvPr/>
          </p:nvSpPr>
          <p:spPr>
            <a:xfrm>
              <a:off x="5303520" y="3998046"/>
              <a:ext cx="3819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Uses diffusion maps metric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C5EDCD9-B222-699A-37AD-023470BA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667" y="1222292"/>
            <a:ext cx="5991136" cy="127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34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198A2A-4D65-3415-7E52-05FA6B5F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0A51B-29CA-F87E-8021-DD8C4F82B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97" y="-103271"/>
            <a:ext cx="10515600" cy="1325563"/>
          </a:xfrm>
        </p:spPr>
        <p:txBody>
          <a:bodyPr>
            <a:normAutofit/>
          </a:bodyPr>
          <a:lstStyle/>
          <a:p>
            <a:r>
              <a:rPr lang="en-US" sz="3700" dirty="0"/>
              <a:t>Popular TI methods use diffusion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B8B439-DF20-FF50-A27B-C114ED22C06E}"/>
              </a:ext>
            </a:extLst>
          </p:cNvPr>
          <p:cNvGrpSpPr/>
          <p:nvPr/>
        </p:nvGrpSpPr>
        <p:grpSpPr>
          <a:xfrm>
            <a:off x="217267" y="1065038"/>
            <a:ext cx="11974733" cy="2563400"/>
            <a:chOff x="217267" y="1896311"/>
            <a:chExt cx="11974733" cy="2563400"/>
          </a:xfrm>
        </p:grpSpPr>
        <p:pic>
          <p:nvPicPr>
            <p:cNvPr id="4" name="Picture 3" descr="Figure 1: Diffusion pseudotime reveals temporal ordering and cellular decisions on the single cell level.">
              <a:extLst>
                <a:ext uri="{FF2B5EF4-FFF2-40B4-BE49-F238E27FC236}">
                  <a16:creationId xmlns:a16="http://schemas.microsoft.com/office/drawing/2014/main" id="{835C5F45-9A0E-97FE-BD61-000B9B9E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6144"/>
            <a:stretch>
              <a:fillRect/>
            </a:stretch>
          </p:blipFill>
          <p:spPr>
            <a:xfrm>
              <a:off x="217267" y="1896311"/>
              <a:ext cx="11974733" cy="210173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7C822C-1DA0-4170-0A13-70E867462022}"/>
                </a:ext>
              </a:extLst>
            </p:cNvPr>
            <p:cNvCxnSpPr>
              <a:cxnSpLocks/>
            </p:cNvCxnSpPr>
            <p:nvPr/>
          </p:nvCxnSpPr>
          <p:spPr>
            <a:xfrm>
              <a:off x="5303520" y="3998046"/>
              <a:ext cx="3507971" cy="0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9D6751-5585-241B-31BF-55284D9B201E}"/>
                </a:ext>
              </a:extLst>
            </p:cNvPr>
            <p:cNvSpPr txBox="1"/>
            <p:nvPr/>
          </p:nvSpPr>
          <p:spPr>
            <a:xfrm>
              <a:off x="5303520" y="3998046"/>
              <a:ext cx="3819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Uses diffusion maps metric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DF62B90-F685-6F56-031F-14DE0665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999" y="100301"/>
            <a:ext cx="5262302" cy="1121992"/>
          </a:xfrm>
          <a:prstGeom prst="rect">
            <a:avLst/>
          </a:prstGeom>
        </p:spPr>
      </p:pic>
      <p:pic>
        <p:nvPicPr>
          <p:cNvPr id="12" name="Picture 11" descr="Fig. 1">
            <a:extLst>
              <a:ext uri="{FF2B5EF4-FFF2-40B4-BE49-F238E27FC236}">
                <a16:creationId xmlns:a16="http://schemas.microsoft.com/office/drawing/2014/main" id="{D2E22069-35AC-B02F-686B-19551E13E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97" y="3813582"/>
            <a:ext cx="6881802" cy="30444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0B8E93-2542-5701-8D3D-4045164C3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20" y="5730173"/>
            <a:ext cx="4343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45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5201-EBD2-9CCA-7694-F67093F6F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PAGA (partition-based graph abstraction)</a:t>
            </a:r>
          </a:p>
        </p:txBody>
      </p:sp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CB8F0868-142C-1748-710A-FE1DDCD78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015153" cy="398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19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4321-CFB3-90B3-B67E-94944A97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8123-4CC9-1EF8-5512-8C09141C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61" y="156760"/>
            <a:ext cx="10515600" cy="1325563"/>
          </a:xfrm>
        </p:spPr>
        <p:txBody>
          <a:bodyPr/>
          <a:lstStyle/>
          <a:p>
            <a:r>
              <a:rPr lang="en-US" dirty="0"/>
              <a:t>Next: modern embedding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94F8D-C9D5-E048-7F94-C722015FB2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3760360"/>
                <a:ext cx="114681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u="sng" dirty="0"/>
                  <a:t>Multidimensional scaling (MDS) / ISOMAP:</a:t>
                </a:r>
                <a:r>
                  <a:rPr lang="en-US" dirty="0"/>
                  <a:t> embedding e(x) preserves </a:t>
                </a:r>
                <a:r>
                  <a:rPr lang="en-US" b="1" dirty="0">
                    <a:solidFill>
                      <a:srgbClr val="FF0000"/>
                    </a:solidFill>
                  </a:rPr>
                  <a:t>all pairwise distances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⋅)</m:t>
                    </m:r>
                  </m:oMath>
                </a14:m>
                <a:r>
                  <a:rPr lang="en-US" dirty="0"/>
                  <a:t> in graph</a:t>
                </a:r>
              </a:p>
              <a:p>
                <a:pPr lvl="1"/>
                <a:r>
                  <a:rPr lang="en-US" dirty="0"/>
                  <a:t>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u="sng" dirty="0"/>
                  <a:t>for all 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A94F8D-C9D5-E048-7F94-C722015FB2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3760360"/>
                <a:ext cx="11468100" cy="4351338"/>
              </a:xfrm>
              <a:blipFill>
                <a:blip r:embed="rId2"/>
                <a:stretch>
                  <a:fillRect l="-1106" t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8BD0968-BAEE-109E-ED05-ADD4D0BBE020}"/>
              </a:ext>
            </a:extLst>
          </p:cNvPr>
          <p:cNvGrpSpPr/>
          <p:nvPr/>
        </p:nvGrpSpPr>
        <p:grpSpPr>
          <a:xfrm>
            <a:off x="2528980" y="988000"/>
            <a:ext cx="5613840" cy="2534400"/>
            <a:chOff x="2528980" y="988000"/>
            <a:chExt cx="5613840" cy="25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9A2523A-F4D4-F3C9-D271-9BB8DC053C30}"/>
                    </a:ext>
                  </a:extLst>
                </p14:cNvPr>
                <p14:cNvContentPartPr/>
                <p14:nvPr/>
              </p14:nvContentPartPr>
              <p14:xfrm>
                <a:off x="3799780" y="2403160"/>
                <a:ext cx="177840" cy="141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9A2523A-F4D4-F3C9-D271-9BB8DC053C3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93660" y="2397040"/>
                  <a:ext cx="190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C5BF7C-BA28-C0F9-ED07-45197BA2A2BB}"/>
                    </a:ext>
                  </a:extLst>
                </p14:cNvPr>
                <p14:cNvContentPartPr/>
                <p14:nvPr/>
              </p14:nvContentPartPr>
              <p14:xfrm>
                <a:off x="2738500" y="2509720"/>
                <a:ext cx="96588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C5BF7C-BA28-C0F9-ED07-45197BA2A2B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32380" y="2503600"/>
                  <a:ext cx="978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E4C411B-4334-BD9C-9022-3A1395B24FC9}"/>
                    </a:ext>
                  </a:extLst>
                </p14:cNvPr>
                <p14:cNvContentPartPr/>
                <p14:nvPr/>
              </p14:nvContentPartPr>
              <p14:xfrm>
                <a:off x="2528980" y="2472640"/>
                <a:ext cx="137160" cy="86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E4C411B-4334-BD9C-9022-3A1395B24F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22860" y="2466520"/>
                  <a:ext cx="149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F413BEC-0AE0-E6B2-28A4-E611E8F532E0}"/>
                    </a:ext>
                  </a:extLst>
                </p14:cNvPr>
                <p14:cNvContentPartPr/>
                <p14:nvPr/>
              </p14:nvContentPartPr>
              <p14:xfrm>
                <a:off x="3412780" y="2604760"/>
                <a:ext cx="394200" cy="55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F413BEC-0AE0-E6B2-28A4-E611E8F532E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06660" y="2598640"/>
                  <a:ext cx="4064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484D242-6E4F-540D-FEAD-A4DC6CD54AAA}"/>
                    </a:ext>
                  </a:extLst>
                </p14:cNvPr>
                <p14:cNvContentPartPr/>
                <p14:nvPr/>
              </p14:nvContentPartPr>
              <p14:xfrm>
                <a:off x="3319540" y="3172120"/>
                <a:ext cx="96120" cy="227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484D242-6E4F-540D-FEAD-A4DC6CD54AA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13420" y="3166000"/>
                  <a:ext cx="108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01CFF91-C277-868A-CE55-6E303C8007C7}"/>
                    </a:ext>
                  </a:extLst>
                </p14:cNvPr>
                <p14:cNvContentPartPr/>
                <p14:nvPr/>
              </p14:nvContentPartPr>
              <p14:xfrm>
                <a:off x="3981940" y="2692960"/>
                <a:ext cx="360" cy="544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1CFF91-C277-868A-CE55-6E303C8007C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75820" y="2686840"/>
                  <a:ext cx="1260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B403663-90E8-F887-8F3C-B4ACBD43F4FE}"/>
                    </a:ext>
                  </a:extLst>
                </p14:cNvPr>
                <p14:cNvContentPartPr/>
                <p14:nvPr/>
              </p14:nvContentPartPr>
              <p14:xfrm>
                <a:off x="3953140" y="3432400"/>
                <a:ext cx="78120" cy="90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B403663-90E8-F887-8F3C-B4ACBD43F4F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47020" y="3426280"/>
                  <a:ext cx="90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BC6240-0E04-BDCD-390D-B293641416F5}"/>
                    </a:ext>
                  </a:extLst>
                </p14:cNvPr>
                <p14:cNvContentPartPr/>
                <p14:nvPr/>
              </p14:nvContentPartPr>
              <p14:xfrm>
                <a:off x="4131340" y="2402800"/>
                <a:ext cx="1235880" cy="40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BC6240-0E04-BDCD-390D-B293641416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25220" y="2396680"/>
                  <a:ext cx="1248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0B22510-F821-37AE-F8D2-6480A07E4B6C}"/>
                    </a:ext>
                  </a:extLst>
                </p14:cNvPr>
                <p14:cNvContentPartPr/>
                <p14:nvPr/>
              </p14:nvContentPartPr>
              <p14:xfrm>
                <a:off x="5366860" y="2374360"/>
                <a:ext cx="184320" cy="106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0B22510-F821-37AE-F8D2-6480A07E4B6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60740" y="2368240"/>
                  <a:ext cx="196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52FFEAA-E837-9B5E-3480-1CD544F286CB}"/>
                    </a:ext>
                  </a:extLst>
                </p14:cNvPr>
                <p14:cNvContentPartPr/>
                <p14:nvPr/>
              </p14:nvContentPartPr>
              <p14:xfrm>
                <a:off x="3297220" y="1952080"/>
                <a:ext cx="493200" cy="395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52FFEAA-E837-9B5E-3480-1CD544F286C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91100" y="1945960"/>
                  <a:ext cx="5054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FF67A51-C7EA-6DA0-FDEC-A40476F84029}"/>
                    </a:ext>
                  </a:extLst>
                </p14:cNvPr>
                <p14:cNvContentPartPr/>
                <p14:nvPr/>
              </p14:nvContentPartPr>
              <p14:xfrm>
                <a:off x="3113980" y="1800160"/>
                <a:ext cx="95400" cy="136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FF67A51-C7EA-6DA0-FDEC-A40476F8402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07860" y="1794040"/>
                  <a:ext cx="107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AFD5FA7-3BAF-70FC-DEDD-F71255B53804}"/>
                    </a:ext>
                  </a:extLst>
                </p14:cNvPr>
                <p14:cNvContentPartPr/>
                <p14:nvPr/>
              </p14:nvContentPartPr>
              <p14:xfrm>
                <a:off x="5627860" y="2308840"/>
                <a:ext cx="916920" cy="129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AFD5FA7-3BAF-70FC-DEDD-F71255B538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21740" y="2302720"/>
                  <a:ext cx="9291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438AEF-FE19-C62D-03DF-E158271D5A27}"/>
                    </a:ext>
                  </a:extLst>
                </p14:cNvPr>
                <p14:cNvContentPartPr/>
                <p14:nvPr/>
              </p14:nvContentPartPr>
              <p14:xfrm>
                <a:off x="6662140" y="2187160"/>
                <a:ext cx="134280" cy="125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438AEF-FE19-C62D-03DF-E158271D5A2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56020" y="2181040"/>
                  <a:ext cx="1465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1D9C195-0D7A-3B2F-F193-9F1A6A97D611}"/>
                    </a:ext>
                  </a:extLst>
                </p14:cNvPr>
                <p14:cNvContentPartPr/>
                <p14:nvPr/>
              </p14:nvContentPartPr>
              <p14:xfrm>
                <a:off x="6779140" y="1130920"/>
                <a:ext cx="358920" cy="884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1D9C195-0D7A-3B2F-F193-9F1A6A97D61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73020" y="1124800"/>
                  <a:ext cx="37116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143C19-A064-EC13-0CE0-A91CDF77F2AD}"/>
                    </a:ext>
                  </a:extLst>
                </p14:cNvPr>
                <p14:cNvContentPartPr/>
                <p14:nvPr/>
              </p14:nvContentPartPr>
              <p14:xfrm>
                <a:off x="7221940" y="988000"/>
                <a:ext cx="90720" cy="96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143C19-A064-EC13-0CE0-A91CDF77F2A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215820" y="981880"/>
                  <a:ext cx="102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7A282C8-0716-35F1-3685-FA6FE06E07A3}"/>
                    </a:ext>
                  </a:extLst>
                </p14:cNvPr>
                <p14:cNvContentPartPr/>
                <p14:nvPr/>
              </p14:nvContentPartPr>
              <p14:xfrm>
                <a:off x="6894700" y="1593880"/>
                <a:ext cx="820080" cy="532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7A282C8-0716-35F1-3685-FA6FE06E07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88580" y="1587760"/>
                  <a:ext cx="8323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7594BB6-7009-2AF7-EE45-DAE4CE7D0A01}"/>
                    </a:ext>
                  </a:extLst>
                </p14:cNvPr>
                <p14:cNvContentPartPr/>
                <p14:nvPr/>
              </p14:nvContentPartPr>
              <p14:xfrm>
                <a:off x="7750780" y="1481200"/>
                <a:ext cx="137880" cy="86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7594BB6-7009-2AF7-EE45-DAE4CE7D0A0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44660" y="1475080"/>
                  <a:ext cx="150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523E8BD-FEC4-4F72-0570-7A5C132646F2}"/>
                    </a:ext>
                  </a:extLst>
                </p14:cNvPr>
                <p14:cNvContentPartPr/>
                <p14:nvPr/>
              </p14:nvContentPartPr>
              <p14:xfrm>
                <a:off x="6914500" y="2349520"/>
                <a:ext cx="105372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523E8BD-FEC4-4F72-0570-7A5C132646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08380" y="2343400"/>
                  <a:ext cx="1065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D1973F6-E2B2-2E48-B5BB-56A78BE8F368}"/>
                    </a:ext>
                  </a:extLst>
                </p14:cNvPr>
                <p14:cNvContentPartPr/>
                <p14:nvPr/>
              </p14:nvContentPartPr>
              <p14:xfrm>
                <a:off x="8033380" y="2209120"/>
                <a:ext cx="109440" cy="114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D1973F6-E2B2-2E48-B5BB-56A78BE8F3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27260" y="2203000"/>
                  <a:ext cx="121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CE7E072-7320-50C9-363E-A2168BF8FCA2}"/>
                    </a:ext>
                  </a:extLst>
                </p14:cNvPr>
                <p14:cNvContentPartPr/>
                <p14:nvPr/>
              </p14:nvContentPartPr>
              <p14:xfrm>
                <a:off x="6810460" y="2505040"/>
                <a:ext cx="582120" cy="681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CE7E072-7320-50C9-363E-A2168BF8FCA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04340" y="2498920"/>
                  <a:ext cx="59436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C2FE6A0-8283-3C88-2965-D0D45B18F00F}"/>
                    </a:ext>
                  </a:extLst>
                </p14:cNvPr>
                <p14:cNvContentPartPr/>
                <p14:nvPr/>
              </p14:nvContentPartPr>
              <p14:xfrm>
                <a:off x="7431820" y="3340240"/>
                <a:ext cx="114120" cy="64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C2FE6A0-8283-3C88-2965-D0D45B18F00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25700" y="3334120"/>
                  <a:ext cx="12636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225DD1C-6E60-83A2-36AC-9C3DFFF95F44}"/>
                  </a:ext>
                </a:extLst>
              </p14:cNvPr>
              <p14:cNvContentPartPr/>
              <p14:nvPr/>
            </p14:nvContentPartPr>
            <p14:xfrm>
              <a:off x="3624460" y="4769800"/>
              <a:ext cx="360" cy="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225DD1C-6E60-83A2-36AC-9C3DFFF95F4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618340" y="47636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2CBF2278-A837-5459-7BAF-FDE3AB60A84D}"/>
              </a:ext>
            </a:extLst>
          </p:cNvPr>
          <p:cNvSpPr txBox="1"/>
          <p:nvPr/>
        </p:nvSpPr>
        <p:spPr>
          <a:xfrm>
            <a:off x="3758778" y="1980466"/>
            <a:ext cx="3433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2188FB-0943-92F1-49A1-6DC8D21A8C27}"/>
                  </a:ext>
                </a:extLst>
              </p14:cNvPr>
              <p14:cNvContentPartPr/>
              <p14:nvPr/>
            </p14:nvContentPartPr>
            <p14:xfrm>
              <a:off x="4193620" y="2109040"/>
              <a:ext cx="1879560" cy="165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2188FB-0943-92F1-49A1-6DC8D21A8C2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187500" y="2102920"/>
                <a:ext cx="189180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07DBCC7-5F5D-4DF0-E0BB-1A603997390F}"/>
              </a:ext>
            </a:extLst>
          </p:cNvPr>
          <p:cNvGrpSpPr/>
          <p:nvPr/>
        </p:nvGrpSpPr>
        <p:grpSpPr>
          <a:xfrm>
            <a:off x="3323500" y="2647240"/>
            <a:ext cx="997200" cy="669960"/>
            <a:chOff x="3323500" y="2647240"/>
            <a:chExt cx="997200" cy="66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260A6B6-044F-5FDC-78A3-7AF2DBD1BA32}"/>
                    </a:ext>
                  </a:extLst>
                </p14:cNvPr>
                <p14:cNvContentPartPr/>
                <p14:nvPr/>
              </p14:nvContentPartPr>
              <p14:xfrm>
                <a:off x="3323500" y="2647240"/>
                <a:ext cx="270360" cy="415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260A6B6-044F-5FDC-78A3-7AF2DBD1BA3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17380" y="2641120"/>
                  <a:ext cx="2826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C80F68-8B55-CA72-3EE3-7B597A2DE0C3}"/>
                    </a:ext>
                  </a:extLst>
                </p14:cNvPr>
                <p14:cNvContentPartPr/>
                <p14:nvPr/>
              </p14:nvContentPartPr>
              <p14:xfrm>
                <a:off x="4102180" y="2791600"/>
                <a:ext cx="218520" cy="525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C80F68-8B55-CA72-3EE3-7B597A2DE0C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96060" y="2785480"/>
                  <a:ext cx="230760" cy="53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784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B2E4-1EB1-5706-A8DC-963FD69EC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0" y="9858"/>
            <a:ext cx="10515600" cy="1325563"/>
          </a:xfrm>
        </p:spPr>
        <p:txBody>
          <a:bodyPr/>
          <a:lstStyle/>
          <a:p>
            <a:r>
              <a:rPr lang="en-US" dirty="0"/>
              <a:t>Next: modern embedding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E9AE3-0654-B622-ED4E-0FBFEDC90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097" y="3325731"/>
                <a:ext cx="11468100" cy="13252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u="sng" dirty="0">
                    <a:solidFill>
                      <a:schemeClr val="bg1">
                        <a:lumMod val="65000"/>
                      </a:schemeClr>
                    </a:solidFill>
                  </a:rPr>
                  <a:t>Multidimensional scaling (MDS) / ISOMAP:</a:t>
                </a: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embedding e(x) preserves </a:t>
                </a:r>
                <a:r>
                  <a:rPr lang="en-US" b="1" dirty="0">
                    <a:solidFill>
                      <a:schemeClr val="bg1">
                        <a:lumMod val="65000"/>
                      </a:schemeClr>
                    </a:solidFill>
                  </a:rPr>
                  <a:t>all pairwise distances</a:t>
                </a: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, ⋅)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in graph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:r>
                  <a:rPr lang="en-US" u="sng" dirty="0">
                    <a:solidFill>
                      <a:schemeClr val="bg1">
                        <a:lumMod val="65000"/>
                      </a:schemeClr>
                    </a:solidFill>
                  </a:rPr>
                  <a:t>for all 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E9AE3-0654-B622-ED4E-0FBFEDC90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097" y="3325731"/>
                <a:ext cx="11468100" cy="1325203"/>
              </a:xfrm>
              <a:blipFill>
                <a:blip r:embed="rId2"/>
                <a:stretch>
                  <a:fillRect l="-1106" t="-8571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D17922B-A7A0-328E-449E-351969E4060D}"/>
                  </a:ext>
                </a:extLst>
              </p14:cNvPr>
              <p14:cNvContentPartPr/>
              <p14:nvPr/>
            </p14:nvContentPartPr>
            <p14:xfrm>
              <a:off x="3624460" y="4769800"/>
              <a:ext cx="360" cy="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D17922B-A7A0-328E-449E-351969E406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8340" y="47636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DF827DF-7B86-ED67-C484-4399E535C9C5}"/>
              </a:ext>
            </a:extLst>
          </p:cNvPr>
          <p:cNvGrpSpPr/>
          <p:nvPr/>
        </p:nvGrpSpPr>
        <p:grpSpPr>
          <a:xfrm>
            <a:off x="3544140" y="910661"/>
            <a:ext cx="5103720" cy="2186979"/>
            <a:chOff x="2528980" y="988000"/>
            <a:chExt cx="5613840" cy="2534400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C4F465B-8894-EA74-0165-66F4AC66F4BF}"/>
                </a:ext>
              </a:extLst>
            </p:cNvPr>
            <p:cNvGrpSpPr/>
            <p:nvPr/>
          </p:nvGrpSpPr>
          <p:grpSpPr>
            <a:xfrm>
              <a:off x="2528980" y="988000"/>
              <a:ext cx="5613840" cy="2534400"/>
              <a:chOff x="2528980" y="988000"/>
              <a:chExt cx="5613840" cy="2534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2ED1AFFC-B6F1-8D80-7624-F6A8FDCE72AA}"/>
                      </a:ext>
                    </a:extLst>
                  </p14:cNvPr>
                  <p14:cNvContentPartPr/>
                  <p14:nvPr/>
                </p14:nvContentPartPr>
                <p14:xfrm>
                  <a:off x="3799780" y="2403160"/>
                  <a:ext cx="177840" cy="14148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2ED1AFFC-B6F1-8D80-7624-F6A8FDCE72A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793047" y="2396065"/>
                    <a:ext cx="191307" cy="1556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988EFBDA-2C63-B0CB-D7F5-68D29F6F1F55}"/>
                      </a:ext>
                    </a:extLst>
                  </p14:cNvPr>
                  <p14:cNvContentPartPr/>
                  <p14:nvPr/>
                </p14:nvContentPartPr>
                <p14:xfrm>
                  <a:off x="2738500" y="2509720"/>
                  <a:ext cx="965880" cy="36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988EFBDA-2C63-B0CB-D7F5-68D29F6F1F55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731768" y="2503600"/>
                    <a:ext cx="979345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4C448E7C-3388-1412-85A6-79BDD15BD873}"/>
                      </a:ext>
                    </a:extLst>
                  </p14:cNvPr>
                  <p14:cNvContentPartPr/>
                  <p14:nvPr/>
                </p14:nvContentPartPr>
                <p14:xfrm>
                  <a:off x="2528980" y="2472640"/>
                  <a:ext cx="137160" cy="8676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4C448E7C-3388-1412-85A6-79BDD15BD873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522241" y="2465549"/>
                    <a:ext cx="150638" cy="1009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F65F7F5F-ECE6-9A34-FAD0-5DF7F33A943D}"/>
                      </a:ext>
                    </a:extLst>
                  </p14:cNvPr>
                  <p14:cNvContentPartPr/>
                  <p14:nvPr/>
                </p14:nvContentPartPr>
                <p14:xfrm>
                  <a:off x="3412780" y="2604760"/>
                  <a:ext cx="394200" cy="55980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F65F7F5F-ECE6-9A34-FAD0-5DF7F33A943D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406045" y="2597669"/>
                    <a:ext cx="407670" cy="5739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A171745B-E373-8185-0187-8FF23318256B}"/>
                      </a:ext>
                    </a:extLst>
                  </p14:cNvPr>
                  <p14:cNvContentPartPr/>
                  <p14:nvPr/>
                </p14:nvContentPartPr>
                <p14:xfrm>
                  <a:off x="3319540" y="3172120"/>
                  <a:ext cx="96120" cy="22716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A171745B-E373-8185-0187-8FF23318256B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312816" y="3165021"/>
                    <a:ext cx="109569" cy="2413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74B3ABF2-D789-E530-6B51-2DF073221756}"/>
                      </a:ext>
                    </a:extLst>
                  </p14:cNvPr>
                  <p14:cNvContentPartPr/>
                  <p14:nvPr/>
                </p14:nvContentPartPr>
                <p14:xfrm>
                  <a:off x="3981940" y="2692960"/>
                  <a:ext cx="360" cy="54468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74B3ABF2-D789-E530-6B51-2DF073221756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975820" y="2685870"/>
                    <a:ext cx="12600" cy="5588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AA8506A9-31A8-2A6D-42E2-CFDFD696DD09}"/>
                      </a:ext>
                    </a:extLst>
                  </p14:cNvPr>
                  <p14:cNvContentPartPr/>
                  <p14:nvPr/>
                </p14:nvContentPartPr>
                <p14:xfrm>
                  <a:off x="3953140" y="3432400"/>
                  <a:ext cx="78120" cy="9000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AA8506A9-31A8-2A6D-42E2-CFDFD696DD09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3946399" y="3425317"/>
                    <a:ext cx="91603" cy="1041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A69484E6-8BA3-53AB-3662-5D1BBE3545B4}"/>
                      </a:ext>
                    </a:extLst>
                  </p14:cNvPr>
                  <p14:cNvContentPartPr/>
                  <p14:nvPr/>
                </p14:nvContentPartPr>
                <p14:xfrm>
                  <a:off x="4131340" y="2402800"/>
                  <a:ext cx="1235880" cy="4068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A69484E6-8BA3-53AB-3662-5D1BBE3545B4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4124608" y="2395671"/>
                    <a:ext cx="1249344" cy="549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1506DB9C-7161-877D-A7E4-6B1EC47DDCB7}"/>
                      </a:ext>
                    </a:extLst>
                  </p14:cNvPr>
                  <p14:cNvContentPartPr/>
                  <p14:nvPr/>
                </p14:nvContentPartPr>
                <p14:xfrm>
                  <a:off x="5366860" y="2374360"/>
                  <a:ext cx="184320" cy="10656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1506DB9C-7161-877D-A7E4-6B1EC47DDCB7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5360136" y="2367284"/>
                    <a:ext cx="197768" cy="1207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A6EBBD85-1E3B-5FA6-71C3-B81D3ECD8780}"/>
                      </a:ext>
                    </a:extLst>
                  </p14:cNvPr>
                  <p14:cNvContentPartPr/>
                  <p14:nvPr/>
                </p14:nvContentPartPr>
                <p14:xfrm>
                  <a:off x="3297220" y="1952080"/>
                  <a:ext cx="493200" cy="395640"/>
                </p14:xfrm>
              </p:contentPart>
            </mc:Choice>
            <mc:Fallback xmlns=""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A6EBBD85-1E3B-5FA6-71C3-B81D3ECD8780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290491" y="1944993"/>
                    <a:ext cx="506658" cy="4098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B9BD5941-C1BA-EB4A-96D8-3625D710CDB9}"/>
                      </a:ext>
                    </a:extLst>
                  </p14:cNvPr>
                  <p14:cNvContentPartPr/>
                  <p14:nvPr/>
                </p14:nvContentPartPr>
                <p14:xfrm>
                  <a:off x="3113980" y="1800160"/>
                  <a:ext cx="95400" cy="13608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B9BD5941-C1BA-EB4A-96D8-3625D710CDB9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07251" y="1793064"/>
                    <a:ext cx="108859" cy="1502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B515D798-0D02-CAD3-8DB2-D785DEC52C58}"/>
                      </a:ext>
                    </a:extLst>
                  </p14:cNvPr>
                  <p14:cNvContentPartPr/>
                  <p14:nvPr/>
                </p14:nvContentPartPr>
                <p14:xfrm>
                  <a:off x="5627860" y="2308840"/>
                  <a:ext cx="916920" cy="129960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B515D798-0D02-CAD3-8DB2-D785DEC52C58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5621130" y="2301759"/>
                    <a:ext cx="930381" cy="1441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AEEE2996-B36A-917C-1D74-23B4CAAA5EF9}"/>
                      </a:ext>
                    </a:extLst>
                  </p14:cNvPr>
                  <p14:cNvContentPartPr/>
                  <p14:nvPr/>
                </p14:nvContentPartPr>
                <p14:xfrm>
                  <a:off x="6662140" y="2187160"/>
                  <a:ext cx="134280" cy="12564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AEEE2996-B36A-917C-1D74-23B4CAAA5EF9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6655406" y="2180064"/>
                    <a:ext cx="147748" cy="139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8AB7397C-2982-61F6-E165-8824B8FBA217}"/>
                      </a:ext>
                    </a:extLst>
                  </p14:cNvPr>
                  <p14:cNvContentPartPr/>
                  <p14:nvPr/>
                </p14:nvContentPartPr>
                <p14:xfrm>
                  <a:off x="6779140" y="1130920"/>
                  <a:ext cx="358920" cy="88416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8AB7397C-2982-61F6-E165-8824B8FBA217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6772405" y="1123830"/>
                    <a:ext cx="372389" cy="8983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CFF91975-546E-45A0-A124-2560AC9931DC}"/>
                      </a:ext>
                    </a:extLst>
                  </p14:cNvPr>
                  <p14:cNvContentPartPr/>
                  <p14:nvPr/>
                </p14:nvContentPartPr>
                <p14:xfrm>
                  <a:off x="7221940" y="988000"/>
                  <a:ext cx="90720" cy="96120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CFF91975-546E-45A0-A124-2560AC9931DC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215205" y="980895"/>
                    <a:ext cx="104189" cy="1103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48941C15-70DA-ABCB-79A5-CA5DC3565BA9}"/>
                      </a:ext>
                    </a:extLst>
                  </p14:cNvPr>
                  <p14:cNvContentPartPr/>
                  <p14:nvPr/>
                </p14:nvContentPartPr>
                <p14:xfrm>
                  <a:off x="6894700" y="1593880"/>
                  <a:ext cx="820080" cy="53208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48941C15-70DA-ABCB-79A5-CA5DC3565BA9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6887968" y="1586791"/>
                    <a:ext cx="833543" cy="5462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0217ADE4-95B8-3455-11AD-C550C0E99855}"/>
                      </a:ext>
                    </a:extLst>
                  </p14:cNvPr>
                  <p14:cNvContentPartPr/>
                  <p14:nvPr/>
                </p14:nvContentPartPr>
                <p14:xfrm>
                  <a:off x="7750780" y="1481200"/>
                  <a:ext cx="137880" cy="86040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0217ADE4-95B8-3455-11AD-C550C0E99855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7744044" y="1474134"/>
                    <a:ext cx="151351" cy="1001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414C3B01-7BC7-5DEC-ACCF-2224322C3BBA}"/>
                      </a:ext>
                    </a:extLst>
                  </p14:cNvPr>
                  <p14:cNvContentPartPr/>
                  <p14:nvPr/>
                </p14:nvContentPartPr>
                <p14:xfrm>
                  <a:off x="6914500" y="2349520"/>
                  <a:ext cx="1053720" cy="360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414C3B01-7BC7-5DEC-ACCF-2224322C3BBA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6907768" y="2343400"/>
                    <a:ext cx="1067184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1A7ADC45-51AA-53B5-7F12-9E369A8831EA}"/>
                      </a:ext>
                    </a:extLst>
                  </p14:cNvPr>
                  <p14:cNvContentPartPr/>
                  <p14:nvPr/>
                </p14:nvContentPartPr>
                <p14:xfrm>
                  <a:off x="8033380" y="2209120"/>
                  <a:ext cx="109440" cy="114120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1A7ADC45-51AA-53B5-7F12-9E369A8831EA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8026639" y="2202040"/>
                    <a:ext cx="122922" cy="1282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1314C5D5-046B-A949-2DCC-902D535607FB}"/>
                      </a:ext>
                    </a:extLst>
                  </p14:cNvPr>
                  <p14:cNvContentPartPr/>
                  <p14:nvPr/>
                </p14:nvContentPartPr>
                <p14:xfrm>
                  <a:off x="6810460" y="2505040"/>
                  <a:ext cx="582120" cy="68184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1314C5D5-046B-A949-2DCC-902D535607FB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6803728" y="2497946"/>
                    <a:ext cx="595584" cy="6960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B98AB58E-511B-221C-2218-5D8D2F261D84}"/>
                      </a:ext>
                    </a:extLst>
                  </p14:cNvPr>
                  <p14:cNvContentPartPr/>
                  <p14:nvPr/>
                </p14:nvContentPartPr>
                <p14:xfrm>
                  <a:off x="7431820" y="3340240"/>
                  <a:ext cx="114120" cy="6480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B98AB58E-511B-221C-2218-5D8D2F261D84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7425084" y="3333178"/>
                    <a:ext cx="127593" cy="78923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6DC8A59-4DBA-8292-6682-222B997B6AC5}"/>
                </a:ext>
              </a:extLst>
            </p:cNvPr>
            <p:cNvSpPr txBox="1"/>
            <p:nvPr/>
          </p:nvSpPr>
          <p:spPr>
            <a:xfrm>
              <a:off x="3758778" y="1980466"/>
              <a:ext cx="34336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Content Placeholder 2">
                <a:extLst>
                  <a:ext uri="{FF2B5EF4-FFF2-40B4-BE49-F238E27FC236}">
                    <a16:creationId xmlns:a16="http://schemas.microsoft.com/office/drawing/2014/main" id="{CEEEF30F-3709-51E5-2CFF-FDB627BB1D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950" y="4761912"/>
                <a:ext cx="11468100" cy="13252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u="sng" dirty="0"/>
                  <a:t>Diffusion:</a:t>
                </a:r>
                <a:r>
                  <a:rPr lang="en-US" dirty="0"/>
                  <a:t> embedding e(x) preserves </a:t>
                </a:r>
                <a:r>
                  <a:rPr lang="en-US" b="1" dirty="0">
                    <a:solidFill>
                      <a:srgbClr val="00B050"/>
                    </a:solidFill>
                  </a:rPr>
                  <a:t>all pairwise random walk distances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⋅)</m:t>
                    </m:r>
                  </m:oMath>
                </a14:m>
                <a:r>
                  <a:rPr lang="en-US" dirty="0"/>
                  <a:t> in graph</a:t>
                </a:r>
              </a:p>
              <a:p>
                <a:pPr lvl="1"/>
                <a:r>
                  <a:rPr lang="en-US" dirty="0"/>
                  <a:t>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u="sng" dirty="0"/>
                  <a:t>for all y</a:t>
                </a:r>
              </a:p>
            </p:txBody>
          </p:sp>
        </mc:Choice>
        <mc:Fallback xmlns="">
          <p:sp>
            <p:nvSpPr>
              <p:cNvPr id="141" name="Content Placeholder 2">
                <a:extLst>
                  <a:ext uri="{FF2B5EF4-FFF2-40B4-BE49-F238E27FC236}">
                    <a16:creationId xmlns:a16="http://schemas.microsoft.com/office/drawing/2014/main" id="{CEEEF30F-3709-51E5-2CFF-FDB627BB1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4761912"/>
                <a:ext cx="11468100" cy="1325203"/>
              </a:xfrm>
              <a:prstGeom prst="rect">
                <a:avLst/>
              </a:prstGeom>
              <a:blipFill>
                <a:blip r:embed="rId47"/>
                <a:stretch>
                  <a:fillRect l="-1106" t="-7547" r="-885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2A7EDF1-97C8-6B79-BC48-017B1E1CF2C0}"/>
                  </a:ext>
                </a:extLst>
              </p14:cNvPr>
              <p14:cNvContentPartPr/>
              <p14:nvPr/>
            </p14:nvContentPartPr>
            <p14:xfrm>
              <a:off x="4960420" y="2232160"/>
              <a:ext cx="1986480" cy="7513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2A7EDF1-97C8-6B79-BC48-017B1E1CF2C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54300" y="2226040"/>
                <a:ext cx="1998720" cy="7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AE974069-77B2-A7C7-7705-883CF7323E47}"/>
                  </a:ext>
                </a:extLst>
              </p14:cNvPr>
              <p14:cNvContentPartPr/>
              <p14:nvPr/>
            </p14:nvContentPartPr>
            <p14:xfrm>
              <a:off x="4388740" y="1580560"/>
              <a:ext cx="1521720" cy="463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AE974069-77B2-A7C7-7705-883CF7323E4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82620" y="1574440"/>
                <a:ext cx="1533960" cy="47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3589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4638-00C6-06D6-36C7-9E747588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1FC0-0796-C122-024B-3AF64B49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0" y="9858"/>
            <a:ext cx="10515600" cy="1325563"/>
          </a:xfrm>
        </p:spPr>
        <p:txBody>
          <a:bodyPr/>
          <a:lstStyle/>
          <a:p>
            <a:r>
              <a:rPr lang="en-US" dirty="0"/>
              <a:t>A new idea for 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64EAB-829C-E36A-C3C0-FFA3104655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097" y="3325731"/>
                <a:ext cx="11468100" cy="13252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u="sng" dirty="0">
                    <a:solidFill>
                      <a:schemeClr val="bg1">
                        <a:lumMod val="65000"/>
                      </a:schemeClr>
                    </a:solidFill>
                  </a:rPr>
                  <a:t>Multidimensional scaling (MDS) / ISOMAP:</a:t>
                </a: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embedding e(x) preserves </a:t>
                </a:r>
                <a:r>
                  <a:rPr lang="en-US" b="1" dirty="0">
                    <a:solidFill>
                      <a:schemeClr val="bg1">
                        <a:lumMod val="65000"/>
                      </a:schemeClr>
                    </a:solidFill>
                  </a:rPr>
                  <a:t>all pairwise distances</a:t>
                </a: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, ⋅)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in graph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:r>
                  <a:rPr lang="en-US" u="sng" dirty="0">
                    <a:solidFill>
                      <a:schemeClr val="bg1">
                        <a:lumMod val="65000"/>
                      </a:schemeClr>
                    </a:solidFill>
                  </a:rPr>
                  <a:t>for all 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64EAB-829C-E36A-C3C0-FFA3104655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097" y="3325731"/>
                <a:ext cx="11468100" cy="1325203"/>
              </a:xfrm>
              <a:blipFill>
                <a:blip r:embed="rId2"/>
                <a:stretch>
                  <a:fillRect l="-1106" t="-8571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A916A6C-8806-6A4A-AC89-78880D10CDA2}"/>
                  </a:ext>
                </a:extLst>
              </p14:cNvPr>
              <p14:cNvContentPartPr/>
              <p14:nvPr/>
            </p14:nvContentPartPr>
            <p14:xfrm>
              <a:off x="3624460" y="4769800"/>
              <a:ext cx="360" cy="3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A916A6C-8806-6A4A-AC89-78880D10CD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8340" y="47636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763604A-A1A9-EC71-7640-50AC46718B89}"/>
              </a:ext>
            </a:extLst>
          </p:cNvPr>
          <p:cNvGrpSpPr/>
          <p:nvPr/>
        </p:nvGrpSpPr>
        <p:grpSpPr>
          <a:xfrm>
            <a:off x="3544140" y="910661"/>
            <a:ext cx="5103720" cy="2186979"/>
            <a:chOff x="2528980" y="988000"/>
            <a:chExt cx="5613840" cy="2534400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2C3F10D1-7E9A-6F57-E1DE-D65948614770}"/>
                </a:ext>
              </a:extLst>
            </p:cNvPr>
            <p:cNvGrpSpPr/>
            <p:nvPr/>
          </p:nvGrpSpPr>
          <p:grpSpPr>
            <a:xfrm>
              <a:off x="2528980" y="988000"/>
              <a:ext cx="5613840" cy="2534400"/>
              <a:chOff x="2528980" y="988000"/>
              <a:chExt cx="5613840" cy="2534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071E41C2-423C-7FC4-06F9-2531A47CD295}"/>
                      </a:ext>
                    </a:extLst>
                  </p14:cNvPr>
                  <p14:cNvContentPartPr/>
                  <p14:nvPr/>
                </p14:nvContentPartPr>
                <p14:xfrm>
                  <a:off x="3799780" y="2403160"/>
                  <a:ext cx="177840" cy="14148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071E41C2-423C-7FC4-06F9-2531A47CD29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793047" y="2396065"/>
                    <a:ext cx="191307" cy="1556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8AD9B7A0-C5EF-9DF3-2AF9-B48C01D55A8A}"/>
                      </a:ext>
                    </a:extLst>
                  </p14:cNvPr>
                  <p14:cNvContentPartPr/>
                  <p14:nvPr/>
                </p14:nvContentPartPr>
                <p14:xfrm>
                  <a:off x="2738500" y="2509720"/>
                  <a:ext cx="965880" cy="36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8AD9B7A0-C5EF-9DF3-2AF9-B48C01D55A8A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731768" y="2503600"/>
                    <a:ext cx="979345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BCA92DCE-6863-98A0-1A0F-98D70301A2CD}"/>
                      </a:ext>
                    </a:extLst>
                  </p14:cNvPr>
                  <p14:cNvContentPartPr/>
                  <p14:nvPr/>
                </p14:nvContentPartPr>
                <p14:xfrm>
                  <a:off x="2528980" y="2472640"/>
                  <a:ext cx="137160" cy="8676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BCA92DCE-6863-98A0-1A0F-98D70301A2CD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522241" y="2465549"/>
                    <a:ext cx="150638" cy="1009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A6FFFA2F-040F-62C0-6F69-ADCFB64A6DFC}"/>
                      </a:ext>
                    </a:extLst>
                  </p14:cNvPr>
                  <p14:cNvContentPartPr/>
                  <p14:nvPr/>
                </p14:nvContentPartPr>
                <p14:xfrm>
                  <a:off x="3412780" y="2604760"/>
                  <a:ext cx="394200" cy="55980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A6FFFA2F-040F-62C0-6F69-ADCFB64A6DFC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406045" y="2597669"/>
                    <a:ext cx="407670" cy="5739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652AF5F3-6F5E-CF2C-CE02-30D217CDA875}"/>
                      </a:ext>
                    </a:extLst>
                  </p14:cNvPr>
                  <p14:cNvContentPartPr/>
                  <p14:nvPr/>
                </p14:nvContentPartPr>
                <p14:xfrm>
                  <a:off x="3319540" y="3172120"/>
                  <a:ext cx="96120" cy="22716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652AF5F3-6F5E-CF2C-CE02-30D217CDA87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312816" y="3165021"/>
                    <a:ext cx="109569" cy="2413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0A80068F-0ED9-F890-B063-0F04C015EC34}"/>
                      </a:ext>
                    </a:extLst>
                  </p14:cNvPr>
                  <p14:cNvContentPartPr/>
                  <p14:nvPr/>
                </p14:nvContentPartPr>
                <p14:xfrm>
                  <a:off x="3981940" y="2692960"/>
                  <a:ext cx="360" cy="54468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0A80068F-0ED9-F890-B063-0F04C015EC34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975820" y="2685870"/>
                    <a:ext cx="12600" cy="5588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B87CE04E-8EE4-3FE2-4760-64892740E0E1}"/>
                      </a:ext>
                    </a:extLst>
                  </p14:cNvPr>
                  <p14:cNvContentPartPr/>
                  <p14:nvPr/>
                </p14:nvContentPartPr>
                <p14:xfrm>
                  <a:off x="3953140" y="3432400"/>
                  <a:ext cx="78120" cy="9000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B87CE04E-8EE4-3FE2-4760-64892740E0E1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3946399" y="3425317"/>
                    <a:ext cx="91603" cy="1041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48AC300D-E67D-E195-E5AB-1F09DC9D979E}"/>
                      </a:ext>
                    </a:extLst>
                  </p14:cNvPr>
                  <p14:cNvContentPartPr/>
                  <p14:nvPr/>
                </p14:nvContentPartPr>
                <p14:xfrm>
                  <a:off x="4131340" y="2402800"/>
                  <a:ext cx="1235880" cy="4068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48AC300D-E67D-E195-E5AB-1F09DC9D979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4124608" y="2395671"/>
                    <a:ext cx="1249344" cy="549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BE02A2E5-0582-67DA-2A80-27B0BBABC75E}"/>
                      </a:ext>
                    </a:extLst>
                  </p14:cNvPr>
                  <p14:cNvContentPartPr/>
                  <p14:nvPr/>
                </p14:nvContentPartPr>
                <p14:xfrm>
                  <a:off x="5366860" y="2374360"/>
                  <a:ext cx="184320" cy="10656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BE02A2E5-0582-67DA-2A80-27B0BBABC75E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5360136" y="2367284"/>
                    <a:ext cx="197768" cy="1207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6739ACC2-D502-FD99-5AF3-8B3058D1F684}"/>
                      </a:ext>
                    </a:extLst>
                  </p14:cNvPr>
                  <p14:cNvContentPartPr/>
                  <p14:nvPr/>
                </p14:nvContentPartPr>
                <p14:xfrm>
                  <a:off x="3297220" y="1952080"/>
                  <a:ext cx="493200" cy="395640"/>
                </p14:xfrm>
              </p:contentPart>
            </mc:Choice>
            <mc:Fallback xmlns=""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6739ACC2-D502-FD99-5AF3-8B3058D1F684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290491" y="1944993"/>
                    <a:ext cx="506658" cy="40981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0517650F-7043-D89C-E314-F8AE3BE387F9}"/>
                      </a:ext>
                    </a:extLst>
                  </p14:cNvPr>
                  <p14:cNvContentPartPr/>
                  <p14:nvPr/>
                </p14:nvContentPartPr>
                <p14:xfrm>
                  <a:off x="3113980" y="1800160"/>
                  <a:ext cx="95400" cy="13608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0517650F-7043-D89C-E314-F8AE3BE387F9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107251" y="1793064"/>
                    <a:ext cx="108859" cy="1502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7EE07FB7-39B4-AC97-4D0D-B79134754C90}"/>
                      </a:ext>
                    </a:extLst>
                  </p14:cNvPr>
                  <p14:cNvContentPartPr/>
                  <p14:nvPr/>
                </p14:nvContentPartPr>
                <p14:xfrm>
                  <a:off x="5627860" y="2308840"/>
                  <a:ext cx="916920" cy="129960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7EE07FB7-39B4-AC97-4D0D-B79134754C90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5621130" y="2301759"/>
                    <a:ext cx="930381" cy="1441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1DB28FD3-1A5F-E525-8991-69E350CAB044}"/>
                      </a:ext>
                    </a:extLst>
                  </p14:cNvPr>
                  <p14:cNvContentPartPr/>
                  <p14:nvPr/>
                </p14:nvContentPartPr>
                <p14:xfrm>
                  <a:off x="6662140" y="2187160"/>
                  <a:ext cx="134280" cy="12564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1DB28FD3-1A5F-E525-8991-69E350CAB044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6655406" y="2180064"/>
                    <a:ext cx="147748" cy="139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81AF5E48-E2FD-CCFC-E5E3-D79E0374138C}"/>
                      </a:ext>
                    </a:extLst>
                  </p14:cNvPr>
                  <p14:cNvContentPartPr/>
                  <p14:nvPr/>
                </p14:nvContentPartPr>
                <p14:xfrm>
                  <a:off x="6779140" y="1130920"/>
                  <a:ext cx="358920" cy="88416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81AF5E48-E2FD-CCFC-E5E3-D79E0374138C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6772405" y="1123830"/>
                    <a:ext cx="372389" cy="8983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A028C177-BBF4-8B8A-A8BA-EC093EBBE5C4}"/>
                      </a:ext>
                    </a:extLst>
                  </p14:cNvPr>
                  <p14:cNvContentPartPr/>
                  <p14:nvPr/>
                </p14:nvContentPartPr>
                <p14:xfrm>
                  <a:off x="7221940" y="988000"/>
                  <a:ext cx="90720" cy="96120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A028C177-BBF4-8B8A-A8BA-EC093EBBE5C4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215205" y="980895"/>
                    <a:ext cx="104189" cy="1103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133345CE-7547-91DD-7F63-82B316318DA6}"/>
                      </a:ext>
                    </a:extLst>
                  </p14:cNvPr>
                  <p14:cNvContentPartPr/>
                  <p14:nvPr/>
                </p14:nvContentPartPr>
                <p14:xfrm>
                  <a:off x="6894700" y="1593880"/>
                  <a:ext cx="820080" cy="53208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133345CE-7547-91DD-7F63-82B316318DA6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6887968" y="1586791"/>
                    <a:ext cx="833543" cy="5462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545EED3B-F8D3-A27F-DC54-77797A9A61FE}"/>
                      </a:ext>
                    </a:extLst>
                  </p14:cNvPr>
                  <p14:cNvContentPartPr/>
                  <p14:nvPr/>
                </p14:nvContentPartPr>
                <p14:xfrm>
                  <a:off x="7750780" y="1481200"/>
                  <a:ext cx="137880" cy="86040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545EED3B-F8D3-A27F-DC54-77797A9A61FE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7744044" y="1474134"/>
                    <a:ext cx="151351" cy="10017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AA62533B-B4E9-09B8-FE19-AA9301B2086D}"/>
                      </a:ext>
                    </a:extLst>
                  </p14:cNvPr>
                  <p14:cNvContentPartPr/>
                  <p14:nvPr/>
                </p14:nvContentPartPr>
                <p14:xfrm>
                  <a:off x="6914500" y="2349520"/>
                  <a:ext cx="1053720" cy="360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AA62533B-B4E9-09B8-FE19-AA9301B2086D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6907768" y="2343400"/>
                    <a:ext cx="1067184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4F1C466A-2960-7DFE-6F5C-3CC8F882708C}"/>
                      </a:ext>
                    </a:extLst>
                  </p14:cNvPr>
                  <p14:cNvContentPartPr/>
                  <p14:nvPr/>
                </p14:nvContentPartPr>
                <p14:xfrm>
                  <a:off x="8033380" y="2209120"/>
                  <a:ext cx="109440" cy="114120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4F1C466A-2960-7DFE-6F5C-3CC8F882708C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8026639" y="2202040"/>
                    <a:ext cx="122922" cy="12828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AE990BAD-F606-FD43-193A-FF8CD66E122A}"/>
                      </a:ext>
                    </a:extLst>
                  </p14:cNvPr>
                  <p14:cNvContentPartPr/>
                  <p14:nvPr/>
                </p14:nvContentPartPr>
                <p14:xfrm>
                  <a:off x="6810460" y="2505040"/>
                  <a:ext cx="582120" cy="68184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AE990BAD-F606-FD43-193A-FF8CD66E122A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6803728" y="2497946"/>
                    <a:ext cx="595584" cy="6960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468CE2F3-96FD-08B9-3F61-01C69E5E50EC}"/>
                      </a:ext>
                    </a:extLst>
                  </p14:cNvPr>
                  <p14:cNvContentPartPr/>
                  <p14:nvPr/>
                </p14:nvContentPartPr>
                <p14:xfrm>
                  <a:off x="7431820" y="3340240"/>
                  <a:ext cx="114120" cy="6480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468CE2F3-96FD-08B9-3F61-01C69E5E50EC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7425084" y="3333178"/>
                    <a:ext cx="127593" cy="78923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F6EF910-A43E-030F-600E-A5664F539C97}"/>
                </a:ext>
              </a:extLst>
            </p:cNvPr>
            <p:cNvSpPr txBox="1"/>
            <p:nvPr/>
          </p:nvSpPr>
          <p:spPr>
            <a:xfrm>
              <a:off x="3758778" y="1980466"/>
              <a:ext cx="34336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Content Placeholder 2">
                <a:extLst>
                  <a:ext uri="{FF2B5EF4-FFF2-40B4-BE49-F238E27FC236}">
                    <a16:creationId xmlns:a16="http://schemas.microsoft.com/office/drawing/2014/main" id="{19335522-3959-55FF-87ED-90D9BE1F8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950" y="4761912"/>
                <a:ext cx="11468100" cy="13252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u="sng" dirty="0">
                    <a:solidFill>
                      <a:schemeClr val="bg1">
                        <a:lumMod val="65000"/>
                      </a:schemeClr>
                    </a:solidFill>
                  </a:rPr>
                  <a:t>Diffusion:</a:t>
                </a: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embedding e(x) preserves </a:t>
                </a:r>
                <a:r>
                  <a:rPr lang="en-US" b="1" dirty="0">
                    <a:solidFill>
                      <a:schemeClr val="bg1">
                        <a:lumMod val="65000"/>
                      </a:schemeClr>
                    </a:solidFill>
                  </a:rPr>
                  <a:t>all pairwise random walk distances</a:t>
                </a: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, ⋅)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in graph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𝑅𝑊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</a:t>
                </a:r>
                <a:r>
                  <a:rPr lang="en-US" u="sng" dirty="0">
                    <a:solidFill>
                      <a:schemeClr val="bg1">
                        <a:lumMod val="65000"/>
                      </a:schemeClr>
                    </a:solidFill>
                  </a:rPr>
                  <a:t>for all y</a:t>
                </a:r>
              </a:p>
            </p:txBody>
          </p:sp>
        </mc:Choice>
        <mc:Fallback xmlns="">
          <p:sp>
            <p:nvSpPr>
              <p:cNvPr id="141" name="Content Placeholder 2">
                <a:extLst>
                  <a:ext uri="{FF2B5EF4-FFF2-40B4-BE49-F238E27FC236}">
                    <a16:creationId xmlns:a16="http://schemas.microsoft.com/office/drawing/2014/main" id="{19335522-3959-55FF-87ED-90D9BE1F8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4761912"/>
                <a:ext cx="11468100" cy="1325203"/>
              </a:xfrm>
              <a:prstGeom prst="rect">
                <a:avLst/>
              </a:prstGeom>
              <a:blipFill>
                <a:blip r:embed="rId47"/>
                <a:stretch>
                  <a:fillRect l="-1106" t="-7547" r="-885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E7138E1-E610-CBB6-03E6-978DB3EFA0E7}"/>
              </a:ext>
            </a:extLst>
          </p:cNvPr>
          <p:cNvSpPr txBox="1"/>
          <p:nvPr/>
        </p:nvSpPr>
        <p:spPr>
          <a:xfrm>
            <a:off x="1063388" y="6033978"/>
            <a:ext cx="9561272" cy="861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500" dirty="0"/>
              <a:t>New idea: for visualization, we don’t need to preserve </a:t>
            </a:r>
            <a:r>
              <a:rPr lang="en-US" sz="2500" b="1" dirty="0"/>
              <a:t>all </a:t>
            </a:r>
            <a:r>
              <a:rPr lang="en-US" sz="2500" dirty="0"/>
              <a:t>distances? </a:t>
            </a:r>
          </a:p>
          <a:p>
            <a:r>
              <a:rPr lang="en-US" sz="2500" dirty="0"/>
              <a:t>We only care about “local neighborhood”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A1532B-DB61-8BDA-1401-9CF7FED3A3E8}"/>
                  </a:ext>
                </a:extLst>
              </p14:cNvPr>
              <p14:cNvContentPartPr/>
              <p14:nvPr/>
            </p14:nvContentPartPr>
            <p14:xfrm>
              <a:off x="2003380" y="51438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A1532B-DB61-8BDA-1401-9CF7FED3A3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7260" y="5137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16E58A-917C-962C-1D64-32F338A37BC5}"/>
                  </a:ext>
                </a:extLst>
              </p14:cNvPr>
              <p14:cNvContentPartPr/>
              <p14:nvPr/>
            </p14:nvContentPartPr>
            <p14:xfrm>
              <a:off x="3920380" y="1368880"/>
              <a:ext cx="309960" cy="1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16E58A-917C-962C-1D64-32F338A37BC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914260" y="1362760"/>
                <a:ext cx="3222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5854209-635D-F2F3-919C-8E79B27EE457}"/>
                  </a:ext>
                </a:extLst>
              </p14:cNvPr>
              <p14:cNvContentPartPr/>
              <p14:nvPr/>
            </p14:nvContentPartPr>
            <p14:xfrm>
              <a:off x="3585940" y="1422520"/>
              <a:ext cx="237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5854209-635D-F2F3-919C-8E79B27EE45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579820" y="1416400"/>
                <a:ext cx="360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EF91B26-7409-B1B6-C524-C6B3ED54585D}"/>
                  </a:ext>
                </a:extLst>
              </p14:cNvPr>
              <p14:cNvContentPartPr/>
              <p14:nvPr/>
            </p14:nvContentPartPr>
            <p14:xfrm>
              <a:off x="3372460" y="1706560"/>
              <a:ext cx="18360" cy="483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EF91B26-7409-B1B6-C524-C6B3ED54585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66340" y="1700440"/>
                <a:ext cx="3060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167D0FC-3C0A-F3BF-01F1-083E96BCF541}"/>
                  </a:ext>
                </a:extLst>
              </p14:cNvPr>
              <p14:cNvContentPartPr/>
              <p14:nvPr/>
            </p14:nvContentPartPr>
            <p14:xfrm>
              <a:off x="3372460" y="2525560"/>
              <a:ext cx="128880" cy="340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167D0FC-3C0A-F3BF-01F1-083E96BCF54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366340" y="2519440"/>
                <a:ext cx="1411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01B0DD-4C43-7107-67AD-351352CF0C1E}"/>
                  </a:ext>
                </a:extLst>
              </p14:cNvPr>
              <p14:cNvContentPartPr/>
              <p14:nvPr/>
            </p14:nvContentPartPr>
            <p14:xfrm>
              <a:off x="3743620" y="3077440"/>
              <a:ext cx="284760" cy="8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01B0DD-4C43-7107-67AD-351352CF0C1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737500" y="3071320"/>
                <a:ext cx="2970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4D1CD8A-EF22-FFCA-67E3-B6640EA010E9}"/>
                  </a:ext>
                </a:extLst>
              </p14:cNvPr>
              <p14:cNvContentPartPr/>
              <p14:nvPr/>
            </p14:nvContentPartPr>
            <p14:xfrm>
              <a:off x="4381540" y="3294520"/>
              <a:ext cx="49032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4D1CD8A-EF22-FFCA-67E3-B6640EA010E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375420" y="3288400"/>
                <a:ext cx="5025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055D7E6-EF16-9EE0-7E88-E12DC7ED669A}"/>
                  </a:ext>
                </a:extLst>
              </p14:cNvPr>
              <p14:cNvContentPartPr/>
              <p14:nvPr/>
            </p14:nvContentPartPr>
            <p14:xfrm>
              <a:off x="5194060" y="2898520"/>
              <a:ext cx="126000" cy="282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055D7E6-EF16-9EE0-7E88-E12DC7ED669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187940" y="2892400"/>
                <a:ext cx="1382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488E739-1B10-A55D-45AB-C7448E08EA93}"/>
                  </a:ext>
                </a:extLst>
              </p14:cNvPr>
              <p14:cNvContentPartPr/>
              <p14:nvPr/>
            </p14:nvContentPartPr>
            <p14:xfrm>
              <a:off x="5311420" y="1876840"/>
              <a:ext cx="30960" cy="448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488E739-1B10-A55D-45AB-C7448E08EA9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305300" y="1870720"/>
                <a:ext cx="4320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AD0FF41-439D-584F-60BB-53C1A31BD12A}"/>
                  </a:ext>
                </a:extLst>
              </p14:cNvPr>
              <p14:cNvContentPartPr/>
              <p14:nvPr/>
            </p14:nvContentPartPr>
            <p14:xfrm>
              <a:off x="4859620" y="1628080"/>
              <a:ext cx="274320" cy="33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AD0FF41-439D-584F-60BB-53C1A31BD12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853500" y="1621960"/>
                <a:ext cx="2865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80D7659-FA60-6A5C-7ECE-9E3CA78FDAD4}"/>
                  </a:ext>
                </a:extLst>
              </p14:cNvPr>
              <p14:cNvContentPartPr/>
              <p14:nvPr/>
            </p14:nvContentPartPr>
            <p14:xfrm>
              <a:off x="4547500" y="1385440"/>
              <a:ext cx="14472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80D7659-FA60-6A5C-7ECE-9E3CA78FDAD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541380" y="1379320"/>
                <a:ext cx="156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64D0768-8DC6-C59C-8AE2-2FA234709AE1}"/>
                  </a:ext>
                </a:extLst>
              </p14:cNvPr>
              <p14:cNvContentPartPr/>
              <p14:nvPr/>
            </p14:nvContentPartPr>
            <p14:xfrm>
              <a:off x="3392620" y="1379320"/>
              <a:ext cx="165240" cy="13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64D0768-8DC6-C59C-8AE2-2FA234709AE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386500" y="1373200"/>
                <a:ext cx="177480" cy="1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525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BAF3-237D-F837-B3DE-BBC5A1717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DB8EB1-E5B1-BAD2-3573-10E6E1E55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944" y="161925"/>
            <a:ext cx="11255022" cy="633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BF2242-F1EF-770F-72B4-08D3FE4C1956}"/>
              </a:ext>
            </a:extLst>
          </p:cNvPr>
          <p:cNvSpPr txBox="1"/>
          <p:nvPr/>
        </p:nvSpPr>
        <p:spPr>
          <a:xfrm>
            <a:off x="88900" y="6488668"/>
            <a:ext cx="3508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Many slides from Andrei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Zinovyev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485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EC79-AF52-80D6-7483-0A70149C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B56D2-CA90-4098-3AF6-1183D4F89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443" y="123824"/>
            <a:ext cx="11971867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43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8CB23B-684B-F29A-AE8E-02820C68C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824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08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FE3576-63E0-DB9A-86BB-7FFE72809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408" y="100806"/>
            <a:ext cx="8875184" cy="6656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ACFA2C-8C81-59A4-3C01-B06D14232DBC}"/>
              </a:ext>
            </a:extLst>
          </p:cNvPr>
          <p:cNvSpPr/>
          <p:nvPr/>
        </p:nvSpPr>
        <p:spPr>
          <a:xfrm>
            <a:off x="9372600" y="88900"/>
            <a:ext cx="1231900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0BEFA-3224-352B-8589-01833A1DE4C2}"/>
              </a:ext>
            </a:extLst>
          </p:cNvPr>
          <p:cNvSpPr/>
          <p:nvPr/>
        </p:nvSpPr>
        <p:spPr>
          <a:xfrm>
            <a:off x="7429500" y="4940300"/>
            <a:ext cx="3104092" cy="1816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93D64-A876-5664-3D80-FD4DC630321B}"/>
              </a:ext>
            </a:extLst>
          </p:cNvPr>
          <p:cNvSpPr txBox="1"/>
          <p:nvPr/>
        </p:nvSpPr>
        <p:spPr>
          <a:xfrm>
            <a:off x="5499100" y="3320534"/>
            <a:ext cx="172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t-SNE tries to learn this 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F9B1E-D230-3BC8-1F9B-178ABB6D5584}"/>
              </a:ext>
            </a:extLst>
          </p:cNvPr>
          <p:cNvSpPr txBox="1"/>
          <p:nvPr/>
        </p:nvSpPr>
        <p:spPr>
          <a:xfrm>
            <a:off x="1066800" y="1148834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rgbClr val="FF0000"/>
                </a:solidFill>
              </a:rPr>
              <a:t>Original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100D2B-0841-926A-4718-401E3462185D}"/>
              </a:ext>
            </a:extLst>
          </p:cNvPr>
          <p:cNvSpPr txBox="1"/>
          <p:nvPr/>
        </p:nvSpPr>
        <p:spPr>
          <a:xfrm>
            <a:off x="9423400" y="979556"/>
            <a:ext cx="236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rgbClr val="FF0000"/>
                </a:solidFill>
              </a:rPr>
              <a:t>Learned embedding</a:t>
            </a:r>
          </a:p>
        </p:txBody>
      </p:sp>
    </p:spTree>
    <p:extLst>
      <p:ext uri="{BB962C8B-B14F-4D97-AF65-F5344CB8AC3E}">
        <p14:creationId xmlns:p14="http://schemas.microsoft.com/office/powerpoint/2010/main" val="4066975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8A41-F371-3D49-D9F8-91FB1C32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8001CC-9BFF-C4CF-F926-565542FF6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744" y="149225"/>
            <a:ext cx="11693252" cy="65774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EAD57F-FDCF-19B7-9DD3-815785259165}"/>
                  </a:ext>
                </a:extLst>
              </p14:cNvPr>
              <p14:cNvContentPartPr/>
              <p14:nvPr/>
            </p14:nvContentPartPr>
            <p14:xfrm>
              <a:off x="5901460" y="-43580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EAD57F-FDCF-19B7-9DD3-8157852591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5340" y="-4419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074947-0899-C92F-86DB-DC8D48DE8898}"/>
                  </a:ext>
                </a:extLst>
              </p14:cNvPr>
              <p14:cNvContentPartPr/>
              <p14:nvPr/>
            </p14:nvContentPartPr>
            <p14:xfrm>
              <a:off x="7939780" y="4475680"/>
              <a:ext cx="2754720" cy="1823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074947-0899-C92F-86DB-DC8D48DE88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33660" y="4469560"/>
                <a:ext cx="2766960" cy="18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96C73B6-B402-FA8D-4EB9-237253326BA7}"/>
              </a:ext>
            </a:extLst>
          </p:cNvPr>
          <p:cNvGrpSpPr/>
          <p:nvPr/>
        </p:nvGrpSpPr>
        <p:grpSpPr>
          <a:xfrm>
            <a:off x="7995940" y="5036560"/>
            <a:ext cx="932760" cy="742320"/>
            <a:chOff x="7995940" y="5036560"/>
            <a:chExt cx="932760" cy="7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3278D9-E677-28E9-A5D1-7D4F0FFE54E6}"/>
                    </a:ext>
                  </a:extLst>
                </p14:cNvPr>
                <p14:cNvContentPartPr/>
                <p14:nvPr/>
              </p14:nvContentPartPr>
              <p14:xfrm>
                <a:off x="8388340" y="5290360"/>
                <a:ext cx="45720" cy="62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3278D9-E677-28E9-A5D1-7D4F0FFE54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82220" y="5284240"/>
                  <a:ext cx="579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B73BFB-FE08-871E-030F-F78EA4427128}"/>
                    </a:ext>
                  </a:extLst>
                </p14:cNvPr>
                <p14:cNvContentPartPr/>
                <p14:nvPr/>
              </p14:nvContentPartPr>
              <p14:xfrm>
                <a:off x="8220940" y="5441920"/>
                <a:ext cx="71640" cy="92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B73BFB-FE08-871E-030F-F78EA44271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14820" y="5435800"/>
                  <a:ext cx="83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6F0E15-0C75-2E19-AA4C-49622640A0D7}"/>
                    </a:ext>
                  </a:extLst>
                </p14:cNvPr>
                <p14:cNvContentPartPr/>
                <p14:nvPr/>
              </p14:nvContentPartPr>
              <p14:xfrm>
                <a:off x="8209420" y="5459920"/>
                <a:ext cx="80280" cy="76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6F0E15-0C75-2E19-AA4C-49622640A0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03300" y="5453800"/>
                  <a:ext cx="92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3D4E28-0E14-18BB-B96C-36552D163E98}"/>
                    </a:ext>
                  </a:extLst>
                </p14:cNvPr>
                <p14:cNvContentPartPr/>
                <p14:nvPr/>
              </p14:nvContentPartPr>
              <p14:xfrm>
                <a:off x="8299060" y="5557480"/>
                <a:ext cx="89280" cy="177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3D4E28-0E14-18BB-B96C-36552D163E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92940" y="5551360"/>
                  <a:ext cx="101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6E4C99-166D-708E-7D27-5987C6FEB160}"/>
                    </a:ext>
                  </a:extLst>
                </p14:cNvPr>
                <p14:cNvContentPartPr/>
                <p14:nvPr/>
              </p14:nvContentPartPr>
              <p14:xfrm>
                <a:off x="8400940" y="547000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6E4C99-166D-708E-7D27-5987C6FEB1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94820" y="54638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4002DB-2F6C-5240-F946-FF457E322D24}"/>
                    </a:ext>
                  </a:extLst>
                </p14:cNvPr>
                <p14:cNvContentPartPr/>
                <p14:nvPr/>
              </p14:nvContentPartPr>
              <p14:xfrm>
                <a:off x="8356660" y="5191360"/>
                <a:ext cx="184680" cy="206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4002DB-2F6C-5240-F946-FF457E322D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50540" y="5185240"/>
                  <a:ext cx="196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763549-A172-843B-A99F-F30E945F9325}"/>
                    </a:ext>
                  </a:extLst>
                </p14:cNvPr>
                <p14:cNvContentPartPr/>
                <p14:nvPr/>
              </p14:nvContentPartPr>
              <p14:xfrm>
                <a:off x="8222380" y="5088400"/>
                <a:ext cx="468720" cy="499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763549-A172-843B-A99F-F30E945F93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16260" y="5082280"/>
                  <a:ext cx="4809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2BF09C-FD64-9703-EC04-F29B99E4CE7E}"/>
                    </a:ext>
                  </a:extLst>
                </p14:cNvPr>
                <p14:cNvContentPartPr/>
                <p14:nvPr/>
              </p14:nvContentPartPr>
              <p14:xfrm>
                <a:off x="7995940" y="5036560"/>
                <a:ext cx="932760" cy="742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2BF09C-FD64-9703-EC04-F29B99E4CE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9820" y="5030440"/>
                  <a:ext cx="945000" cy="75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FE8B73-6F51-518F-A704-4D910D8FCA70}"/>
              </a:ext>
            </a:extLst>
          </p:cNvPr>
          <p:cNvGrpSpPr/>
          <p:nvPr/>
        </p:nvGrpSpPr>
        <p:grpSpPr>
          <a:xfrm>
            <a:off x="8477260" y="5345800"/>
            <a:ext cx="685440" cy="65880"/>
            <a:chOff x="8477260" y="5345800"/>
            <a:chExt cx="68544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09B6B49-13FC-6D53-7246-06C2A997EC7E}"/>
                    </a:ext>
                  </a:extLst>
                </p14:cNvPr>
                <p14:cNvContentPartPr/>
                <p14:nvPr/>
              </p14:nvContentPartPr>
              <p14:xfrm>
                <a:off x="8477260" y="5345800"/>
                <a:ext cx="435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09B6B49-13FC-6D53-7246-06C2A997EC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71140" y="5339680"/>
                  <a:ext cx="55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B86F604-17BD-1DF6-92A3-E2ACF9DABB08}"/>
                    </a:ext>
                  </a:extLst>
                </p14:cNvPr>
                <p14:cNvContentPartPr/>
                <p14:nvPr/>
              </p14:nvContentPartPr>
              <p14:xfrm>
                <a:off x="8681380" y="5349400"/>
                <a:ext cx="150120" cy="14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B86F604-17BD-1DF6-92A3-E2ACF9DABB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75260" y="5343280"/>
                  <a:ext cx="162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5644278-D1DD-08FF-68E6-C03C34AECAF7}"/>
                    </a:ext>
                  </a:extLst>
                </p14:cNvPr>
                <p14:cNvContentPartPr/>
                <p14:nvPr/>
              </p14:nvContentPartPr>
              <p14:xfrm>
                <a:off x="8907820" y="5377840"/>
                <a:ext cx="70200" cy="3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5644278-D1DD-08FF-68E6-C03C34AECA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01700" y="5371720"/>
                  <a:ext cx="824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DC012B7-CED8-93D1-1486-49BAD195D69F}"/>
                    </a:ext>
                  </a:extLst>
                </p14:cNvPr>
                <p14:cNvContentPartPr/>
                <p14:nvPr/>
              </p14:nvContentPartPr>
              <p14:xfrm>
                <a:off x="9080980" y="5411320"/>
                <a:ext cx="8172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DC012B7-CED8-93D1-1486-49BAD195D6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74860" y="5405200"/>
                  <a:ext cx="9396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AF943B5-BD28-A674-D741-0490AACA06C1}"/>
              </a:ext>
            </a:extLst>
          </p:cNvPr>
          <p:cNvGrpSpPr/>
          <p:nvPr/>
        </p:nvGrpSpPr>
        <p:grpSpPr>
          <a:xfrm>
            <a:off x="9378340" y="5541280"/>
            <a:ext cx="1005840" cy="529920"/>
            <a:chOff x="9378340" y="5541280"/>
            <a:chExt cx="100584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D61D63-17C8-83A8-48B0-FF9DCCEA2924}"/>
                    </a:ext>
                  </a:extLst>
                </p14:cNvPr>
                <p14:cNvContentPartPr/>
                <p14:nvPr/>
              </p14:nvContentPartPr>
              <p14:xfrm>
                <a:off x="9843100" y="5886520"/>
                <a:ext cx="199440" cy="18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D61D63-17C8-83A8-48B0-FF9DCCEA292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36980" y="5880400"/>
                  <a:ext cx="211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54864E-FF6A-0B20-FEA2-1D2BCD8293CC}"/>
                    </a:ext>
                  </a:extLst>
                </p14:cNvPr>
                <p14:cNvContentPartPr/>
                <p14:nvPr/>
              </p14:nvContentPartPr>
              <p14:xfrm>
                <a:off x="10095100" y="5827120"/>
                <a:ext cx="157680" cy="116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54864E-FF6A-0B20-FEA2-1D2BCD8293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8980" y="5821000"/>
                  <a:ext cx="169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4253EC2-01C0-3055-E08D-4AA876F22F7D}"/>
                    </a:ext>
                  </a:extLst>
                </p14:cNvPr>
                <p14:cNvContentPartPr/>
                <p14:nvPr/>
              </p14:nvContentPartPr>
              <p14:xfrm>
                <a:off x="10149460" y="5848000"/>
                <a:ext cx="93240" cy="109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4253EC2-01C0-3055-E08D-4AA876F22F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43340" y="5841880"/>
                  <a:ext cx="105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312722-613E-E311-744B-6F39E2870044}"/>
                    </a:ext>
                  </a:extLst>
                </p14:cNvPr>
                <p14:cNvContentPartPr/>
                <p14:nvPr/>
              </p14:nvContentPartPr>
              <p14:xfrm>
                <a:off x="10383820" y="5927200"/>
                <a:ext cx="360" cy="104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312722-613E-E311-744B-6F39E28700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77700" y="5921080"/>
                  <a:ext cx="12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14D330-C6A6-7255-C39A-42E93724D643}"/>
                    </a:ext>
                  </a:extLst>
                </p14:cNvPr>
                <p14:cNvContentPartPr/>
                <p14:nvPr/>
              </p14:nvContentPartPr>
              <p14:xfrm>
                <a:off x="10383820" y="584404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14D330-C6A6-7255-C39A-42E93724D6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77700" y="58379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13C4CB-89D8-9FF0-840A-6F464AB29C1F}"/>
                    </a:ext>
                  </a:extLst>
                </p14:cNvPr>
                <p14:cNvContentPartPr/>
                <p14:nvPr/>
              </p14:nvContentPartPr>
              <p14:xfrm>
                <a:off x="9919060" y="5808040"/>
                <a:ext cx="27360" cy="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13C4CB-89D8-9FF0-840A-6F464AB29C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12940" y="5801920"/>
                  <a:ext cx="39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E53DEE-E020-952A-B022-709B81554544}"/>
                    </a:ext>
                  </a:extLst>
                </p14:cNvPr>
                <p14:cNvContentPartPr/>
                <p14:nvPr/>
              </p14:nvContentPartPr>
              <p14:xfrm>
                <a:off x="9378340" y="5541280"/>
                <a:ext cx="75600" cy="20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E53DEE-E020-952A-B022-709B8155454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72220" y="5535160"/>
                  <a:ext cx="87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472F8F3-5868-734D-F6F1-B3B1B076714D}"/>
                    </a:ext>
                  </a:extLst>
                </p14:cNvPr>
                <p14:cNvContentPartPr/>
                <p14:nvPr/>
              </p14:nvContentPartPr>
              <p14:xfrm>
                <a:off x="9685780" y="5676640"/>
                <a:ext cx="324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472F8F3-5868-734D-F6F1-B3B1B07671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79660" y="5670520"/>
                  <a:ext cx="15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764335-0EFD-EB3E-5F96-2F926382A412}"/>
                    </a:ext>
                  </a:extLst>
                </p14:cNvPr>
                <p14:cNvContentPartPr/>
                <p14:nvPr/>
              </p14:nvContentPartPr>
              <p14:xfrm>
                <a:off x="9854620" y="5716600"/>
                <a:ext cx="10800" cy="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764335-0EFD-EB3E-5F96-2F926382A4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48500" y="5710480"/>
                  <a:ext cx="23040" cy="1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4353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B7846F-AC9F-3809-7765-54112E41B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6737"/>
          <a:stretch>
            <a:fillRect/>
          </a:stretch>
        </p:blipFill>
        <p:spPr>
          <a:xfrm>
            <a:off x="246944" y="1236324"/>
            <a:ext cx="11386256" cy="53328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17AF48-7F0D-BBA6-7562-016A3A560B58}"/>
                  </a:ext>
                </a:extLst>
              </p:cNvPr>
              <p:cNvSpPr txBox="1"/>
              <p:nvPr/>
            </p:nvSpPr>
            <p:spPr>
              <a:xfrm>
                <a:off x="8033408" y="3587673"/>
                <a:ext cx="3911648" cy="93352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5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5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𝐾𝐿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17AF48-7F0D-BBA6-7562-016A3A560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408" y="3587673"/>
                <a:ext cx="3911648" cy="933525"/>
              </a:xfrm>
              <a:prstGeom prst="rect">
                <a:avLst/>
              </a:prstGeom>
              <a:blipFill>
                <a:blip r:embed="rId4"/>
                <a:stretch>
                  <a:fillRect l="-1294" t="-146667" r="-2589" b="-20266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F5E49D1E-C7AE-B2A9-E892-F49731F5B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019"/>
          <a:stretch>
            <a:fillRect/>
          </a:stretch>
        </p:blipFill>
        <p:spPr>
          <a:xfrm>
            <a:off x="114741" y="6373"/>
            <a:ext cx="11386256" cy="831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89861A-1327-99BA-D068-A63E0E0D8A27}"/>
              </a:ext>
            </a:extLst>
          </p:cNvPr>
          <p:cNvSpPr txBox="1"/>
          <p:nvPr/>
        </p:nvSpPr>
        <p:spPr>
          <a:xfrm>
            <a:off x="705079" y="1244906"/>
            <a:ext cx="1881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Original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2AF8F-0E2C-5811-00ED-E42A0067068B}"/>
              </a:ext>
            </a:extLst>
          </p:cNvPr>
          <p:cNvSpPr txBox="1"/>
          <p:nvPr/>
        </p:nvSpPr>
        <p:spPr>
          <a:xfrm>
            <a:off x="5973453" y="837803"/>
            <a:ext cx="4119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New, lower-dimensional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1990850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E8BEBD-BE3C-D4A0-4F11-31C0F0D0C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AB762D-7E70-4911-5084-2952E27D44DB}"/>
                  </a:ext>
                </a:extLst>
              </p:cNvPr>
              <p:cNvSpPr txBox="1"/>
              <p:nvPr/>
            </p:nvSpPr>
            <p:spPr>
              <a:xfrm>
                <a:off x="8033408" y="4127500"/>
                <a:ext cx="3911648" cy="93352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5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5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5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25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𝐾𝐿</m:t>
                                  </m:r>
                                  <m:d>
                                    <m:dPr>
                                      <m:endChr m:val="|"/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AB762D-7E70-4911-5084-2952E27D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408" y="4127500"/>
                <a:ext cx="3911648" cy="933525"/>
              </a:xfrm>
              <a:prstGeom prst="rect">
                <a:avLst/>
              </a:prstGeom>
              <a:blipFill>
                <a:blip r:embed="rId3"/>
                <a:stretch>
                  <a:fillRect l="-1294" t="-146667" r="-2589" b="-20400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326C59E-CBC0-5C4E-9DC3-8054586D9613}"/>
              </a:ext>
            </a:extLst>
          </p:cNvPr>
          <p:cNvSpPr txBox="1"/>
          <p:nvPr/>
        </p:nvSpPr>
        <p:spPr>
          <a:xfrm>
            <a:off x="705079" y="1244906"/>
            <a:ext cx="1881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Original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6B6CB-FFD6-9BC4-345C-D7BED339A791}"/>
              </a:ext>
            </a:extLst>
          </p:cNvPr>
          <p:cNvSpPr txBox="1"/>
          <p:nvPr/>
        </p:nvSpPr>
        <p:spPr>
          <a:xfrm>
            <a:off x="5973453" y="837803"/>
            <a:ext cx="4119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New, lower-dimensional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97809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5EFAF0-6C1B-9294-71FC-D4792C2D4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508" y="100806"/>
            <a:ext cx="9009592" cy="6757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9E45D2-549D-6390-1B98-70E82F70F5ED}"/>
              </a:ext>
            </a:extLst>
          </p:cNvPr>
          <p:cNvSpPr txBox="1"/>
          <p:nvPr/>
        </p:nvSpPr>
        <p:spPr>
          <a:xfrm>
            <a:off x="4491810" y="508000"/>
            <a:ext cx="335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(embedding to one dimension)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3C6C76-5F78-210C-ECAE-09851F43609B}"/>
              </a:ext>
            </a:extLst>
          </p:cNvPr>
          <p:cNvSpPr/>
          <p:nvPr/>
        </p:nvSpPr>
        <p:spPr>
          <a:xfrm>
            <a:off x="8978900" y="100806"/>
            <a:ext cx="1231900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42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CA4-4C47-FA8B-81DA-AE236CC5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54973E-FDB8-1403-F66E-833BD9B27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944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B7265F-8497-46A6-FCFB-6AD225503BBF}"/>
              </a:ext>
            </a:extLst>
          </p:cNvPr>
          <p:cNvSpPr txBox="1"/>
          <p:nvPr/>
        </p:nvSpPr>
        <p:spPr>
          <a:xfrm>
            <a:off x="5740400" y="3327400"/>
            <a:ext cx="6692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-&gt; t-SNE only looks at local neighborhood of point 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CE73D-881B-C4AC-74E3-02DD4B3684A3}"/>
              </a:ext>
            </a:extLst>
          </p:cNvPr>
          <p:cNvSpPr txBox="1"/>
          <p:nvPr/>
        </p:nvSpPr>
        <p:spPr>
          <a:xfrm>
            <a:off x="6400800" y="4933334"/>
            <a:ext cx="1822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[Homework]</a:t>
            </a:r>
          </a:p>
        </p:txBody>
      </p:sp>
    </p:spTree>
    <p:extLst>
      <p:ext uri="{BB962C8B-B14F-4D97-AF65-F5344CB8AC3E}">
        <p14:creationId xmlns:p14="http://schemas.microsoft.com/office/powerpoint/2010/main" val="534622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369-D35B-EC4D-02A3-CB89DAEB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111990-DBFF-DAE8-649C-E1CA649A2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33" y="0"/>
            <a:ext cx="11853333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57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9A87-1504-D6CD-1A0F-2A7D56B7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01B44E-C51A-D884-C293-E2ADBB9D8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2724"/>
            <a:ext cx="10978444" cy="617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776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E55703-2961-EF4A-A1E8-1CCBDD1B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898489" cy="669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77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3D8EA3-D81C-576D-3867-82EB6864D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85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44FE7-AFE5-5EEE-E308-170936A4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037"/>
          <a:stretch>
            <a:fillRect/>
          </a:stretch>
        </p:blipFill>
        <p:spPr>
          <a:xfrm>
            <a:off x="0" y="0"/>
            <a:ext cx="12192000" cy="500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FE856-B9E5-9876-4714-192C4E0991DA}"/>
              </a:ext>
            </a:extLst>
          </p:cNvPr>
          <p:cNvSpPr txBox="1"/>
          <p:nvPr/>
        </p:nvSpPr>
        <p:spPr>
          <a:xfrm>
            <a:off x="723900" y="5232400"/>
            <a:ext cx="7493000" cy="8617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dirty="0"/>
              <a:t>UMAP problem: find low dimensional embedding </a:t>
            </a:r>
            <a:r>
              <a:rPr lang="en-US" sz="2500" b="1" dirty="0"/>
              <a:t>y</a:t>
            </a:r>
            <a:r>
              <a:rPr lang="en-US" sz="2500" dirty="0"/>
              <a:t> that minimizes cross-entropy</a:t>
            </a:r>
          </a:p>
        </p:txBody>
      </p:sp>
    </p:spTree>
    <p:extLst>
      <p:ext uri="{BB962C8B-B14F-4D97-AF65-F5344CB8AC3E}">
        <p14:creationId xmlns:p14="http://schemas.microsoft.com/office/powerpoint/2010/main" val="20676024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45A322-AC97-F823-5A2A-3504EC09E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56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B7D3EC-3E36-9C4E-9517-C71EF0C66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DCA8E-D6B6-21E2-496B-98B3EFAFA207}"/>
              </a:ext>
            </a:extLst>
          </p:cNvPr>
          <p:cNvSpPr txBox="1"/>
          <p:nvPr/>
        </p:nvSpPr>
        <p:spPr>
          <a:xfrm>
            <a:off x="9042400" y="1828800"/>
            <a:ext cx="2971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UMAP typically used more in single cell bio as it is faster</a:t>
            </a:r>
          </a:p>
        </p:txBody>
      </p:sp>
    </p:spTree>
    <p:extLst>
      <p:ext uri="{BB962C8B-B14F-4D97-AF65-F5344CB8AC3E}">
        <p14:creationId xmlns:p14="http://schemas.microsoft.com/office/powerpoint/2010/main" val="9394274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0878-1656-7320-9AC8-EB2A25185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/>
              <a:t>UMAP and t-SNE lie on attraction-repulsion spectrum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2B673-1CEB-6AE0-E8AB-C978BBCCC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46" y="1450594"/>
            <a:ext cx="11467908" cy="4581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94084C-E20F-8F73-8949-AEE39DEB0CE1}"/>
              </a:ext>
            </a:extLst>
          </p:cNvPr>
          <p:cNvSpPr txBox="1"/>
          <p:nvPr/>
        </p:nvSpPr>
        <p:spPr>
          <a:xfrm>
            <a:off x="73582" y="6534835"/>
            <a:ext cx="60224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https://</a:t>
            </a:r>
            <a:r>
              <a:rPr lang="en-US" sz="1500" dirty="0" err="1"/>
              <a:t>www.biorxiv.org</a:t>
            </a:r>
            <a:r>
              <a:rPr lang="en-US" sz="1500" dirty="0"/>
              <a:t>/content/10.1101/2024.04.26.590867v1.full.pdf</a:t>
            </a:r>
          </a:p>
        </p:txBody>
      </p:sp>
    </p:spTree>
    <p:extLst>
      <p:ext uri="{BB962C8B-B14F-4D97-AF65-F5344CB8AC3E}">
        <p14:creationId xmlns:p14="http://schemas.microsoft.com/office/powerpoint/2010/main" val="1046571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FAA4-DB91-B3F5-91E0-0DBFB5C6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typical UMAP plots in single cell</a:t>
            </a:r>
          </a:p>
        </p:txBody>
      </p:sp>
      <p:pic>
        <p:nvPicPr>
          <p:cNvPr id="4" name="Picture 3" descr="Fig. 3: Analysis of RNA and TCR joint space in HNSCC data.">
            <a:extLst>
              <a:ext uri="{FF2B5EF4-FFF2-40B4-BE49-F238E27FC236}">
                <a16:creationId xmlns:a16="http://schemas.microsoft.com/office/drawing/2014/main" id="{8AD62829-0BA0-588D-ACA0-3744AA5BA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609659" y="1690688"/>
            <a:ext cx="10096441" cy="4464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D1DEEF-2A76-55E7-FEFA-CDF43B54080E}"/>
              </a:ext>
            </a:extLst>
          </p:cNvPr>
          <p:cNvSpPr txBox="1"/>
          <p:nvPr/>
        </p:nvSpPr>
        <p:spPr>
          <a:xfrm>
            <a:off x="1371309" y="6277431"/>
            <a:ext cx="9449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Single-cell RNA sequencing of T-cells across 20+ patients</a:t>
            </a:r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 (He et al, Nat Comms 2026)</a:t>
            </a:r>
          </a:p>
        </p:txBody>
      </p:sp>
    </p:spTree>
    <p:extLst>
      <p:ext uri="{BB962C8B-B14F-4D97-AF65-F5344CB8AC3E}">
        <p14:creationId xmlns:p14="http://schemas.microsoft.com/office/powerpoint/2010/main" val="1570205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FABB-FDC2-9244-ED5C-61049CEA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62" y="18255"/>
            <a:ext cx="10515600" cy="1325563"/>
          </a:xfrm>
        </p:spPr>
        <p:txBody>
          <a:bodyPr/>
          <a:lstStyle/>
          <a:p>
            <a:r>
              <a:rPr lang="en-US" dirty="0"/>
              <a:t>UMAP plots are often over-interpreted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52CF4-51B4-0CDF-E67B-7514D46D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983" y="1194132"/>
            <a:ext cx="4510921" cy="1173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315352-6E8F-84CB-D2A2-2675904B7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2" y="1780857"/>
            <a:ext cx="5893259" cy="44269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785AC7-01CF-9969-221F-AF3D49C6D579}"/>
              </a:ext>
            </a:extLst>
          </p:cNvPr>
          <p:cNvSpPr txBox="1"/>
          <p:nvPr/>
        </p:nvSpPr>
        <p:spPr>
          <a:xfrm>
            <a:off x="84462" y="6239172"/>
            <a:ext cx="4520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https://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network.febs.org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/videos/talk15_christina_leslie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76A2F2-2D3F-250E-B000-59078012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327" y="2406219"/>
            <a:ext cx="4868231" cy="397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321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7FAE-6830-19BF-408D-8D9C27CB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BCF68-1FC9-8881-C73C-50373BDE4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6364"/>
            <a:ext cx="6747297" cy="59341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021EAC-21DD-BEE7-4723-8EB20EB37505}"/>
              </a:ext>
            </a:extLst>
          </p:cNvPr>
          <p:cNvSpPr txBox="1"/>
          <p:nvPr/>
        </p:nvSpPr>
        <p:spPr>
          <a:xfrm>
            <a:off x="5133860" y="5452919"/>
            <a:ext cx="6378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Figure from </a:t>
            </a:r>
            <a:r>
              <a:rPr lang="en-US" i="1" dirty="0"/>
              <a:t>“Pumping the brakes on RNA velocity – understanding and interpreting RNA velocity estimates”</a:t>
            </a:r>
          </a:p>
          <a:p>
            <a:pPr fontAlgn="base"/>
            <a:r>
              <a:rPr lang="en-US" dirty="0"/>
              <a:t>by Zheng et al (Kasper Hansen lab JHU biostats)</a:t>
            </a:r>
          </a:p>
        </p:txBody>
      </p:sp>
    </p:spTree>
    <p:extLst>
      <p:ext uri="{BB962C8B-B14F-4D97-AF65-F5344CB8AC3E}">
        <p14:creationId xmlns:p14="http://schemas.microsoft.com/office/powerpoint/2010/main" val="41468865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AF4B-9D88-7E08-71E3-D6005E18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9725"/>
            <a:ext cx="11303000" cy="1325563"/>
          </a:xfrm>
        </p:spPr>
        <p:txBody>
          <a:bodyPr/>
          <a:lstStyle/>
          <a:p>
            <a:r>
              <a:rPr lang="en-US" dirty="0"/>
              <a:t>Moving on: trajectory inference is built on Markov chains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E577B-D37A-D047-E38A-81FD97DD8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500" y="1814689"/>
            <a:ext cx="66675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155C7-BFEC-517B-C85C-9B097952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44" y="1814689"/>
            <a:ext cx="3665834" cy="366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775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33B3-945C-A9E0-ADE9-5C5AC321A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5" y="-80352"/>
            <a:ext cx="11678588" cy="1325563"/>
          </a:xfrm>
        </p:spPr>
        <p:txBody>
          <a:bodyPr/>
          <a:lstStyle/>
          <a:p>
            <a:r>
              <a:rPr lang="en-US" dirty="0"/>
              <a:t>Random walks on </a:t>
            </a:r>
            <a:r>
              <a:rPr lang="en-US" u="sng" dirty="0"/>
              <a:t>directed</a:t>
            </a:r>
            <a:r>
              <a:rPr lang="en-US" dirty="0"/>
              <a:t> graphs (</a:t>
            </a:r>
            <a:r>
              <a:rPr lang="en-US" u="sng" dirty="0"/>
              <a:t>Markov chains</a:t>
            </a:r>
            <a:r>
              <a:rPr lang="en-US" dirty="0"/>
              <a:t>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609DBEB-56C4-4E85-43BA-3F32DDC1F7C0}"/>
              </a:ext>
            </a:extLst>
          </p:cNvPr>
          <p:cNvGrpSpPr/>
          <p:nvPr/>
        </p:nvGrpSpPr>
        <p:grpSpPr>
          <a:xfrm>
            <a:off x="847800" y="1166408"/>
            <a:ext cx="3884881" cy="5529429"/>
            <a:chOff x="-69787" y="1241097"/>
            <a:chExt cx="3884881" cy="55294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41232E-573B-581E-4B89-85178996FC6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6012" y="3975055"/>
              <a:ext cx="3379082" cy="9810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000" b="1" dirty="0"/>
                <a:t>Adjacency matrix A</a:t>
              </a:r>
            </a:p>
            <a:p>
              <a:pPr>
                <a:buFont typeface="Wingdings" pitchFamily="2" charset="2"/>
                <a:buNone/>
              </a:pPr>
              <a:r>
                <a:rPr lang="en-US" altLang="en-US" sz="2000" dirty="0"/>
                <a:t>Entry </a:t>
              </a:r>
              <a:r>
                <a:rPr lang="en-US" altLang="en-US" sz="2000" dirty="0" err="1"/>
                <a:t>a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weight of edge j-&gt;i</a:t>
              </a:r>
            </a:p>
          </p:txBody>
        </p:sp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1644249B-A0A7-14C6-14B5-51FF185209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1894" y="5017926"/>
              <a:ext cx="2743200" cy="1752600"/>
              <a:chOff x="1056" y="1632"/>
              <a:chExt cx="1728" cy="1104"/>
            </a:xfrm>
          </p:grpSpPr>
          <p:sp>
            <p:nvSpPr>
              <p:cNvPr id="12" name="Oval 15">
                <a:extLst>
                  <a:ext uri="{FF2B5EF4-FFF2-40B4-BE49-F238E27FC236}">
                    <a16:creationId xmlns:a16="http://schemas.microsoft.com/office/drawing/2014/main" id="{5830DB20-5C35-48F1-8F10-32FAEF47C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7000E65A-DE62-4F82-F579-0114A23E3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4" name="Oval 17">
                <a:extLst>
                  <a:ext uri="{FF2B5EF4-FFF2-40B4-BE49-F238E27FC236}">
                    <a16:creationId xmlns:a16="http://schemas.microsoft.com/office/drawing/2014/main" id="{B801FB2B-6A21-712A-1059-6F15758C9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5" name="Line 18">
                <a:extLst>
                  <a:ext uri="{FF2B5EF4-FFF2-40B4-BE49-F238E27FC236}">
                    <a16:creationId xmlns:a16="http://schemas.microsoft.com/office/drawing/2014/main" id="{1D5F5090-3B2F-1437-000B-9A62787E0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EF24560D-1964-C969-F001-45FE4CE47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BFC04628-4DC8-4150-B660-583940B1F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94867CFE-7439-F9DD-8E88-217816FB2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1CA9FB3A-50EA-3942-E5F5-11867ED5D6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BE8C6877-7D9E-D002-FD5D-9954BD74FE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6B9C5857-D87E-9A85-C712-760CE884A9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22" name="Text Box 25">
                <a:extLst>
                  <a:ext uri="{FF2B5EF4-FFF2-40B4-BE49-F238E27FC236}">
                    <a16:creationId xmlns:a16="http://schemas.microsoft.com/office/drawing/2014/main" id="{327C730C-7A1A-FCAE-0502-FC685EE929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" y="2065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2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9D8613D-DB3A-7ACD-53FB-9E9B299138B4}"/>
                </a:ext>
              </a:extLst>
            </p:cNvPr>
            <p:cNvGrpSpPr/>
            <p:nvPr/>
          </p:nvGrpSpPr>
          <p:grpSpPr>
            <a:xfrm>
              <a:off x="773114" y="2142353"/>
              <a:ext cx="2257377" cy="1634766"/>
              <a:chOff x="554098" y="1706761"/>
              <a:chExt cx="2257377" cy="1634766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36A7959-91F9-0874-C475-60369E1A2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098" y="1706761"/>
                <a:ext cx="2257377" cy="16347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763FBF-39B2-0D59-FAD0-EB14EE2208F0}"/>
                  </a:ext>
                </a:extLst>
              </p:cNvPr>
              <p:cNvSpPr txBox="1"/>
              <p:nvPr/>
            </p:nvSpPr>
            <p:spPr>
              <a:xfrm>
                <a:off x="1438081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CC0344-B412-3101-7BEF-27F34A54DEFA}"/>
                  </a:ext>
                </a:extLst>
              </p:cNvPr>
              <p:cNvSpPr txBox="1"/>
              <p:nvPr/>
            </p:nvSpPr>
            <p:spPr>
              <a:xfrm>
                <a:off x="667673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EC6C88-EDF8-2AC6-7007-67EFBFB13BB1}"/>
                  </a:ext>
                </a:extLst>
              </p:cNvPr>
              <p:cNvSpPr txBox="1"/>
              <p:nvPr/>
            </p:nvSpPr>
            <p:spPr>
              <a:xfrm>
                <a:off x="1468499" y="227838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545286-985B-03DD-20BA-70000FC81D35}"/>
                  </a:ext>
                </a:extLst>
              </p:cNvPr>
              <p:cNvSpPr txBox="1"/>
              <p:nvPr/>
            </p:nvSpPr>
            <p:spPr>
              <a:xfrm>
                <a:off x="2297983" y="2804979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024FD31-209F-C043-E4C3-5BA93D9396B8}"/>
                  </a:ext>
                </a:extLst>
              </p:cNvPr>
              <p:cNvSpPr txBox="1"/>
              <p:nvPr/>
            </p:nvSpPr>
            <p:spPr>
              <a:xfrm>
                <a:off x="2247814" y="176692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8C057F2-C709-4EE0-1E65-73F2D15E4058}"/>
                  </a:ext>
                </a:extLst>
              </p:cNvPr>
              <p:cNvSpPr txBox="1"/>
              <p:nvPr/>
            </p:nvSpPr>
            <p:spPr>
              <a:xfrm>
                <a:off x="697985" y="228901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536B790-9C89-4CD9-3CB7-6F3CF79019F8}"/>
                  </a:ext>
                </a:extLst>
              </p:cNvPr>
              <p:cNvSpPr txBox="1"/>
              <p:nvPr/>
            </p:nvSpPr>
            <p:spPr>
              <a:xfrm>
                <a:off x="2286355" y="2285951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4D1B7D0-EFC7-5163-FA70-8ED9DABB34BA}"/>
                  </a:ext>
                </a:extLst>
              </p:cNvPr>
              <p:cNvSpPr txBox="1"/>
              <p:nvPr/>
            </p:nvSpPr>
            <p:spPr>
              <a:xfrm>
                <a:off x="697985" y="2792264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9386D18-7599-85B3-8F16-9CE4F9778691}"/>
                  </a:ext>
                </a:extLst>
              </p:cNvPr>
              <p:cNvSpPr txBox="1"/>
              <p:nvPr/>
            </p:nvSpPr>
            <p:spPr>
              <a:xfrm>
                <a:off x="1463920" y="2800812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9A5E1B3-56C2-446D-AED2-26E05FE6A0E9}"/>
                </a:ext>
              </a:extLst>
            </p:cNvPr>
            <p:cNvSpPr txBox="1"/>
            <p:nvPr/>
          </p:nvSpPr>
          <p:spPr>
            <a:xfrm>
              <a:off x="-59214" y="227843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8232273-A5CF-5F3B-1905-849EAEAC07F0}"/>
                </a:ext>
              </a:extLst>
            </p:cNvPr>
            <p:cNvSpPr txBox="1"/>
            <p:nvPr/>
          </p:nvSpPr>
          <p:spPr>
            <a:xfrm>
              <a:off x="-69787" y="279234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1E428FF-4CD3-372C-3354-9096A8E5A571}"/>
                </a:ext>
              </a:extLst>
            </p:cNvPr>
            <p:cNvSpPr txBox="1"/>
            <p:nvPr/>
          </p:nvSpPr>
          <p:spPr>
            <a:xfrm>
              <a:off x="-3572" y="337708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83FFC82-E43E-ED60-E144-7F65FC491135}"/>
                </a:ext>
              </a:extLst>
            </p:cNvPr>
            <p:cNvSpPr txBox="1"/>
            <p:nvPr/>
          </p:nvSpPr>
          <p:spPr>
            <a:xfrm rot="5400000">
              <a:off x="671499" y="150138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6C89E23-966D-6526-59DF-446A480E300F}"/>
                </a:ext>
              </a:extLst>
            </p:cNvPr>
            <p:cNvSpPr txBox="1"/>
            <p:nvPr/>
          </p:nvSpPr>
          <p:spPr>
            <a:xfrm rot="5400000">
              <a:off x="1388940" y="149927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83612E7-C3F5-73DB-81B3-92F6CBB2C304}"/>
                </a:ext>
              </a:extLst>
            </p:cNvPr>
            <p:cNvSpPr txBox="1"/>
            <p:nvPr/>
          </p:nvSpPr>
          <p:spPr>
            <a:xfrm rot="5400000">
              <a:off x="2158692" y="153327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FBC319-D29A-4AD5-60E6-0B809E54E631}"/>
                    </a:ext>
                  </a:extLst>
                </p14:cNvPr>
                <p14:cNvContentPartPr/>
                <p14:nvPr/>
              </p14:nvContentPartPr>
              <p14:xfrm>
                <a:off x="437590" y="5607170"/>
                <a:ext cx="594000" cy="79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FBC319-D29A-4AD5-60E6-0B809E54E6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1470" y="5601050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1" name="Text Box 22">
              <a:extLst>
                <a:ext uri="{FF2B5EF4-FFF2-40B4-BE49-F238E27FC236}">
                  <a16:creationId xmlns:a16="http://schemas.microsoft.com/office/drawing/2014/main" id="{6167C560-F17E-3F5B-1EEA-FA171C99E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85" y="5832125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3E32AFD-C99F-FA84-65D5-8C48A2D8226F}"/>
              </a:ext>
            </a:extLst>
          </p:cNvPr>
          <p:cNvGrpSpPr/>
          <p:nvPr/>
        </p:nvGrpSpPr>
        <p:grpSpPr>
          <a:xfrm>
            <a:off x="5037481" y="1169745"/>
            <a:ext cx="3810659" cy="5496488"/>
            <a:chOff x="3904065" y="1197838"/>
            <a:chExt cx="3810659" cy="5496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488BCD-B5F5-67BD-7DBC-9A9A7810F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065" y="4043340"/>
              <a:ext cx="381065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2000" b="1" dirty="0">
                  <a:latin typeface="Comic Sans MS" panose="030F0902030302020204" pitchFamily="66" charset="0"/>
                </a:rPr>
                <a:t>Probability transition matrix P</a:t>
              </a:r>
            </a:p>
            <a:p>
              <a:pPr eaLnBrk="1" hangingPunct="1"/>
              <a:r>
                <a:rPr lang="en-US" altLang="en-US" sz="2000" dirty="0"/>
                <a:t>Entry </a:t>
              </a:r>
              <a:r>
                <a:rPr lang="en-US" altLang="en-US" sz="2000" dirty="0" err="1"/>
                <a:t>p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probability of j-&gt;</a:t>
              </a:r>
              <a:r>
                <a:rPr lang="en-US" altLang="en-US" sz="2000" dirty="0" err="1"/>
                <a:t>i</a:t>
              </a:r>
              <a:endParaRPr lang="en-US" altLang="en-US" sz="2000" dirty="0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F8936F74-9816-49A5-60D7-447D94CBA2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7094" y="4941726"/>
              <a:ext cx="2743200" cy="1752600"/>
              <a:chOff x="1056" y="1632"/>
              <a:chExt cx="1728" cy="1104"/>
            </a:xfrm>
          </p:grpSpPr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0682100B-055D-AAD1-447C-9A1AB79AE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1F4327B3-1198-C766-F904-FC028C865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99CCBA1A-354A-DDB3-593A-C46E6104A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6C840E25-8AFB-DBC8-BC07-5DF1EFC1C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CB6B6740-00A9-360D-CD4B-51227E686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41C73FE5-0A38-4A7F-BD6B-627DCFFA8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04CDC284-9917-E455-D581-ED634D468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A14F2B1F-13F7-4720-A36C-9E5520524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1815"/>
                <a:ext cx="45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16513FB1-920C-A6F0-982C-21830A680B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1/4</a:t>
                </a:r>
              </a:p>
            </p:txBody>
          </p:sp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18E03EEA-F015-D6FC-2DBD-ACAB492C9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3/4</a:t>
                </a:r>
              </a:p>
            </p:txBody>
          </p:sp>
          <p:sp>
            <p:nvSpPr>
              <p:cNvPr id="34" name="Text Box 37">
                <a:extLst>
                  <a:ext uri="{FF2B5EF4-FFF2-40B4-BE49-F238E27FC236}">
                    <a16:creationId xmlns:a16="http://schemas.microsoft.com/office/drawing/2014/main" id="{C3D768A0-7C02-2DD1-6DCF-D284E07AA3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5B79D770-D01D-F704-E553-C61E0895C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25" y="2109114"/>
              <a:ext cx="2505264" cy="1660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5D19BEA-EC4E-3859-93DC-F1741A4DB9B2}"/>
                </a:ext>
              </a:extLst>
            </p:cNvPr>
            <p:cNvSpPr txBox="1"/>
            <p:nvPr/>
          </p:nvSpPr>
          <p:spPr>
            <a:xfrm>
              <a:off x="5854407" y="213740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0E16895-14FE-DEF9-36C0-4D3C3C9E629A}"/>
                </a:ext>
              </a:extLst>
            </p:cNvPr>
            <p:cNvSpPr txBox="1"/>
            <p:nvPr/>
          </p:nvSpPr>
          <p:spPr>
            <a:xfrm>
              <a:off x="5083999" y="213740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F2B384B-8243-123A-285D-12AFBE021DC4}"/>
                </a:ext>
              </a:extLst>
            </p:cNvPr>
            <p:cNvSpPr txBox="1"/>
            <p:nvPr/>
          </p:nvSpPr>
          <p:spPr>
            <a:xfrm>
              <a:off x="5884825" y="268073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A70E4D9-3952-8BBC-62AA-2086CA4269EA}"/>
                </a:ext>
              </a:extLst>
            </p:cNvPr>
            <p:cNvSpPr txBox="1"/>
            <p:nvPr/>
          </p:nvSpPr>
          <p:spPr>
            <a:xfrm>
              <a:off x="6714309" y="320733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076B0C1-BA8D-B759-0AA8-3F173CA4E71B}"/>
                </a:ext>
              </a:extLst>
            </p:cNvPr>
            <p:cNvSpPr txBox="1"/>
            <p:nvPr/>
          </p:nvSpPr>
          <p:spPr>
            <a:xfrm>
              <a:off x="6664140" y="216927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A3E1215-1D6A-C4BA-BE6B-9AC6DF52F550}"/>
                </a:ext>
              </a:extLst>
            </p:cNvPr>
            <p:cNvSpPr txBox="1"/>
            <p:nvPr/>
          </p:nvSpPr>
          <p:spPr>
            <a:xfrm>
              <a:off x="5114311" y="269136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3DBFABD-4BB3-04E8-7641-C91061986C57}"/>
                </a:ext>
              </a:extLst>
            </p:cNvPr>
            <p:cNvSpPr txBox="1"/>
            <p:nvPr/>
          </p:nvSpPr>
          <p:spPr>
            <a:xfrm>
              <a:off x="6702681" y="268830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3/4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D129AF-AC54-EBC9-0015-B88AEED7847C}"/>
                </a:ext>
              </a:extLst>
            </p:cNvPr>
            <p:cNvSpPr txBox="1"/>
            <p:nvPr/>
          </p:nvSpPr>
          <p:spPr>
            <a:xfrm>
              <a:off x="5114311" y="319461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72C6CF8-E67C-E6DA-725A-94DCBACD6B84}"/>
                </a:ext>
              </a:extLst>
            </p:cNvPr>
            <p:cNvSpPr txBox="1"/>
            <p:nvPr/>
          </p:nvSpPr>
          <p:spPr>
            <a:xfrm>
              <a:off x="5880246" y="320316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E9E795C-C77A-C6A0-7240-9F583AA478A0}"/>
                </a:ext>
              </a:extLst>
            </p:cNvPr>
            <p:cNvSpPr txBox="1"/>
            <p:nvPr/>
          </p:nvSpPr>
          <p:spPr>
            <a:xfrm>
              <a:off x="3924452" y="2180126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BDBD08-EA6E-D575-D94C-B5449BA9E49D}"/>
                </a:ext>
              </a:extLst>
            </p:cNvPr>
            <p:cNvSpPr txBox="1"/>
            <p:nvPr/>
          </p:nvSpPr>
          <p:spPr>
            <a:xfrm>
              <a:off x="3904065" y="272370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E774449-F1FD-524F-6CF8-128C837A3392}"/>
                </a:ext>
              </a:extLst>
            </p:cNvPr>
            <p:cNvSpPr txBox="1"/>
            <p:nvPr/>
          </p:nvSpPr>
          <p:spPr>
            <a:xfrm>
              <a:off x="3980094" y="3278780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D7E3438-F264-0E7C-56BE-A8E6640D6A88}"/>
                </a:ext>
              </a:extLst>
            </p:cNvPr>
            <p:cNvSpPr txBox="1"/>
            <p:nvPr/>
          </p:nvSpPr>
          <p:spPr>
            <a:xfrm rot="5400000">
              <a:off x="4732875" y="1531872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BF38007-98F5-C97B-AA7E-FCB08887884A}"/>
                </a:ext>
              </a:extLst>
            </p:cNvPr>
            <p:cNvSpPr txBox="1"/>
            <p:nvPr/>
          </p:nvSpPr>
          <p:spPr>
            <a:xfrm rot="5400000">
              <a:off x="5659290" y="145601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6F83CA-2CDD-994A-DB39-DD87451AF10D}"/>
                </a:ext>
              </a:extLst>
            </p:cNvPr>
            <p:cNvSpPr txBox="1"/>
            <p:nvPr/>
          </p:nvSpPr>
          <p:spPr>
            <a:xfrm rot="5400000">
              <a:off x="6429043" y="146793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B849B1-4B90-3D58-B6FD-9D75FD13E597}"/>
                    </a:ext>
                  </a:extLst>
                </p14:cNvPr>
                <p14:cNvContentPartPr/>
                <p14:nvPr/>
              </p14:nvContentPartPr>
              <p14:xfrm>
                <a:off x="3983094" y="5475126"/>
                <a:ext cx="594000" cy="798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B849B1-4B90-3D58-B6FD-9D75FD13E5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974" y="5469006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66344C05-3F77-62A8-DDA3-1B6C79DCB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903" y="6287732"/>
              <a:ext cx="7239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1/2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5D664049-895B-F325-8E1B-614DF7ADA86B}"/>
              </a:ext>
            </a:extLst>
          </p:cNvPr>
          <p:cNvSpPr txBox="1"/>
          <p:nvPr/>
        </p:nvSpPr>
        <p:spPr>
          <a:xfrm>
            <a:off x="9518926" y="2359124"/>
            <a:ext cx="23991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Vertices often called </a:t>
            </a:r>
            <a:r>
              <a:rPr lang="en-US" sz="2500" b="1" dirty="0">
                <a:solidFill>
                  <a:srgbClr val="C00000"/>
                </a:solidFill>
              </a:rPr>
              <a:t>states</a:t>
            </a:r>
            <a:endParaRPr lang="en-US" sz="25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4111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B40E-AEE8-4EF5-51F0-6FD5FFD0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529FD654-7ED2-55A7-EC64-C92AADADEDA2}"/>
              </a:ext>
            </a:extLst>
          </p:cNvPr>
          <p:cNvGrpSpPr/>
          <p:nvPr/>
        </p:nvGrpSpPr>
        <p:grpSpPr>
          <a:xfrm>
            <a:off x="847800" y="1166408"/>
            <a:ext cx="3884881" cy="5529429"/>
            <a:chOff x="-69787" y="1241097"/>
            <a:chExt cx="3884881" cy="55294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31CDAC-0F45-9E17-F285-A18E73D261B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6012" y="3975055"/>
              <a:ext cx="3379082" cy="9810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000" b="1" dirty="0"/>
                <a:t>Adjacency matrix A</a:t>
              </a:r>
            </a:p>
            <a:p>
              <a:pPr>
                <a:buFont typeface="Wingdings" pitchFamily="2" charset="2"/>
                <a:buNone/>
              </a:pPr>
              <a:r>
                <a:rPr lang="en-US" altLang="en-US" sz="2000" dirty="0"/>
                <a:t>Entry </a:t>
              </a:r>
              <a:r>
                <a:rPr lang="en-US" altLang="en-US" sz="2000" dirty="0" err="1"/>
                <a:t>a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weight of edge j-&gt;i</a:t>
              </a:r>
            </a:p>
          </p:txBody>
        </p:sp>
        <p:grpSp>
          <p:nvGrpSpPr>
            <p:cNvPr id="11" name="Group 14">
              <a:extLst>
                <a:ext uri="{FF2B5EF4-FFF2-40B4-BE49-F238E27FC236}">
                  <a16:creationId xmlns:a16="http://schemas.microsoft.com/office/drawing/2014/main" id="{80B34AFA-182B-71D5-F3BF-08A6B14219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1894" y="5017926"/>
              <a:ext cx="2743200" cy="1752600"/>
              <a:chOff x="1056" y="1632"/>
              <a:chExt cx="1728" cy="1104"/>
            </a:xfrm>
          </p:grpSpPr>
          <p:sp>
            <p:nvSpPr>
              <p:cNvPr id="12" name="Oval 15">
                <a:extLst>
                  <a:ext uri="{FF2B5EF4-FFF2-40B4-BE49-F238E27FC236}">
                    <a16:creationId xmlns:a16="http://schemas.microsoft.com/office/drawing/2014/main" id="{49CEF20F-5038-08CB-6238-877AC7137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A419FBC2-BA25-5259-B6BD-5CCC1BB28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4" name="Oval 17">
                <a:extLst>
                  <a:ext uri="{FF2B5EF4-FFF2-40B4-BE49-F238E27FC236}">
                    <a16:creationId xmlns:a16="http://schemas.microsoft.com/office/drawing/2014/main" id="{CB8D8558-A72C-3102-AC68-580B9A8D4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5" name="Line 18">
                <a:extLst>
                  <a:ext uri="{FF2B5EF4-FFF2-40B4-BE49-F238E27FC236}">
                    <a16:creationId xmlns:a16="http://schemas.microsoft.com/office/drawing/2014/main" id="{68C78AB2-4962-EB9F-B74C-A0AF928BC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E56B43E4-F6A3-26C3-BC7E-EF50256A7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EFAA2086-B215-63F8-89F7-521827177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1FBF5F34-7AAA-9062-3D4A-89BF7F435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Box 22">
                <a:extLst>
                  <a:ext uri="{FF2B5EF4-FFF2-40B4-BE49-F238E27FC236}">
                    <a16:creationId xmlns:a16="http://schemas.microsoft.com/office/drawing/2014/main" id="{D225B010-6EA7-3E18-78C0-40724F6A64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82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BE1FAB52-C78E-0969-629E-FF92BE30FE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7DA03DEF-EBAB-E259-98E8-241C00763F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22" name="Text Box 25">
                <a:extLst>
                  <a:ext uri="{FF2B5EF4-FFF2-40B4-BE49-F238E27FC236}">
                    <a16:creationId xmlns:a16="http://schemas.microsoft.com/office/drawing/2014/main" id="{2A8102F3-7C0E-18B8-9DAB-126CF45C8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" y="2065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2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E3E4DE0-4B36-F848-7ED3-1594EDAC06A3}"/>
                </a:ext>
              </a:extLst>
            </p:cNvPr>
            <p:cNvGrpSpPr/>
            <p:nvPr/>
          </p:nvGrpSpPr>
          <p:grpSpPr>
            <a:xfrm>
              <a:off x="773114" y="2142353"/>
              <a:ext cx="2257377" cy="1634766"/>
              <a:chOff x="554098" y="1706761"/>
              <a:chExt cx="2257377" cy="1634766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54869EFA-956A-3993-1891-51E50A089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098" y="1706761"/>
                <a:ext cx="2257377" cy="16347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00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E57907-93E8-0F69-4A6C-1FF5F85D9F4E}"/>
                  </a:ext>
                </a:extLst>
              </p:cNvPr>
              <p:cNvSpPr txBox="1"/>
              <p:nvPr/>
            </p:nvSpPr>
            <p:spPr>
              <a:xfrm>
                <a:off x="1438081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194175-C439-0F09-6459-FBA8A81DACA0}"/>
                  </a:ext>
                </a:extLst>
              </p:cNvPr>
              <p:cNvSpPr txBox="1"/>
              <p:nvPr/>
            </p:nvSpPr>
            <p:spPr>
              <a:xfrm>
                <a:off x="667673" y="173505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4E5FD8-59A1-640F-C459-D2EFBB30A5D3}"/>
                  </a:ext>
                </a:extLst>
              </p:cNvPr>
              <p:cNvSpPr txBox="1"/>
              <p:nvPr/>
            </p:nvSpPr>
            <p:spPr>
              <a:xfrm>
                <a:off x="1468499" y="227838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E83523-06BF-5FDA-9A86-D34267BD0604}"/>
                  </a:ext>
                </a:extLst>
              </p:cNvPr>
              <p:cNvSpPr txBox="1"/>
              <p:nvPr/>
            </p:nvSpPr>
            <p:spPr>
              <a:xfrm>
                <a:off x="2297983" y="2804979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EC2A37-3E3D-0D8A-44BD-12557A22E3E6}"/>
                  </a:ext>
                </a:extLst>
              </p:cNvPr>
              <p:cNvSpPr txBox="1"/>
              <p:nvPr/>
            </p:nvSpPr>
            <p:spPr>
              <a:xfrm>
                <a:off x="2247814" y="1766923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9402DA-5D07-3700-F594-7D9BA69AA144}"/>
                  </a:ext>
                </a:extLst>
              </p:cNvPr>
              <p:cNvSpPr txBox="1"/>
              <p:nvPr/>
            </p:nvSpPr>
            <p:spPr>
              <a:xfrm>
                <a:off x="697985" y="2289016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41A448-26F4-54A1-3A95-E8D62AEFA072}"/>
                  </a:ext>
                </a:extLst>
              </p:cNvPr>
              <p:cNvSpPr txBox="1"/>
              <p:nvPr/>
            </p:nvSpPr>
            <p:spPr>
              <a:xfrm>
                <a:off x="2286355" y="2285951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51529BA-8D12-2F22-27F1-962313D6F690}"/>
                  </a:ext>
                </a:extLst>
              </p:cNvPr>
              <p:cNvSpPr txBox="1"/>
              <p:nvPr/>
            </p:nvSpPr>
            <p:spPr>
              <a:xfrm>
                <a:off x="697985" y="2792264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39B991F-C349-FDBF-EF74-ACCC65E49473}"/>
                  </a:ext>
                </a:extLst>
              </p:cNvPr>
              <p:cNvSpPr txBox="1"/>
              <p:nvPr/>
            </p:nvSpPr>
            <p:spPr>
              <a:xfrm>
                <a:off x="1463920" y="2800812"/>
                <a:ext cx="3561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2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73BA836-78BF-FF7B-194F-81F7379D0206}"/>
                </a:ext>
              </a:extLst>
            </p:cNvPr>
            <p:cNvSpPr txBox="1"/>
            <p:nvPr/>
          </p:nvSpPr>
          <p:spPr>
            <a:xfrm>
              <a:off x="-59214" y="227843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E45ECFD-8C92-C646-8E2C-6B75479D0637}"/>
                </a:ext>
              </a:extLst>
            </p:cNvPr>
            <p:cNvSpPr txBox="1"/>
            <p:nvPr/>
          </p:nvSpPr>
          <p:spPr>
            <a:xfrm>
              <a:off x="-69787" y="279234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10DC7FB-935D-2F55-8B57-4FE284986861}"/>
                </a:ext>
              </a:extLst>
            </p:cNvPr>
            <p:cNvSpPr txBox="1"/>
            <p:nvPr/>
          </p:nvSpPr>
          <p:spPr>
            <a:xfrm>
              <a:off x="-3572" y="337708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A51B6FE-2CD0-D92B-D579-5DA1ADFE2C8A}"/>
                </a:ext>
              </a:extLst>
            </p:cNvPr>
            <p:cNvSpPr txBox="1"/>
            <p:nvPr/>
          </p:nvSpPr>
          <p:spPr>
            <a:xfrm rot="5400000">
              <a:off x="671499" y="150138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CD8B758-1A17-CF80-29EB-BFC0831A9CB8}"/>
                </a:ext>
              </a:extLst>
            </p:cNvPr>
            <p:cNvSpPr txBox="1"/>
            <p:nvPr/>
          </p:nvSpPr>
          <p:spPr>
            <a:xfrm rot="5400000">
              <a:off x="1388940" y="1499277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0C0763-5EF3-B3CE-1C02-46AFA1331C74}"/>
                </a:ext>
              </a:extLst>
            </p:cNvPr>
            <p:cNvSpPr txBox="1"/>
            <p:nvPr/>
          </p:nvSpPr>
          <p:spPr>
            <a:xfrm rot="5400000">
              <a:off x="2158692" y="1533274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A34366-7C7E-FEB2-FB68-E2CF6D31BCA8}"/>
                    </a:ext>
                  </a:extLst>
                </p14:cNvPr>
                <p14:cNvContentPartPr/>
                <p14:nvPr/>
              </p14:nvContentPartPr>
              <p14:xfrm>
                <a:off x="437590" y="5607170"/>
                <a:ext cx="594000" cy="79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A34366-7C7E-FEB2-FB68-E2CF6D31BCA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1470" y="5601050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1" name="Text Box 22">
              <a:extLst>
                <a:ext uri="{FF2B5EF4-FFF2-40B4-BE49-F238E27FC236}">
                  <a16:creationId xmlns:a16="http://schemas.microsoft.com/office/drawing/2014/main" id="{CC88C0B1-A65B-8894-9DB7-4957A1059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85" y="5832125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42CADDF-1260-CC6C-B1EC-8F7F304F07F7}"/>
              </a:ext>
            </a:extLst>
          </p:cNvPr>
          <p:cNvGrpSpPr/>
          <p:nvPr/>
        </p:nvGrpSpPr>
        <p:grpSpPr>
          <a:xfrm>
            <a:off x="5037481" y="1169745"/>
            <a:ext cx="3810659" cy="5496488"/>
            <a:chOff x="3904065" y="1197838"/>
            <a:chExt cx="3810659" cy="5496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EB7FE0-FEDD-DED9-B5E7-040B9BB31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065" y="4043340"/>
              <a:ext cx="381065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2000" b="1" dirty="0">
                  <a:latin typeface="Comic Sans MS" panose="030F0902030302020204" pitchFamily="66" charset="0"/>
                </a:rPr>
                <a:t>Probability transition matrix P</a:t>
              </a:r>
            </a:p>
            <a:p>
              <a:pPr eaLnBrk="1" hangingPunct="1"/>
              <a:r>
                <a:rPr lang="en-US" altLang="en-US" sz="2000" dirty="0"/>
                <a:t>Entry </a:t>
              </a:r>
              <a:r>
                <a:rPr lang="en-US" altLang="en-US" sz="2000" dirty="0" err="1"/>
                <a:t>p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probability of j-&gt;</a:t>
              </a:r>
              <a:r>
                <a:rPr lang="en-US" altLang="en-US" sz="2000" dirty="0" err="1"/>
                <a:t>i</a:t>
              </a:r>
              <a:endParaRPr lang="en-US" altLang="en-US" sz="2000" dirty="0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0653DCCD-ED83-69EF-24ED-12AA28EEA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7094" y="4941726"/>
              <a:ext cx="2743200" cy="1752600"/>
              <a:chOff x="1056" y="1632"/>
              <a:chExt cx="1728" cy="1104"/>
            </a:xfrm>
          </p:grpSpPr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072CE685-B880-94E8-5D31-056E9A53A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2D78BF70-2073-FF7B-0945-5330E84C0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C63178DD-7D8F-EDD8-A12D-7932266A1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D5C13BA2-B113-AAC3-3A62-812CA341D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D1F6E9C7-1534-9E11-F53D-B5812CFB5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50388528-9557-9304-CE02-CA0F4C115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277A1844-5C45-AC7E-1A27-481225C64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7F5A1663-0A77-F1FF-18FF-F71F764A41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1815"/>
                <a:ext cx="45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44CD9E33-DD1E-186E-35C0-914C6F4A8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1/4</a:t>
                </a:r>
              </a:p>
            </p:txBody>
          </p:sp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F696886C-04E8-54A7-BF88-447515500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3/4</a:t>
                </a:r>
              </a:p>
            </p:txBody>
          </p:sp>
          <p:sp>
            <p:nvSpPr>
              <p:cNvPr id="34" name="Text Box 37">
                <a:extLst>
                  <a:ext uri="{FF2B5EF4-FFF2-40B4-BE49-F238E27FC236}">
                    <a16:creationId xmlns:a16="http://schemas.microsoft.com/office/drawing/2014/main" id="{3E3980D5-21B6-B64D-FD0F-5069A5AC35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101272D9-10AB-81E1-91E1-29BCB072F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25" y="2109114"/>
              <a:ext cx="2505264" cy="1660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D60C5E5-7B01-C968-A193-28420FA2CFC0}"/>
                </a:ext>
              </a:extLst>
            </p:cNvPr>
            <p:cNvSpPr txBox="1"/>
            <p:nvPr/>
          </p:nvSpPr>
          <p:spPr>
            <a:xfrm>
              <a:off x="5854407" y="213740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55A8DA-8AE1-B201-BF94-361DC110D6C8}"/>
                </a:ext>
              </a:extLst>
            </p:cNvPr>
            <p:cNvSpPr txBox="1"/>
            <p:nvPr/>
          </p:nvSpPr>
          <p:spPr>
            <a:xfrm>
              <a:off x="5083999" y="213740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FC3B148-05A7-834D-720C-6FEC09AC07C2}"/>
                </a:ext>
              </a:extLst>
            </p:cNvPr>
            <p:cNvSpPr txBox="1"/>
            <p:nvPr/>
          </p:nvSpPr>
          <p:spPr>
            <a:xfrm>
              <a:off x="5884825" y="268073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FF7266-F6C4-C39B-7D22-194C9291134F}"/>
                </a:ext>
              </a:extLst>
            </p:cNvPr>
            <p:cNvSpPr txBox="1"/>
            <p:nvPr/>
          </p:nvSpPr>
          <p:spPr>
            <a:xfrm>
              <a:off x="6714309" y="320733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D481A31-2BA3-1E27-D043-105E3E8A7065}"/>
                </a:ext>
              </a:extLst>
            </p:cNvPr>
            <p:cNvSpPr txBox="1"/>
            <p:nvPr/>
          </p:nvSpPr>
          <p:spPr>
            <a:xfrm>
              <a:off x="6664140" y="216927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DFAE3E7-F685-25AC-2299-E2F9B576B90C}"/>
                </a:ext>
              </a:extLst>
            </p:cNvPr>
            <p:cNvSpPr txBox="1"/>
            <p:nvPr/>
          </p:nvSpPr>
          <p:spPr>
            <a:xfrm>
              <a:off x="5114311" y="269136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47FA375-4220-F99C-D9F9-16ECFEF01A81}"/>
                </a:ext>
              </a:extLst>
            </p:cNvPr>
            <p:cNvSpPr txBox="1"/>
            <p:nvPr/>
          </p:nvSpPr>
          <p:spPr>
            <a:xfrm>
              <a:off x="6702681" y="268830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3/4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B56603-852C-D37C-C1E4-4516488D5999}"/>
                </a:ext>
              </a:extLst>
            </p:cNvPr>
            <p:cNvSpPr txBox="1"/>
            <p:nvPr/>
          </p:nvSpPr>
          <p:spPr>
            <a:xfrm>
              <a:off x="5114311" y="319461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0C77F55-D23D-1CCE-E441-A5D81D17EFE4}"/>
                </a:ext>
              </a:extLst>
            </p:cNvPr>
            <p:cNvSpPr txBox="1"/>
            <p:nvPr/>
          </p:nvSpPr>
          <p:spPr>
            <a:xfrm>
              <a:off x="5880246" y="320316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FB3E07C-DAEB-8815-5AC5-B1909529202A}"/>
                </a:ext>
              </a:extLst>
            </p:cNvPr>
            <p:cNvSpPr txBox="1"/>
            <p:nvPr/>
          </p:nvSpPr>
          <p:spPr>
            <a:xfrm>
              <a:off x="3924452" y="2180126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93F36FD-34CD-881B-4452-B3E0725780E6}"/>
                </a:ext>
              </a:extLst>
            </p:cNvPr>
            <p:cNvSpPr txBox="1"/>
            <p:nvPr/>
          </p:nvSpPr>
          <p:spPr>
            <a:xfrm>
              <a:off x="3904065" y="272370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79C15B0-07C6-555D-B2AA-856FDAF5FBF5}"/>
                </a:ext>
              </a:extLst>
            </p:cNvPr>
            <p:cNvSpPr txBox="1"/>
            <p:nvPr/>
          </p:nvSpPr>
          <p:spPr>
            <a:xfrm>
              <a:off x="3980094" y="3278780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C11AFB9-369F-A55C-0D45-1639D0B0EB4F}"/>
                </a:ext>
              </a:extLst>
            </p:cNvPr>
            <p:cNvSpPr txBox="1"/>
            <p:nvPr/>
          </p:nvSpPr>
          <p:spPr>
            <a:xfrm rot="5400000">
              <a:off x="4732875" y="1531872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2F79045-D915-57B9-BA6B-2F9FB37F8A9B}"/>
                </a:ext>
              </a:extLst>
            </p:cNvPr>
            <p:cNvSpPr txBox="1"/>
            <p:nvPr/>
          </p:nvSpPr>
          <p:spPr>
            <a:xfrm rot="5400000">
              <a:off x="5659290" y="145601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74BE44B-1A0A-3645-F03C-9217670C9358}"/>
                </a:ext>
              </a:extLst>
            </p:cNvPr>
            <p:cNvSpPr txBox="1"/>
            <p:nvPr/>
          </p:nvSpPr>
          <p:spPr>
            <a:xfrm rot="5400000">
              <a:off x="6429043" y="146793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7444BE-2B31-5CD0-FF92-5788D842DFAF}"/>
                    </a:ext>
                  </a:extLst>
                </p14:cNvPr>
                <p14:cNvContentPartPr/>
                <p14:nvPr/>
              </p14:nvContentPartPr>
              <p14:xfrm>
                <a:off x="3983094" y="5475126"/>
                <a:ext cx="594000" cy="798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7444BE-2B31-5CD0-FF92-5788D842DFA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974" y="5469006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F009081F-4707-7F2A-D76A-A6F286884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903" y="6287732"/>
              <a:ext cx="7239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1/2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A8C1E18-E702-FD5F-0ABF-9EA77C78BAC0}"/>
                  </a:ext>
                </a:extLst>
              </p:cNvPr>
              <p:cNvSpPr txBox="1"/>
              <p:nvPr/>
            </p:nvSpPr>
            <p:spPr>
              <a:xfrm>
                <a:off x="9191611" y="2406946"/>
                <a:ext cx="2859549" cy="144655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Related by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Where D is </a:t>
                </a:r>
                <a:r>
                  <a:rPr lang="en-US" sz="2200" b="1" dirty="0"/>
                  <a:t>out-degree matrix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A8C1E18-E702-FD5F-0ABF-9EA77C78B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11" y="2406946"/>
                <a:ext cx="2859549" cy="1446550"/>
              </a:xfrm>
              <a:prstGeom prst="rect">
                <a:avLst/>
              </a:prstGeom>
              <a:blipFill>
                <a:blip r:embed="rId5"/>
                <a:stretch>
                  <a:fillRect l="-2643" t="-2609" b="-782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E72BEFF7-7400-5DDA-294D-9F04268123F8}"/>
              </a:ext>
            </a:extLst>
          </p:cNvPr>
          <p:cNvGrpSpPr/>
          <p:nvPr/>
        </p:nvGrpSpPr>
        <p:grpSpPr>
          <a:xfrm>
            <a:off x="9392381" y="4835711"/>
            <a:ext cx="2262388" cy="1608872"/>
            <a:chOff x="8924341" y="4237653"/>
            <a:chExt cx="2262388" cy="1608872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0AA3A8C-4619-AF81-BA25-2D9294897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4341" y="4237653"/>
              <a:ext cx="2262388" cy="1608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87DB8E-06CB-1F40-7B24-AFCCAB10D496}"/>
                </a:ext>
              </a:extLst>
            </p:cNvPr>
            <p:cNvSpPr txBox="1"/>
            <p:nvPr/>
          </p:nvSpPr>
          <p:spPr>
            <a:xfrm>
              <a:off x="9808323" y="426594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F076EC-36E8-490A-03B8-D009362F6EB0}"/>
                </a:ext>
              </a:extLst>
            </p:cNvPr>
            <p:cNvSpPr txBox="1"/>
            <p:nvPr/>
          </p:nvSpPr>
          <p:spPr>
            <a:xfrm>
              <a:off x="9037915" y="426594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A121B1-76D3-C22B-91B5-2ADAB3C556D9}"/>
                </a:ext>
              </a:extLst>
            </p:cNvPr>
            <p:cNvSpPr txBox="1"/>
            <p:nvPr/>
          </p:nvSpPr>
          <p:spPr>
            <a:xfrm>
              <a:off x="9838741" y="480927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F105C8-F5E0-63C3-E59D-537EF1C52D4E}"/>
                </a:ext>
              </a:extLst>
            </p:cNvPr>
            <p:cNvSpPr txBox="1"/>
            <p:nvPr/>
          </p:nvSpPr>
          <p:spPr>
            <a:xfrm>
              <a:off x="10668225" y="533587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96341BB-9395-FAE6-9432-28006DACCE81}"/>
                </a:ext>
              </a:extLst>
            </p:cNvPr>
            <p:cNvSpPr txBox="1"/>
            <p:nvPr/>
          </p:nvSpPr>
          <p:spPr>
            <a:xfrm>
              <a:off x="10618056" y="429781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4074366-535F-3340-D7F6-D8D0C154604A}"/>
                </a:ext>
              </a:extLst>
            </p:cNvPr>
            <p:cNvSpPr txBox="1"/>
            <p:nvPr/>
          </p:nvSpPr>
          <p:spPr>
            <a:xfrm>
              <a:off x="9068227" y="4819908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17B750-E047-2800-4AD2-BCBFDBC8CC84}"/>
                </a:ext>
              </a:extLst>
            </p:cNvPr>
            <p:cNvSpPr txBox="1"/>
            <p:nvPr/>
          </p:nvSpPr>
          <p:spPr>
            <a:xfrm>
              <a:off x="10656597" y="4816843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CDA521-83B7-BFB8-B33B-B97F79803049}"/>
                </a:ext>
              </a:extLst>
            </p:cNvPr>
            <p:cNvSpPr txBox="1"/>
            <p:nvPr/>
          </p:nvSpPr>
          <p:spPr>
            <a:xfrm>
              <a:off x="9068227" y="532315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825068A-0DE9-24B8-3F22-150AA49185F7}"/>
                </a:ext>
              </a:extLst>
            </p:cNvPr>
            <p:cNvSpPr txBox="1"/>
            <p:nvPr/>
          </p:nvSpPr>
          <p:spPr>
            <a:xfrm>
              <a:off x="9834162" y="5331704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7AB886C3-B485-CBED-73C9-BC7EFF90C8E2}"/>
              </a:ext>
            </a:extLst>
          </p:cNvPr>
          <p:cNvSpPr txBox="1"/>
          <p:nvPr/>
        </p:nvSpPr>
        <p:spPr>
          <a:xfrm>
            <a:off x="8848140" y="6380946"/>
            <a:ext cx="301319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Outdegree matrix D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AE12363A-706D-7FB8-F815-0B45DFEB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5" y="-80352"/>
            <a:ext cx="11678588" cy="1325563"/>
          </a:xfrm>
        </p:spPr>
        <p:txBody>
          <a:bodyPr/>
          <a:lstStyle/>
          <a:p>
            <a:r>
              <a:rPr lang="en-US" dirty="0"/>
              <a:t>Random walks on </a:t>
            </a:r>
            <a:r>
              <a:rPr lang="en-US" u="sng" dirty="0"/>
              <a:t>directed</a:t>
            </a:r>
            <a:r>
              <a:rPr lang="en-US" dirty="0"/>
              <a:t> graphs (</a:t>
            </a:r>
            <a:r>
              <a:rPr lang="en-US" u="sng" dirty="0"/>
              <a:t>Markov chains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22739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C57F-A7F9-BFF1-7470-7B88803C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FF883E30-0CDA-D1DB-88FB-D53090D67FE7}"/>
              </a:ext>
            </a:extLst>
          </p:cNvPr>
          <p:cNvGrpSpPr/>
          <p:nvPr/>
        </p:nvGrpSpPr>
        <p:grpSpPr>
          <a:xfrm>
            <a:off x="140840" y="1105252"/>
            <a:ext cx="3810659" cy="5496488"/>
            <a:chOff x="3904065" y="1197838"/>
            <a:chExt cx="3810659" cy="5496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0F2ADE-A90E-5F67-E416-ED02EC36E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065" y="4043340"/>
              <a:ext cx="381065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2000" b="1" dirty="0">
                  <a:latin typeface="Comic Sans MS" panose="030F0902030302020204" pitchFamily="66" charset="0"/>
                </a:rPr>
                <a:t>Probability transition matrix P</a:t>
              </a:r>
            </a:p>
            <a:p>
              <a:pPr eaLnBrk="1" hangingPunct="1"/>
              <a:r>
                <a:rPr lang="en-US" altLang="en-US" sz="2000" dirty="0"/>
                <a:t>Entry </a:t>
              </a:r>
              <a:r>
                <a:rPr lang="en-US" altLang="en-US" sz="2000" dirty="0" err="1"/>
                <a:t>p</a:t>
              </a:r>
              <a:r>
                <a:rPr lang="en-US" altLang="en-US" sz="2000" baseline="-25000" dirty="0" err="1"/>
                <a:t>ij</a:t>
              </a:r>
              <a:r>
                <a:rPr lang="en-US" altLang="en-US" sz="2000" dirty="0"/>
                <a:t> = probability of j-&gt;</a:t>
              </a:r>
              <a:r>
                <a:rPr lang="en-US" altLang="en-US" sz="2000" dirty="0" err="1"/>
                <a:t>i</a:t>
              </a:r>
              <a:endParaRPr lang="en-US" altLang="en-US" sz="2000" dirty="0"/>
            </a:p>
          </p:txBody>
        </p:sp>
        <p:grpSp>
          <p:nvGrpSpPr>
            <p:cNvPr id="23" name="Group 26">
              <a:extLst>
                <a:ext uri="{FF2B5EF4-FFF2-40B4-BE49-F238E27FC236}">
                  <a16:creationId xmlns:a16="http://schemas.microsoft.com/office/drawing/2014/main" id="{157BA019-A293-4618-33E8-3D6548A5AE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7094" y="4941726"/>
              <a:ext cx="2743200" cy="1752600"/>
              <a:chOff x="1056" y="1632"/>
              <a:chExt cx="1728" cy="1104"/>
            </a:xfrm>
          </p:grpSpPr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85AEB8D8-9260-AB1F-C482-34B4F1FAB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6849B9D9-2DC1-4FA2-9F23-DAB24F956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3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D6C41697-23D3-CE78-DB32-4B49160E1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7" name="Line 30">
                <a:extLst>
                  <a:ext uri="{FF2B5EF4-FFF2-40B4-BE49-F238E27FC236}">
                    <a16:creationId xmlns:a16="http://schemas.microsoft.com/office/drawing/2014/main" id="{7DE5F888-E6C4-1711-5099-E9F3BF53D7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24"/>
                <a:ext cx="33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1133B5D2-1FD5-56CA-F2D6-225650AC61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A3A9D2A4-06E3-1C57-A849-1570EFD0CB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96" y="230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33">
                <a:extLst>
                  <a:ext uri="{FF2B5EF4-FFF2-40B4-BE49-F238E27FC236}">
                    <a16:creationId xmlns:a16="http://schemas.microsoft.com/office/drawing/2014/main" id="{7C39BE7F-3D72-6DA0-0868-0DC4717A6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776"/>
                <a:ext cx="576" cy="720"/>
              </a:xfrm>
              <a:custGeom>
                <a:avLst/>
                <a:gdLst>
                  <a:gd name="T0" fmla="*/ 288 w 576"/>
                  <a:gd name="T1" fmla="*/ 720 h 720"/>
                  <a:gd name="T2" fmla="*/ 528 w 576"/>
                  <a:gd name="T3" fmla="*/ 288 h 720"/>
                  <a:gd name="T4" fmla="*/ 0 w 576"/>
                  <a:gd name="T5" fmla="*/ 0 h 720"/>
                  <a:gd name="T6" fmla="*/ 0 60000 65536"/>
                  <a:gd name="T7" fmla="*/ 0 60000 65536"/>
                  <a:gd name="T8" fmla="*/ 0 60000 65536"/>
                  <a:gd name="T9" fmla="*/ 0 w 576"/>
                  <a:gd name="T10" fmla="*/ 0 h 720"/>
                  <a:gd name="T11" fmla="*/ 576 w 576"/>
                  <a:gd name="T12" fmla="*/ 720 h 7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6" h="720">
                    <a:moveTo>
                      <a:pt x="288" y="720"/>
                    </a:moveTo>
                    <a:cubicBezTo>
                      <a:pt x="432" y="564"/>
                      <a:pt x="576" y="408"/>
                      <a:pt x="528" y="288"/>
                    </a:cubicBezTo>
                    <a:cubicBezTo>
                      <a:pt x="480" y="168"/>
                      <a:pt x="240" y="84"/>
                      <a:pt x="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522AA8F7-C511-6C7F-DD20-88C85F4232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1815"/>
                <a:ext cx="45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1/2</a:t>
                </a:r>
              </a:p>
            </p:txBody>
          </p:sp>
          <p:sp>
            <p:nvSpPr>
              <p:cNvPr id="32" name="Text Box 35">
                <a:extLst>
                  <a:ext uri="{FF2B5EF4-FFF2-40B4-BE49-F238E27FC236}">
                    <a16:creationId xmlns:a16="http://schemas.microsoft.com/office/drawing/2014/main" id="{F2272F44-AF7C-4D73-7101-EC0253115D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1/4</a:t>
                </a:r>
              </a:p>
            </p:txBody>
          </p:sp>
          <p:sp>
            <p:nvSpPr>
              <p:cNvPr id="33" name="Text Box 36">
                <a:extLst>
                  <a:ext uri="{FF2B5EF4-FFF2-40B4-BE49-F238E27FC236}">
                    <a16:creationId xmlns:a16="http://schemas.microsoft.com/office/drawing/2014/main" id="{368298F1-64A7-1245-E6ED-D93D172CE6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1968"/>
                <a:ext cx="38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 dirty="0">
                    <a:latin typeface="Comic Sans MS" panose="030F0902030302020204" pitchFamily="66" charset="0"/>
                  </a:rPr>
                  <a:t>3/4</a:t>
                </a:r>
              </a:p>
            </p:txBody>
          </p:sp>
          <p:sp>
            <p:nvSpPr>
              <p:cNvPr id="34" name="Text Box 37">
                <a:extLst>
                  <a:ext uri="{FF2B5EF4-FFF2-40B4-BE49-F238E27FC236}">
                    <a16:creationId xmlns:a16="http://schemas.microsoft.com/office/drawing/2014/main" id="{502E2C63-F16A-016A-2039-10D6A936DB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064"/>
                <a:ext cx="2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sz="1800" b="1">
                    <a:latin typeface="Comic Sans MS" panose="030F0902030302020204" pitchFamily="66" charset="0"/>
                  </a:rPr>
                  <a:t>1</a:t>
                </a:r>
              </a:p>
            </p:txBody>
          </p:sp>
        </p:grpSp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35AD6FC5-1CA1-898E-6D20-041888D35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25" y="2109114"/>
              <a:ext cx="2505264" cy="16602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8AD20AE-42AB-B962-76FE-058F5BF29BEA}"/>
                </a:ext>
              </a:extLst>
            </p:cNvPr>
            <p:cNvSpPr txBox="1"/>
            <p:nvPr/>
          </p:nvSpPr>
          <p:spPr>
            <a:xfrm>
              <a:off x="5854407" y="2137409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BB0C09D-971D-55EF-5114-A7B0BD6F001A}"/>
                </a:ext>
              </a:extLst>
            </p:cNvPr>
            <p:cNvSpPr txBox="1"/>
            <p:nvPr/>
          </p:nvSpPr>
          <p:spPr>
            <a:xfrm>
              <a:off x="5083999" y="213740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EECD388-DB4F-754D-C61A-4D00E6CA1DFC}"/>
                </a:ext>
              </a:extLst>
            </p:cNvPr>
            <p:cNvSpPr txBox="1"/>
            <p:nvPr/>
          </p:nvSpPr>
          <p:spPr>
            <a:xfrm>
              <a:off x="5884825" y="268073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473978-11AB-FB61-2FF0-8FFE4C9F2A01}"/>
                </a:ext>
              </a:extLst>
            </p:cNvPr>
            <p:cNvSpPr txBox="1"/>
            <p:nvPr/>
          </p:nvSpPr>
          <p:spPr>
            <a:xfrm>
              <a:off x="6714309" y="320733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EE0A17-F157-3D81-3267-7A2A66129D20}"/>
                </a:ext>
              </a:extLst>
            </p:cNvPr>
            <p:cNvSpPr txBox="1"/>
            <p:nvPr/>
          </p:nvSpPr>
          <p:spPr>
            <a:xfrm>
              <a:off x="6664140" y="2169276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12DB42D-AB70-F06F-8D4C-1BDCACC2695A}"/>
                </a:ext>
              </a:extLst>
            </p:cNvPr>
            <p:cNvSpPr txBox="1"/>
            <p:nvPr/>
          </p:nvSpPr>
          <p:spPr>
            <a:xfrm>
              <a:off x="5114311" y="2691369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1/2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B8F8F1-AB43-401A-9481-FC298268CA82}"/>
                </a:ext>
              </a:extLst>
            </p:cNvPr>
            <p:cNvSpPr txBox="1"/>
            <p:nvPr/>
          </p:nvSpPr>
          <p:spPr>
            <a:xfrm>
              <a:off x="6702681" y="2688304"/>
              <a:ext cx="63671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3/4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46E9815-1B5D-DDD6-F8FE-04AA28E42312}"/>
                </a:ext>
              </a:extLst>
            </p:cNvPr>
            <p:cNvSpPr txBox="1"/>
            <p:nvPr/>
          </p:nvSpPr>
          <p:spPr>
            <a:xfrm>
              <a:off x="5114311" y="319461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F7C966B-62A1-A56B-B40E-29E140384DFE}"/>
                </a:ext>
              </a:extLst>
            </p:cNvPr>
            <p:cNvSpPr txBox="1"/>
            <p:nvPr/>
          </p:nvSpPr>
          <p:spPr>
            <a:xfrm>
              <a:off x="5880246" y="3203165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03497E7-5EDB-2094-F529-917C4C1A38A5}"/>
                </a:ext>
              </a:extLst>
            </p:cNvPr>
            <p:cNvSpPr txBox="1"/>
            <p:nvPr/>
          </p:nvSpPr>
          <p:spPr>
            <a:xfrm>
              <a:off x="3924452" y="2180126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3DEAAB4-C62C-7D95-3298-A4D5123F4EF6}"/>
                </a:ext>
              </a:extLst>
            </p:cNvPr>
            <p:cNvSpPr txBox="1"/>
            <p:nvPr/>
          </p:nvSpPr>
          <p:spPr>
            <a:xfrm>
              <a:off x="3904065" y="272370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E8CCA2E-6A8D-DD9C-4BC0-B1E88D638107}"/>
                </a:ext>
              </a:extLst>
            </p:cNvPr>
            <p:cNvSpPr txBox="1"/>
            <p:nvPr/>
          </p:nvSpPr>
          <p:spPr>
            <a:xfrm>
              <a:off x="3980094" y="3278780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620EFAA-D1C4-7270-9B5C-3761BAA1DDC9}"/>
                </a:ext>
              </a:extLst>
            </p:cNvPr>
            <p:cNvSpPr txBox="1"/>
            <p:nvPr/>
          </p:nvSpPr>
          <p:spPr>
            <a:xfrm rot="5400000">
              <a:off x="4732875" y="1531872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1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FC6C9F-2AF9-6357-1D96-356DB646C81E}"/>
                </a:ext>
              </a:extLst>
            </p:cNvPr>
            <p:cNvSpPr txBox="1"/>
            <p:nvPr/>
          </p:nvSpPr>
          <p:spPr>
            <a:xfrm rot="5400000">
              <a:off x="5659290" y="1456018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B05D95D-37B1-1C3C-497A-686FBCE8AB8B}"/>
                </a:ext>
              </a:extLst>
            </p:cNvPr>
            <p:cNvSpPr txBox="1"/>
            <p:nvPr/>
          </p:nvSpPr>
          <p:spPr>
            <a:xfrm rot="5400000">
              <a:off x="6429043" y="1467939"/>
              <a:ext cx="83952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chemeClr val="bg1">
                      <a:lumMod val="65000"/>
                    </a:schemeClr>
                  </a:solidFill>
                </a:rPr>
                <a:t>Vertex 3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BF3DA75-EFFC-534E-7B6D-056905D820EC}"/>
                    </a:ext>
                  </a:extLst>
                </p14:cNvPr>
                <p14:cNvContentPartPr/>
                <p14:nvPr/>
              </p14:nvContentPartPr>
              <p14:xfrm>
                <a:off x="3983094" y="5475126"/>
                <a:ext cx="594000" cy="798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BF3DA75-EFFC-534E-7B6D-056905D820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974" y="5469006"/>
                  <a:ext cx="606240" cy="8107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3" name="Text Box 34">
              <a:extLst>
                <a:ext uri="{FF2B5EF4-FFF2-40B4-BE49-F238E27FC236}">
                  <a16:creationId xmlns:a16="http://schemas.microsoft.com/office/drawing/2014/main" id="{36E6220F-ADEA-A509-21F1-A55C43669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903" y="6287732"/>
              <a:ext cx="7239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en-US" sz="1800" b="1" dirty="0">
                  <a:latin typeface="Comic Sans MS" panose="030F0902030302020204" pitchFamily="66" charset="0"/>
                </a:rPr>
                <a:t>1/2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809938-A782-6173-0A9F-72CE5C85D2B6}"/>
                  </a:ext>
                </a:extLst>
              </p:cNvPr>
              <p:cNvSpPr txBox="1"/>
              <p:nvPr/>
            </p:nvSpPr>
            <p:spPr>
              <a:xfrm>
                <a:off x="5645214" y="1436945"/>
                <a:ext cx="401366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Formula after t steps…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809938-A782-6173-0A9F-72CE5C85D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214" y="1436945"/>
                <a:ext cx="4013663" cy="1015663"/>
              </a:xfrm>
              <a:prstGeom prst="rect">
                <a:avLst/>
              </a:prstGeom>
              <a:blipFill>
                <a:blip r:embed="rId4"/>
                <a:stretch>
                  <a:fillRect l="-3470" t="-7500" r="-2524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0426625-83B7-6C61-6876-9433AF948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899" y="2672551"/>
            <a:ext cx="2651767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2010CD-23C2-B03A-F9F8-EE1B46C67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4888" y="2672551"/>
            <a:ext cx="324339" cy="1796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5CD6A4-41CF-F37C-4F9E-35DE95F84205}"/>
              </a:ext>
            </a:extLst>
          </p:cNvPr>
          <p:cNvSpPr txBox="1"/>
          <p:nvPr/>
        </p:nvSpPr>
        <p:spPr>
          <a:xfrm>
            <a:off x="10214799" y="3345383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0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ECE011-4C78-F9DD-61F9-4C05C92377A2}"/>
              </a:ext>
            </a:extLst>
          </p:cNvPr>
          <p:cNvGrpSpPr/>
          <p:nvPr/>
        </p:nvGrpSpPr>
        <p:grpSpPr>
          <a:xfrm>
            <a:off x="5688072" y="2653311"/>
            <a:ext cx="394138" cy="1796360"/>
            <a:chOff x="3622104" y="4980241"/>
            <a:chExt cx="394138" cy="1796360"/>
          </a:xfrm>
        </p:grpSpPr>
        <p:sp>
          <p:nvSpPr>
            <p:cNvPr id="51" name="Rectangle 5">
              <a:extLst>
                <a:ext uri="{FF2B5EF4-FFF2-40B4-BE49-F238E27FC236}">
                  <a16:creationId xmlns:a16="http://schemas.microsoft.com/office/drawing/2014/main" id="{45CA7AD3-65C7-3552-64CB-A9A8157BD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903" y="4980241"/>
              <a:ext cx="324339" cy="1796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B31B7F-A560-5697-F5A6-933D3FB113A1}"/>
                </a:ext>
              </a:extLst>
            </p:cNvPr>
            <p:cNvSpPr txBox="1"/>
            <p:nvPr/>
          </p:nvSpPr>
          <p:spPr>
            <a:xfrm>
              <a:off x="3622104" y="5620251"/>
              <a:ext cx="3529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/>
                <a:t>x</a:t>
              </a:r>
              <a:r>
                <a:rPr lang="en-US" sz="2000" baseline="-25000" dirty="0" err="1"/>
                <a:t>t</a:t>
              </a:r>
              <a:endParaRPr lang="en-US" sz="2000" baseline="-250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64783D8F-FEF7-D194-CA24-FE9A88BC8DF0}"/>
              </a:ext>
            </a:extLst>
          </p:cNvPr>
          <p:cNvSpPr txBox="1"/>
          <p:nvPr/>
        </p:nvSpPr>
        <p:spPr>
          <a:xfrm>
            <a:off x="6701445" y="3206259"/>
            <a:ext cx="2126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Probability transition matrix 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EF8A5F-8DE4-2CEB-6668-2EFCF1B4D2D9}"/>
              </a:ext>
            </a:extLst>
          </p:cNvPr>
          <p:cNvSpPr txBox="1"/>
          <p:nvPr/>
        </p:nvSpPr>
        <p:spPr>
          <a:xfrm>
            <a:off x="9280851" y="2453833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49D453-28CB-8333-08AE-2B806AA93DCA}"/>
              </a:ext>
            </a:extLst>
          </p:cNvPr>
          <p:cNvSpPr txBox="1"/>
          <p:nvPr/>
        </p:nvSpPr>
        <p:spPr>
          <a:xfrm>
            <a:off x="5556198" y="5159501"/>
            <a:ext cx="61009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where x</a:t>
            </a:r>
            <a:r>
              <a:rPr lang="en-US" sz="2500" baseline="-25000" dirty="0"/>
              <a:t>0</a:t>
            </a:r>
            <a:r>
              <a:rPr lang="en-US" sz="2500" dirty="0"/>
              <a:t> is initial probability distribution over vertices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E37554-3D75-2082-90CE-03899E5ED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5" y="-80352"/>
            <a:ext cx="11678588" cy="1325563"/>
          </a:xfrm>
        </p:spPr>
        <p:txBody>
          <a:bodyPr/>
          <a:lstStyle/>
          <a:p>
            <a:r>
              <a:rPr lang="en-US" dirty="0"/>
              <a:t>Random walks on </a:t>
            </a:r>
            <a:r>
              <a:rPr lang="en-US" u="sng" dirty="0"/>
              <a:t>directed</a:t>
            </a:r>
            <a:r>
              <a:rPr lang="en-US" dirty="0"/>
              <a:t> graphs (</a:t>
            </a:r>
            <a:r>
              <a:rPr lang="en-US" u="sng" dirty="0"/>
              <a:t>Markov chains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73A642-389C-3D9C-AB85-6A65463B47B8}"/>
              </a:ext>
            </a:extLst>
          </p:cNvPr>
          <p:cNvSpPr/>
          <p:nvPr/>
        </p:nvSpPr>
        <p:spPr>
          <a:xfrm>
            <a:off x="5245100" y="1436945"/>
            <a:ext cx="6248400" cy="47837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880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AEA3-8626-D5BC-DFCE-93FFEA83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38125"/>
            <a:ext cx="10515600" cy="1325563"/>
          </a:xfrm>
        </p:spPr>
        <p:txBody>
          <a:bodyPr/>
          <a:lstStyle/>
          <a:p>
            <a:r>
              <a:rPr lang="en-US" dirty="0"/>
              <a:t>Classification of states in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8314-2477-8939-6909-5BBCCD6F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25177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Recurrent:</a:t>
            </a:r>
            <a:r>
              <a:rPr lang="en-US" dirty="0"/>
              <a:t> if at vertex/state v, then you will </a:t>
            </a:r>
            <a:r>
              <a:rPr lang="en-US" u="sng" dirty="0"/>
              <a:t>always return to v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= 1</a:t>
            </a:r>
          </a:p>
          <a:p>
            <a:pPr marL="0" indent="0">
              <a:buNone/>
            </a:pPr>
            <a:r>
              <a:rPr lang="en-US" b="1" dirty="0"/>
              <a:t>Transient: </a:t>
            </a:r>
            <a:r>
              <a:rPr lang="en-US" dirty="0"/>
              <a:t>if at vertex/state v, then there is </a:t>
            </a:r>
            <a:r>
              <a:rPr lang="en-US" u="sng" dirty="0"/>
              <a:t>a non-zero probability you never return to v again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&lt; 1</a:t>
            </a:r>
          </a:p>
          <a:p>
            <a:pPr marL="0" indent="0">
              <a:buNone/>
            </a:pPr>
            <a:endParaRPr lang="en-US" b="1" u="sng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D249A7-07BA-88D5-C59B-CADF0FCB71D3}"/>
              </a:ext>
            </a:extLst>
          </p:cNvPr>
          <p:cNvGrpSpPr/>
          <p:nvPr/>
        </p:nvGrpSpPr>
        <p:grpSpPr>
          <a:xfrm>
            <a:off x="1388140" y="4299640"/>
            <a:ext cx="5088240" cy="2522160"/>
            <a:chOff x="1388140" y="4299640"/>
            <a:chExt cx="5088240" cy="25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282DCD3-A6B1-D007-6A24-D52FB714DE46}"/>
                    </a:ext>
                  </a:extLst>
                </p14:cNvPr>
                <p14:cNvContentPartPr/>
                <p14:nvPr/>
              </p14:nvContentPartPr>
              <p14:xfrm>
                <a:off x="2072860" y="4509520"/>
                <a:ext cx="503280" cy="492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282DCD3-A6B1-D007-6A24-D52FB714DE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6740" y="4503400"/>
                  <a:ext cx="51552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DFE20F-3673-44E4-0158-EC186047475C}"/>
                    </a:ext>
                  </a:extLst>
                </p14:cNvPr>
                <p14:cNvContentPartPr/>
                <p14:nvPr/>
              </p14:nvContentPartPr>
              <p14:xfrm>
                <a:off x="1655980" y="5065000"/>
                <a:ext cx="366840" cy="885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DFE20F-3673-44E4-0158-EC18604747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49860" y="5058880"/>
                  <a:ext cx="3790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CB0F16-1CE4-ECBC-7EA3-4F15C834C2FD}"/>
                    </a:ext>
                  </a:extLst>
                </p14:cNvPr>
                <p14:cNvContentPartPr/>
                <p14:nvPr/>
              </p14:nvContentPartPr>
              <p14:xfrm>
                <a:off x="1589020" y="6152200"/>
                <a:ext cx="309240" cy="307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CB0F16-1CE4-ECBC-7EA3-4F15C834C2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2900" y="6146080"/>
                  <a:ext cx="321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79D434-0CC4-FE12-5571-542024EE2113}"/>
                    </a:ext>
                  </a:extLst>
                </p14:cNvPr>
                <p14:cNvContentPartPr/>
                <p14:nvPr/>
              </p14:nvContentPartPr>
              <p14:xfrm>
                <a:off x="2107060" y="6175240"/>
                <a:ext cx="1361880" cy="226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79D434-0CC4-FE12-5571-542024EE21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00940" y="6169120"/>
                  <a:ext cx="13741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07E2BF0-DF6C-CBE6-2C6F-E36BA9FAC822}"/>
                    </a:ext>
                  </a:extLst>
                </p14:cNvPr>
                <p14:cNvContentPartPr/>
                <p14:nvPr/>
              </p14:nvContentPartPr>
              <p14:xfrm>
                <a:off x="3627700" y="6034480"/>
                <a:ext cx="364320" cy="27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07E2BF0-DF6C-CBE6-2C6F-E36BA9FAC8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1580" y="6028360"/>
                  <a:ext cx="376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BDC832-957F-FA17-F33D-7693FE426458}"/>
                    </a:ext>
                  </a:extLst>
                </p14:cNvPr>
                <p14:cNvContentPartPr/>
                <p14:nvPr/>
              </p14:nvContentPartPr>
              <p14:xfrm>
                <a:off x="2787460" y="4867000"/>
                <a:ext cx="834120" cy="10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BDC832-957F-FA17-F33D-7693FE4264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81340" y="4860880"/>
                  <a:ext cx="84636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22D313-7151-8321-CC38-A8D87A88B6DA}"/>
                    </a:ext>
                  </a:extLst>
                </p14:cNvPr>
                <p14:cNvContentPartPr/>
                <p14:nvPr/>
              </p14:nvContentPartPr>
              <p14:xfrm>
                <a:off x="2921740" y="4644520"/>
                <a:ext cx="2342880" cy="648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22D313-7151-8321-CC38-A8D87A88B6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15620" y="4638400"/>
                  <a:ext cx="235512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4E9E41-43B4-7599-0D45-791E06A488A4}"/>
                    </a:ext>
                  </a:extLst>
                </p14:cNvPr>
                <p14:cNvContentPartPr/>
                <p14:nvPr/>
              </p14:nvContentPartPr>
              <p14:xfrm>
                <a:off x="5270380" y="5489080"/>
                <a:ext cx="428760" cy="306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4E9E41-43B4-7599-0D45-791E06A488A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64260" y="5482960"/>
                  <a:ext cx="441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0A0523-D7B3-9A2B-95E8-F9F3B433B98D}"/>
                    </a:ext>
                  </a:extLst>
                </p14:cNvPr>
                <p14:cNvContentPartPr/>
                <p14:nvPr/>
              </p14:nvContentPartPr>
              <p14:xfrm>
                <a:off x="5404300" y="5453800"/>
                <a:ext cx="822240" cy="93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0A0523-D7B3-9A2B-95E8-F9F3B433B9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98180" y="5447680"/>
                  <a:ext cx="83448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18FFC3-129A-BB2C-83EB-E86377F1280B}"/>
                    </a:ext>
                  </a:extLst>
                </p14:cNvPr>
                <p14:cNvContentPartPr/>
                <p14:nvPr/>
              </p14:nvContentPartPr>
              <p14:xfrm>
                <a:off x="6476020" y="5512480"/>
                <a:ext cx="360" cy="21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18FFC3-129A-BB2C-83EB-E86377F128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9900" y="5506360"/>
                  <a:ext cx="12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096D50C-7070-2972-64FF-236EA53E6F64}"/>
                    </a:ext>
                  </a:extLst>
                </p14:cNvPr>
                <p14:cNvContentPartPr/>
                <p14:nvPr/>
              </p14:nvContentPartPr>
              <p14:xfrm>
                <a:off x="3730660" y="451456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096D50C-7070-2972-64FF-236EA53E6F6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4540" y="4508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FE7230-487E-B4AE-FC62-980BF49CE894}"/>
                    </a:ext>
                  </a:extLst>
                </p14:cNvPr>
                <p14:cNvContentPartPr/>
                <p14:nvPr/>
              </p14:nvContentPartPr>
              <p14:xfrm>
                <a:off x="3818860" y="4299640"/>
                <a:ext cx="148680" cy="161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FE7230-487E-B4AE-FC62-980BF49CE8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2740" y="4293520"/>
                  <a:ext cx="160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2E172A-9E65-61C4-5615-DED39FC5FE72}"/>
                    </a:ext>
                  </a:extLst>
                </p14:cNvPr>
                <p14:cNvContentPartPr/>
                <p14:nvPr/>
              </p14:nvContentPartPr>
              <p14:xfrm>
                <a:off x="3476500" y="4350400"/>
                <a:ext cx="170280" cy="16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2E172A-9E65-61C4-5615-DED39FC5FE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0380" y="4344280"/>
                  <a:ext cx="182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86B687-5026-4F55-6C91-854ADF9FCCAF}"/>
                    </a:ext>
                  </a:extLst>
                </p14:cNvPr>
                <p14:cNvContentPartPr/>
                <p14:nvPr/>
              </p14:nvContentPartPr>
              <p14:xfrm>
                <a:off x="1388140" y="5191360"/>
                <a:ext cx="128520" cy="14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86B687-5026-4F55-6C91-854ADF9FCC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82020" y="5185240"/>
                  <a:ext cx="14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E45C8BE-3B22-0C75-DC57-D4DAEB2D54D0}"/>
                    </a:ext>
                  </a:extLst>
                </p14:cNvPr>
                <p14:cNvContentPartPr/>
                <p14:nvPr/>
              </p14:nvContentPartPr>
              <p14:xfrm>
                <a:off x="1599100" y="5328160"/>
                <a:ext cx="360" cy="3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E45C8BE-3B22-0C75-DC57-D4DAEB2D54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2980" y="5322040"/>
                  <a:ext cx="12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BA0579F-7C87-7214-0341-7DC12BA3BAAF}"/>
                    </a:ext>
                  </a:extLst>
                </p14:cNvPr>
                <p14:cNvContentPartPr/>
                <p14:nvPr/>
              </p14:nvContentPartPr>
              <p14:xfrm>
                <a:off x="1669660" y="5099920"/>
                <a:ext cx="129600" cy="21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BA0579F-7C87-7214-0341-7DC12BA3BA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63540" y="5093800"/>
                  <a:ext cx="141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ECAF91-3029-539B-376E-6B2073290F49}"/>
                    </a:ext>
                  </a:extLst>
                </p14:cNvPr>
                <p14:cNvContentPartPr/>
                <p14:nvPr/>
              </p14:nvContentPartPr>
              <p14:xfrm>
                <a:off x="2675860" y="6596080"/>
                <a:ext cx="360" cy="22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ECAF91-3029-539B-376E-6B2073290F4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69740" y="6589960"/>
                  <a:ext cx="12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CCEC0B-0710-2100-B836-008FDC2CBF00}"/>
                    </a:ext>
                  </a:extLst>
                </p14:cNvPr>
                <p14:cNvContentPartPr/>
                <p14:nvPr/>
              </p14:nvContentPartPr>
              <p14:xfrm>
                <a:off x="3653980" y="5223760"/>
                <a:ext cx="360" cy="28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CCEC0B-0710-2100-B836-008FDC2CBF0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47860" y="5217640"/>
                  <a:ext cx="12600" cy="29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93600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03C38-C082-2C59-6288-99FCD854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89B7-3001-EE37-D59A-7AB10D1B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38125"/>
            <a:ext cx="10515600" cy="1325563"/>
          </a:xfrm>
        </p:spPr>
        <p:txBody>
          <a:bodyPr/>
          <a:lstStyle/>
          <a:p>
            <a:r>
              <a:rPr lang="en-US" dirty="0"/>
              <a:t>Classification of states in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CCFF-F422-D72D-AB23-EAA60A860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2517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Recurrent:</a:t>
            </a:r>
            <a:r>
              <a:rPr lang="en-US" dirty="0"/>
              <a:t> if at vertex/state v, then you will </a:t>
            </a:r>
            <a:r>
              <a:rPr lang="en-US" u="sng" dirty="0"/>
              <a:t>always return to v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= 1</a:t>
            </a:r>
          </a:p>
          <a:p>
            <a:pPr marL="0" indent="0">
              <a:buNone/>
            </a:pPr>
            <a:r>
              <a:rPr lang="en-US" b="1" dirty="0"/>
              <a:t>Transient: </a:t>
            </a:r>
            <a:r>
              <a:rPr lang="en-US" dirty="0"/>
              <a:t>if at vertex/state v, then there is </a:t>
            </a:r>
            <a:r>
              <a:rPr lang="en-US" u="sng" dirty="0"/>
              <a:t>a non-zero probability you never return to v again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&lt; 1</a:t>
            </a:r>
          </a:p>
          <a:p>
            <a:pPr marL="0" indent="0">
              <a:buNone/>
            </a:pPr>
            <a:endParaRPr lang="en-US" b="1" u="sng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E3C77A-6A06-CA83-3ADE-E46E4569DAB5}"/>
              </a:ext>
            </a:extLst>
          </p:cNvPr>
          <p:cNvGrpSpPr/>
          <p:nvPr/>
        </p:nvGrpSpPr>
        <p:grpSpPr>
          <a:xfrm>
            <a:off x="1388140" y="4299640"/>
            <a:ext cx="5088240" cy="2522160"/>
            <a:chOff x="1388140" y="4299640"/>
            <a:chExt cx="5088240" cy="25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DFEAAF-D6F3-0D78-9DED-6ED135C8CBEB}"/>
                    </a:ext>
                  </a:extLst>
                </p14:cNvPr>
                <p14:cNvContentPartPr/>
                <p14:nvPr/>
              </p14:nvContentPartPr>
              <p14:xfrm>
                <a:off x="2072860" y="4509520"/>
                <a:ext cx="503280" cy="492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DFEAAF-D6F3-0D78-9DED-6ED135C8CB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66740" y="4503400"/>
                  <a:ext cx="51552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DAE7DAF-CD26-49E1-8EAC-04C95943D2F4}"/>
                    </a:ext>
                  </a:extLst>
                </p14:cNvPr>
                <p14:cNvContentPartPr/>
                <p14:nvPr/>
              </p14:nvContentPartPr>
              <p14:xfrm>
                <a:off x="1655980" y="5065000"/>
                <a:ext cx="366840" cy="885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DAE7DAF-CD26-49E1-8EAC-04C95943D2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49860" y="5058880"/>
                  <a:ext cx="3790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48E3A5-72D3-55E9-7ECE-D2399A184EB1}"/>
                    </a:ext>
                  </a:extLst>
                </p14:cNvPr>
                <p14:cNvContentPartPr/>
                <p14:nvPr/>
              </p14:nvContentPartPr>
              <p14:xfrm>
                <a:off x="1589020" y="6152200"/>
                <a:ext cx="309240" cy="307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48E3A5-72D3-55E9-7ECE-D2399A184E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2900" y="6146080"/>
                  <a:ext cx="321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DBE497-714E-1D24-23C4-82499BEB8459}"/>
                    </a:ext>
                  </a:extLst>
                </p14:cNvPr>
                <p14:cNvContentPartPr/>
                <p14:nvPr/>
              </p14:nvContentPartPr>
              <p14:xfrm>
                <a:off x="2107060" y="6175240"/>
                <a:ext cx="1361880" cy="226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DBE497-714E-1D24-23C4-82499BEB84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00940" y="6169120"/>
                  <a:ext cx="13741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EAE3D0-E759-6989-8D0F-FF9F2F710CEB}"/>
                    </a:ext>
                  </a:extLst>
                </p14:cNvPr>
                <p14:cNvContentPartPr/>
                <p14:nvPr/>
              </p14:nvContentPartPr>
              <p14:xfrm>
                <a:off x="3627700" y="6034480"/>
                <a:ext cx="364320" cy="27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EAE3D0-E759-6989-8D0F-FF9F2F710C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21580" y="6028360"/>
                  <a:ext cx="376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1E91EF-399E-6658-3DCD-8671A757BAE1}"/>
                    </a:ext>
                  </a:extLst>
                </p14:cNvPr>
                <p14:cNvContentPartPr/>
                <p14:nvPr/>
              </p14:nvContentPartPr>
              <p14:xfrm>
                <a:off x="2787460" y="4867000"/>
                <a:ext cx="834120" cy="10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1E91EF-399E-6658-3DCD-8671A757BA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81340" y="4860880"/>
                  <a:ext cx="84636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F422F25-5E2D-958E-3579-977F5EA31655}"/>
                    </a:ext>
                  </a:extLst>
                </p14:cNvPr>
                <p14:cNvContentPartPr/>
                <p14:nvPr/>
              </p14:nvContentPartPr>
              <p14:xfrm>
                <a:off x="2921740" y="4644520"/>
                <a:ext cx="2342880" cy="648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F422F25-5E2D-958E-3579-977F5EA316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15620" y="4638400"/>
                  <a:ext cx="235512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136586B-7EC8-516B-9654-C5ACCB3841EE}"/>
                    </a:ext>
                  </a:extLst>
                </p14:cNvPr>
                <p14:cNvContentPartPr/>
                <p14:nvPr/>
              </p14:nvContentPartPr>
              <p14:xfrm>
                <a:off x="5270380" y="5489080"/>
                <a:ext cx="428760" cy="306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136586B-7EC8-516B-9654-C5ACCB3841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64260" y="5482960"/>
                  <a:ext cx="441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9C2EA5-8FE1-4785-AC6F-19E4CC45ABF3}"/>
                    </a:ext>
                  </a:extLst>
                </p14:cNvPr>
                <p14:cNvContentPartPr/>
                <p14:nvPr/>
              </p14:nvContentPartPr>
              <p14:xfrm>
                <a:off x="5404300" y="5453800"/>
                <a:ext cx="822240" cy="93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9C2EA5-8FE1-4785-AC6F-19E4CC45AB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98180" y="5447680"/>
                  <a:ext cx="83448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ED86EA-5B03-44B8-73DE-81EAB1C2F5C0}"/>
                    </a:ext>
                  </a:extLst>
                </p14:cNvPr>
                <p14:cNvContentPartPr/>
                <p14:nvPr/>
              </p14:nvContentPartPr>
              <p14:xfrm>
                <a:off x="6476020" y="5512480"/>
                <a:ext cx="360" cy="214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ED86EA-5B03-44B8-73DE-81EAB1C2F5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9900" y="5506360"/>
                  <a:ext cx="12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1D398B-900D-575C-B9AE-EA36DB8EB52F}"/>
                    </a:ext>
                  </a:extLst>
                </p14:cNvPr>
                <p14:cNvContentPartPr/>
                <p14:nvPr/>
              </p14:nvContentPartPr>
              <p14:xfrm>
                <a:off x="3730660" y="451456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1D398B-900D-575C-B9AE-EA36DB8EB5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4540" y="4508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0D0553-5416-F0FA-BD8F-FC403801A77F}"/>
                    </a:ext>
                  </a:extLst>
                </p14:cNvPr>
                <p14:cNvContentPartPr/>
                <p14:nvPr/>
              </p14:nvContentPartPr>
              <p14:xfrm>
                <a:off x="3818860" y="4299640"/>
                <a:ext cx="148680" cy="161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0D0553-5416-F0FA-BD8F-FC403801A77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2740" y="4293520"/>
                  <a:ext cx="160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5934827-5708-280B-4CC7-05C9679F6B53}"/>
                    </a:ext>
                  </a:extLst>
                </p14:cNvPr>
                <p14:cNvContentPartPr/>
                <p14:nvPr/>
              </p14:nvContentPartPr>
              <p14:xfrm>
                <a:off x="3476500" y="4350400"/>
                <a:ext cx="170280" cy="16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5934827-5708-280B-4CC7-05C9679F6B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0380" y="4344280"/>
                  <a:ext cx="182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A023EE-22BC-A601-472B-BB602722FB29}"/>
                    </a:ext>
                  </a:extLst>
                </p14:cNvPr>
                <p14:cNvContentPartPr/>
                <p14:nvPr/>
              </p14:nvContentPartPr>
              <p14:xfrm>
                <a:off x="1388140" y="5191360"/>
                <a:ext cx="128520" cy="14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A023EE-22BC-A601-472B-BB602722FB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82020" y="5185240"/>
                  <a:ext cx="140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AFC4A1-9ADA-D912-08E9-39F9BC7279F8}"/>
                    </a:ext>
                  </a:extLst>
                </p14:cNvPr>
                <p14:cNvContentPartPr/>
                <p14:nvPr/>
              </p14:nvContentPartPr>
              <p14:xfrm>
                <a:off x="1599100" y="5328160"/>
                <a:ext cx="360" cy="3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AFC4A1-9ADA-D912-08E9-39F9BC7279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2980" y="5322040"/>
                  <a:ext cx="12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C65CFC-31D1-6FC6-E874-B1E14C90A186}"/>
                    </a:ext>
                  </a:extLst>
                </p14:cNvPr>
                <p14:cNvContentPartPr/>
                <p14:nvPr/>
              </p14:nvContentPartPr>
              <p14:xfrm>
                <a:off x="1669660" y="5099920"/>
                <a:ext cx="129600" cy="214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C65CFC-31D1-6FC6-E874-B1E14C90A1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63540" y="5093800"/>
                  <a:ext cx="141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6E014B-F06F-01CB-6073-498624F08B04}"/>
                    </a:ext>
                  </a:extLst>
                </p14:cNvPr>
                <p14:cNvContentPartPr/>
                <p14:nvPr/>
              </p14:nvContentPartPr>
              <p14:xfrm>
                <a:off x="2675860" y="6596080"/>
                <a:ext cx="360" cy="22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6E014B-F06F-01CB-6073-498624F08B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69740" y="6589960"/>
                  <a:ext cx="12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03371E-2211-6F01-522E-3C6FEE51E296}"/>
                    </a:ext>
                  </a:extLst>
                </p14:cNvPr>
                <p14:cNvContentPartPr/>
                <p14:nvPr/>
              </p14:nvContentPartPr>
              <p14:xfrm>
                <a:off x="3653980" y="5223760"/>
                <a:ext cx="360" cy="28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03371E-2211-6F01-522E-3C6FEE51E2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47860" y="5217640"/>
                  <a:ext cx="12600" cy="29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393BD68-83B4-4E40-209B-072F185FB5FE}"/>
                  </a:ext>
                </a:extLst>
              </p14:cNvPr>
              <p14:cNvContentPartPr/>
              <p14:nvPr/>
            </p14:nvContentPartPr>
            <p14:xfrm>
              <a:off x="5242660" y="5536240"/>
              <a:ext cx="480600" cy="281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393BD68-83B4-4E40-209B-072F185FB5F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36540" y="5530120"/>
                <a:ext cx="4928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495A7F-ECE9-6149-FF89-AD405FB073CF}"/>
                  </a:ext>
                </a:extLst>
              </p14:cNvPr>
              <p14:cNvContentPartPr/>
              <p14:nvPr/>
            </p14:nvContentPartPr>
            <p14:xfrm>
              <a:off x="2071780" y="4575400"/>
              <a:ext cx="424800" cy="398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495A7F-ECE9-6149-FF89-AD405FB073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65660" y="4569280"/>
                <a:ext cx="43704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88F277D-1F10-A55D-53B5-CDE0C787AD0D}"/>
                  </a:ext>
                </a:extLst>
              </p14:cNvPr>
              <p14:cNvContentPartPr/>
              <p14:nvPr/>
            </p14:nvContentPartPr>
            <p14:xfrm>
              <a:off x="1602700" y="6257680"/>
              <a:ext cx="304920" cy="294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88F277D-1F10-A55D-53B5-CDE0C787AD0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96580" y="6251560"/>
                <a:ext cx="3171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995270-D8F4-1230-1256-13D7873F79E3}"/>
                  </a:ext>
                </a:extLst>
              </p14:cNvPr>
              <p14:cNvContentPartPr/>
              <p14:nvPr/>
            </p14:nvContentPartPr>
            <p14:xfrm>
              <a:off x="3565780" y="6107560"/>
              <a:ext cx="380160" cy="194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995270-D8F4-1230-1256-13D7873F79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59660" y="6101440"/>
                <a:ext cx="392400" cy="2070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F1B4A3B-BAA3-EF56-A6B8-CFCCCD711473}"/>
              </a:ext>
            </a:extLst>
          </p:cNvPr>
          <p:cNvSpPr txBox="1"/>
          <p:nvPr/>
        </p:nvSpPr>
        <p:spPr>
          <a:xfrm>
            <a:off x="419020" y="4424844"/>
            <a:ext cx="118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Transient states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88A3F9-D373-F63C-1DE4-A51D2C920CFC}"/>
              </a:ext>
            </a:extLst>
          </p:cNvPr>
          <p:cNvSpPr txBox="1"/>
          <p:nvPr/>
        </p:nvSpPr>
        <p:spPr>
          <a:xfrm>
            <a:off x="5398900" y="4766249"/>
            <a:ext cx="1276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Recurrent state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240312-17F7-E456-39FB-28F92E70221E}"/>
              </a:ext>
            </a:extLst>
          </p:cNvPr>
          <p:cNvSpPr txBox="1"/>
          <p:nvPr/>
        </p:nvSpPr>
        <p:spPr>
          <a:xfrm>
            <a:off x="7976500" y="5920900"/>
            <a:ext cx="3974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i="1" dirty="0"/>
              <a:t>Go over more examples on the board</a:t>
            </a:r>
          </a:p>
        </p:txBody>
      </p:sp>
    </p:spTree>
    <p:extLst>
      <p:ext uri="{BB962C8B-B14F-4D97-AF65-F5344CB8AC3E}">
        <p14:creationId xmlns:p14="http://schemas.microsoft.com/office/powerpoint/2010/main" val="18365860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61210B-7D40-F567-5B74-577C31AE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0B18-E80D-7817-F869-42DF8F6C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38125"/>
            <a:ext cx="10515600" cy="1325563"/>
          </a:xfrm>
        </p:spPr>
        <p:txBody>
          <a:bodyPr/>
          <a:lstStyle/>
          <a:p>
            <a:r>
              <a:rPr lang="en-US" dirty="0"/>
              <a:t>Classification of states in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21FF-0E70-F3E1-38CD-8EC0D3B5B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2517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Recurrent:</a:t>
            </a:r>
            <a:r>
              <a:rPr lang="en-US" dirty="0"/>
              <a:t> if at vertex/state v, then you will </a:t>
            </a:r>
            <a:r>
              <a:rPr lang="en-US" u="sng" dirty="0"/>
              <a:t>always return to v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= 1</a:t>
            </a:r>
          </a:p>
          <a:p>
            <a:pPr marL="0" indent="0">
              <a:buNone/>
            </a:pPr>
            <a:r>
              <a:rPr lang="en-US" b="1" dirty="0"/>
              <a:t>Transient: </a:t>
            </a:r>
            <a:r>
              <a:rPr lang="en-US" dirty="0"/>
              <a:t>if at vertex/state v, then there is </a:t>
            </a:r>
            <a:r>
              <a:rPr lang="en-US" u="sng" dirty="0"/>
              <a:t>a non-zero probability you never return to v again</a:t>
            </a:r>
          </a:p>
          <a:p>
            <a:pPr marL="0" indent="0">
              <a:buNone/>
            </a:pPr>
            <a:r>
              <a:rPr lang="en-US" dirty="0"/>
              <a:t>	P(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=v for some t | x</a:t>
            </a:r>
            <a:r>
              <a:rPr lang="en-US" baseline="-25000" dirty="0"/>
              <a:t>0</a:t>
            </a:r>
            <a:r>
              <a:rPr lang="en-US" dirty="0"/>
              <a:t>=v) &lt; 1</a:t>
            </a:r>
          </a:p>
          <a:p>
            <a:pPr marL="0" indent="0">
              <a:buNone/>
            </a:pPr>
            <a:endParaRPr lang="en-US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75D884-2A24-2B15-0374-3A905B8FDFE7}"/>
                  </a:ext>
                </a:extLst>
              </p:cNvPr>
              <p:cNvSpPr txBox="1"/>
              <p:nvPr/>
            </p:nvSpPr>
            <p:spPr>
              <a:xfrm>
                <a:off x="88900" y="4135532"/>
                <a:ext cx="5600701" cy="2015936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Homework: the following are equivalent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v is recurrent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)=∞</m:t>
                        </m:r>
                      </m:e>
                    </m:nary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for infinitely many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75D884-2A24-2B15-0374-3A905B8F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" y="4135532"/>
                <a:ext cx="5600701" cy="2015936"/>
              </a:xfrm>
              <a:prstGeom prst="rect">
                <a:avLst/>
              </a:prstGeom>
              <a:blipFill>
                <a:blip r:embed="rId2"/>
                <a:stretch>
                  <a:fillRect l="-1806" t="-1863" r="-1354" b="-869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ABE32E-1565-21B3-6B73-837DA51D3306}"/>
                  </a:ext>
                </a:extLst>
              </p:cNvPr>
              <p:cNvSpPr txBox="1"/>
              <p:nvPr/>
            </p:nvSpPr>
            <p:spPr>
              <a:xfrm>
                <a:off x="6350000" y="4253007"/>
                <a:ext cx="5753100" cy="2015936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Homework: the following are equivalent</a:t>
                </a:r>
              </a:p>
              <a:p>
                <a:pPr marL="457200" indent="-457200">
                  <a:buAutoNum type="arabicPeriod"/>
                </a:pPr>
                <a:r>
                  <a:rPr lang="en-US" sz="2500" dirty="0"/>
                  <a:t>v is transient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)&lt;∞</m:t>
                        </m:r>
                      </m:e>
                    </m:nary>
                  </m:oMath>
                </a14:m>
                <a:endParaRPr lang="en-US" sz="25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/>
                  <a:t>for infinitely many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ABE32E-1565-21B3-6B73-837DA51D3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4253007"/>
                <a:ext cx="5753100" cy="2015936"/>
              </a:xfrm>
              <a:prstGeom prst="rect">
                <a:avLst/>
              </a:prstGeom>
              <a:blipFill>
                <a:blip r:embed="rId3"/>
                <a:stretch>
                  <a:fillRect l="-1758" t="-2500" b="-87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73E131-5ADE-0D4C-E2A8-273D51C40811}"/>
                  </a:ext>
                </a:extLst>
              </p:cNvPr>
              <p:cNvSpPr txBox="1"/>
              <p:nvPr/>
            </p:nvSpPr>
            <p:spPr>
              <a:xfrm>
                <a:off x="152400" y="6268943"/>
                <a:ext cx="11201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infinite-state MCs: there is also </a:t>
                </a:r>
                <a:r>
                  <a:rPr lang="en-US" i="1" dirty="0"/>
                  <a:t>positive recurrent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]&lt;∞</m:t>
                    </m:r>
                  </m:oMath>
                </a14:m>
                <a:r>
                  <a:rPr lang="en-US" dirty="0"/>
                  <a:t> vs. </a:t>
                </a:r>
                <a:r>
                  <a:rPr lang="en-US" i="1" dirty="0"/>
                  <a:t>null recurrent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]=∞</m:t>
                    </m:r>
                  </m:oMath>
                </a14:m>
                <a:r>
                  <a:rPr lang="en-US" dirty="0"/>
                  <a:t> . That is, you can return to v with probability 1, but it takes infinite time to do so.</a:t>
                </a:r>
                <a:endParaRPr lang="en-US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73E131-5ADE-0D4C-E2A8-273D51C40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6268943"/>
                <a:ext cx="11201400" cy="646331"/>
              </a:xfrm>
              <a:prstGeom prst="rect">
                <a:avLst/>
              </a:prstGeom>
              <a:blipFill>
                <a:blip r:embed="rId4"/>
                <a:stretch>
                  <a:fillRect l="-453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5065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6382-3B81-3899-6333-1C65A714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0" y="380116"/>
            <a:ext cx="11078980" cy="1325563"/>
          </a:xfrm>
        </p:spPr>
        <p:txBody>
          <a:bodyPr>
            <a:normAutofit/>
          </a:bodyPr>
          <a:lstStyle/>
          <a:p>
            <a:r>
              <a:rPr lang="en-US" dirty="0"/>
              <a:t>Fundamental theorem of Markov chains </a:t>
            </a:r>
            <a:r>
              <a:rPr lang="en-US" sz="3500" dirty="0"/>
              <a:t>(existence/uniqueness of stationary distribution)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098B6-8CF6-74B7-F32F-6A3547B52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 M be a Markov chain with probability transition matrix P. If M is: </a:t>
                </a:r>
              </a:p>
              <a:p>
                <a:pPr marL="514350" indent="-514350">
                  <a:buAutoNum type="arabicParenR"/>
                </a:pPr>
                <a:r>
                  <a:rPr lang="en-US" dirty="0"/>
                  <a:t>P is </a:t>
                </a:r>
                <a:r>
                  <a:rPr lang="en-US" b="1" dirty="0"/>
                  <a:t>irreducible</a:t>
                </a:r>
                <a:r>
                  <a:rPr lang="en-US" dirty="0"/>
                  <a:t>, meaning you can reach any vertex y starting from any vertex x:</a:t>
                </a:r>
              </a:p>
              <a:p>
                <a:pPr lvl="1"/>
                <a:r>
                  <a:rPr lang="en-US" dirty="0"/>
                  <a:t>For all x, y, there exists t&gt;0 such that P</a:t>
                </a:r>
                <a:r>
                  <a:rPr lang="en-US" baseline="30000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x,y</a:t>
                </a:r>
                <a:r>
                  <a:rPr lang="en-US" dirty="0"/>
                  <a:t>)&gt;0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2)   P is </a:t>
                </a:r>
                <a:r>
                  <a:rPr lang="en-US" b="1" dirty="0"/>
                  <a:t>aperiodic</a:t>
                </a:r>
                <a:r>
                  <a:rPr lang="en-US" dirty="0"/>
                  <a:t>,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arenR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there exists a unique </a:t>
                </a:r>
                <a:r>
                  <a:rPr lang="en-US" b="1" dirty="0"/>
                  <a:t>stationary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i.e. a prob. dist. such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098B6-8CF6-74B7-F32F-6A3547B52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1597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0F91D2-A149-4EC7-B97B-B495E17A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0784-5BCF-F696-3ADA-AC7FDAF4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0" y="380116"/>
            <a:ext cx="11078980" cy="1325563"/>
          </a:xfrm>
        </p:spPr>
        <p:txBody>
          <a:bodyPr>
            <a:normAutofit/>
          </a:bodyPr>
          <a:lstStyle/>
          <a:p>
            <a:r>
              <a:rPr lang="en-US" dirty="0"/>
              <a:t>Examples of non-irreducible/aperiodic Markov chains</a:t>
            </a:r>
            <a:endParaRPr lang="en-US" sz="35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9D852F-2B88-8005-29DB-DAE04BCC9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820" y="3302000"/>
            <a:ext cx="4470400" cy="355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F918A-D30D-3142-0D7A-6DC71D7B02B5}"/>
              </a:ext>
            </a:extLst>
          </p:cNvPr>
          <p:cNvSpPr txBox="1"/>
          <p:nvPr/>
        </p:nvSpPr>
        <p:spPr>
          <a:xfrm>
            <a:off x="629587" y="2101671"/>
            <a:ext cx="4302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 irreducible:</a:t>
            </a:r>
          </a:p>
          <a:p>
            <a:r>
              <a:rPr lang="en-US" sz="2400" dirty="0"/>
              <a:t>If you start at v, you either get stuck in the left or right side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6DE9D-7F0F-6F8F-3161-C9B69AEC8FD7}"/>
              </a:ext>
            </a:extLst>
          </p:cNvPr>
          <p:cNvSpPr txBox="1"/>
          <p:nvPr/>
        </p:nvSpPr>
        <p:spPr>
          <a:xfrm>
            <a:off x="6568190" y="2088341"/>
            <a:ext cx="4302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 aperiodic: </a:t>
            </a:r>
            <a:r>
              <a:rPr lang="en-US" sz="2400" dirty="0"/>
              <a:t>you always switch sides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D65C9-8310-4413-610F-23F009CCDFA5}"/>
              </a:ext>
            </a:extLst>
          </p:cNvPr>
          <p:cNvSpPr txBox="1"/>
          <p:nvPr/>
        </p:nvSpPr>
        <p:spPr>
          <a:xfrm>
            <a:off x="2405921" y="3697992"/>
            <a:ext cx="3433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1AD28EC-2115-473D-0A61-E06BC0C0B8D2}"/>
                  </a:ext>
                </a:extLst>
              </p14:cNvPr>
              <p14:cNvContentPartPr/>
              <p14:nvPr/>
            </p14:nvContentPartPr>
            <p14:xfrm>
              <a:off x="7772075" y="5827314"/>
              <a:ext cx="1913400" cy="581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1AD28EC-2115-473D-0A61-E06BC0C0B8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65955" y="5821194"/>
                <a:ext cx="1925640" cy="59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E264910-69E6-B882-2E4A-CAA55A419C6F}"/>
              </a:ext>
            </a:extLst>
          </p:cNvPr>
          <p:cNvGrpSpPr/>
          <p:nvPr/>
        </p:nvGrpSpPr>
        <p:grpSpPr>
          <a:xfrm>
            <a:off x="7355195" y="3477594"/>
            <a:ext cx="2816640" cy="2304000"/>
            <a:chOff x="7355195" y="3477594"/>
            <a:chExt cx="2816640" cy="23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233B990-5A75-B661-4A9C-773797820D23}"/>
                    </a:ext>
                  </a:extLst>
                </p14:cNvPr>
                <p14:cNvContentPartPr/>
                <p14:nvPr/>
              </p14:nvContentPartPr>
              <p14:xfrm>
                <a:off x="7355195" y="3823194"/>
                <a:ext cx="311400" cy="335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233B990-5A75-B661-4A9C-773797820D2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49075" y="3817074"/>
                  <a:ext cx="323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D9D6C97-6A6E-A8AB-85D9-DDC7F69BAA09}"/>
                    </a:ext>
                  </a:extLst>
                </p14:cNvPr>
                <p14:cNvContentPartPr/>
                <p14:nvPr/>
              </p14:nvContentPartPr>
              <p14:xfrm>
                <a:off x="7486595" y="5286234"/>
                <a:ext cx="318960" cy="401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D9D6C97-6A6E-A8AB-85D9-DDC7F69BAA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80475" y="5280114"/>
                  <a:ext cx="3312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D83DFA0-992A-C236-0F73-694DECC21437}"/>
                    </a:ext>
                  </a:extLst>
                </p14:cNvPr>
                <p14:cNvContentPartPr/>
                <p14:nvPr/>
              </p14:nvContentPartPr>
              <p14:xfrm>
                <a:off x="9745595" y="3962154"/>
                <a:ext cx="302400" cy="36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D83DFA0-992A-C236-0F73-694DECC2143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39475" y="3956034"/>
                  <a:ext cx="3146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A8D165-2C5A-5B33-18D9-E51086F28CE3}"/>
                    </a:ext>
                  </a:extLst>
                </p14:cNvPr>
                <p14:cNvContentPartPr/>
                <p14:nvPr/>
              </p14:nvContentPartPr>
              <p14:xfrm>
                <a:off x="9926315" y="5370834"/>
                <a:ext cx="245520" cy="410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A8D165-2C5A-5B33-18D9-E51086F28C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20195" y="5364714"/>
                  <a:ext cx="2577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2F96F25-D074-B735-6D60-68C4F856FFF6}"/>
                    </a:ext>
                  </a:extLst>
                </p14:cNvPr>
                <p14:cNvContentPartPr/>
                <p14:nvPr/>
              </p14:nvContentPartPr>
              <p14:xfrm>
                <a:off x="7691075" y="3853434"/>
                <a:ext cx="1893960" cy="324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2F96F25-D074-B735-6D60-68C4F856FFF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84955" y="3847314"/>
                  <a:ext cx="19062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FAE928-6426-457F-22E6-0B0C0E171A21}"/>
                    </a:ext>
                  </a:extLst>
                </p14:cNvPr>
                <p14:cNvContentPartPr/>
                <p14:nvPr/>
              </p14:nvContentPartPr>
              <p14:xfrm>
                <a:off x="8001755" y="4346994"/>
                <a:ext cx="1688400" cy="92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FAE928-6426-457F-22E6-0B0C0E171A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95635" y="4340874"/>
                  <a:ext cx="1700640" cy="9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90BF765-3F86-8EA2-D16F-C36CE8518332}"/>
                    </a:ext>
                  </a:extLst>
                </p14:cNvPr>
                <p14:cNvContentPartPr/>
                <p14:nvPr/>
              </p14:nvContentPartPr>
              <p14:xfrm>
                <a:off x="8037395" y="5389914"/>
                <a:ext cx="1424160" cy="257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90BF765-3F86-8EA2-D16F-C36CE85183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31275" y="5383794"/>
                  <a:ext cx="1436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48FFD7-5EA2-E1E9-88E4-C135BF9CC235}"/>
                    </a:ext>
                  </a:extLst>
                </p14:cNvPr>
                <p14:cNvContentPartPr/>
                <p14:nvPr/>
              </p14:nvContentPartPr>
              <p14:xfrm>
                <a:off x="7586675" y="4227474"/>
                <a:ext cx="1546920" cy="867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48FFD7-5EA2-E1E9-88E4-C135BF9CC2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80555" y="4221354"/>
                  <a:ext cx="155916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D0CE76-E0B4-A21B-1DD6-1EB37FDFBF7F}"/>
                    </a:ext>
                  </a:extLst>
                </p14:cNvPr>
                <p14:cNvContentPartPr/>
                <p14:nvPr/>
              </p14:nvContentPartPr>
              <p14:xfrm>
                <a:off x="7702595" y="3477594"/>
                <a:ext cx="1827720" cy="372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D0CE76-E0B4-A21B-1DD6-1EB37FDFBF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96475" y="3471474"/>
                  <a:ext cx="1839960" cy="38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25317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AE8E-D548-181C-B1D5-EBE95136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F296B-5CD6-6076-3D89-FFCBA2362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 Markov chain, divide it into its “strongly connected components” (</a:t>
            </a:r>
            <a:r>
              <a:rPr lang="en-US" dirty="0" err="1"/>
              <a:t>ie</a:t>
            </a:r>
            <a:r>
              <a:rPr lang="en-US" dirty="0"/>
              <a:t> partitions where every node can reach every other node)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… get a directed </a:t>
            </a:r>
            <a:r>
              <a:rPr lang="en-US" dirty="0" err="1"/>
              <a:t>acylic</a:t>
            </a:r>
            <a:r>
              <a:rPr lang="en-US" dirty="0"/>
              <a:t> graph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22EF817-E1FB-A7BF-61B0-DB3B28A28AFD}"/>
                  </a:ext>
                </a:extLst>
              </p14:cNvPr>
              <p14:cNvContentPartPr/>
              <p14:nvPr/>
            </p14:nvContentPartPr>
            <p14:xfrm>
              <a:off x="991780" y="4724440"/>
              <a:ext cx="354960" cy="36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22EF817-E1FB-A7BF-61B0-DB3B28A28A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5660" y="4718320"/>
                <a:ext cx="3672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2255AC-8012-597A-C179-3F63D73FDBFC}"/>
                  </a:ext>
                </a:extLst>
              </p14:cNvPr>
              <p14:cNvContentPartPr/>
              <p14:nvPr/>
            </p14:nvContentPartPr>
            <p14:xfrm>
              <a:off x="1464100" y="4971400"/>
              <a:ext cx="749880" cy="248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2255AC-8012-597A-C179-3F63D73FDB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7980" y="4965280"/>
                <a:ext cx="7621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B20A577-5B16-EF33-BBFE-DDD0C97FE6CE}"/>
                  </a:ext>
                </a:extLst>
              </p14:cNvPr>
              <p14:cNvContentPartPr/>
              <p14:nvPr/>
            </p14:nvContentPartPr>
            <p14:xfrm>
              <a:off x="2403700" y="5156800"/>
              <a:ext cx="360720" cy="291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B20A577-5B16-EF33-BBFE-DDD0C97FE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7580" y="5150680"/>
                <a:ext cx="3729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E7A772B-DF15-1D1C-BFD7-BD02FC056883}"/>
                  </a:ext>
                </a:extLst>
              </p14:cNvPr>
              <p14:cNvContentPartPr/>
              <p14:nvPr/>
            </p14:nvContentPartPr>
            <p14:xfrm>
              <a:off x="2184460" y="5653240"/>
              <a:ext cx="217440" cy="511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E7A772B-DF15-1D1C-BFD7-BD02FC0568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78340" y="5647120"/>
                <a:ext cx="22968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048477-4442-5544-67C6-8F2A749F201B}"/>
                  </a:ext>
                </a:extLst>
              </p14:cNvPr>
              <p14:cNvContentPartPr/>
              <p14:nvPr/>
            </p14:nvContentPartPr>
            <p14:xfrm>
              <a:off x="1968100" y="6291520"/>
              <a:ext cx="169560" cy="345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8048477-4442-5544-67C6-8F2A749F201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61980" y="6285400"/>
                <a:ext cx="18180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F4E4D2-BC0B-8874-C30D-CA521869B2A9}"/>
                  </a:ext>
                </a:extLst>
              </p14:cNvPr>
              <p14:cNvContentPartPr/>
              <p14:nvPr/>
            </p14:nvContentPartPr>
            <p14:xfrm>
              <a:off x="973780" y="5291080"/>
              <a:ext cx="906120" cy="1113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F4E4D2-BC0B-8874-C30D-CA521869B2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7660" y="5284960"/>
                <a:ext cx="918360" cy="11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93B7C84-98EB-46D6-061D-8B6362BE590E}"/>
              </a:ext>
            </a:extLst>
          </p:cNvPr>
          <p:cNvGrpSpPr/>
          <p:nvPr/>
        </p:nvGrpSpPr>
        <p:grpSpPr>
          <a:xfrm>
            <a:off x="2987260" y="4860880"/>
            <a:ext cx="3056760" cy="1633320"/>
            <a:chOff x="2987260" y="4860880"/>
            <a:chExt cx="3056760" cy="163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03B1EA-2916-8EDD-2B7C-58C84E48146F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03B1EA-2916-8EDD-2B7C-58C84E481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CE3B34-DEA1-2B8C-5B49-F3312FEC4B07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CE3B34-DEA1-2B8C-5B49-F3312FEC4B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6AA439-B12A-DD8F-2867-9C9AB1BAA124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6AA439-B12A-DD8F-2867-9C9AB1BAA1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A3A43B-261F-5167-F72A-9166690743C3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A3A43B-261F-5167-F72A-9166690743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7483923-A44F-3272-921F-7838F9756B2A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7483923-A44F-3272-921F-7838F9756B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93758A-80E9-B475-DF21-D05650E619AD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93758A-80E9-B475-DF21-D05650E619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9DD574-189C-1BEA-2F76-D02F93BF20ED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9DD574-189C-1BEA-2F76-D02F93BF20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E64F329-10CD-176D-68FE-6C67A74C9A00}"/>
                    </a:ext>
                  </a:extLst>
                </p14:cNvPr>
                <p14:cNvContentPartPr/>
                <p14:nvPr/>
              </p14:nvContentPartPr>
              <p14:xfrm>
                <a:off x="4484140" y="4860880"/>
                <a:ext cx="535680" cy="73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E64F329-10CD-176D-68FE-6C67A74C9A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78020" y="4854760"/>
                  <a:ext cx="547920" cy="74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641F498-3425-9A34-755B-432A639CBFD4}"/>
                  </a:ext>
                </a:extLst>
              </p14:cNvPr>
              <p14:cNvContentPartPr/>
              <p14:nvPr/>
            </p14:nvContentPartPr>
            <p14:xfrm>
              <a:off x="4979500" y="495016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641F498-3425-9A34-755B-432A639CBF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73380" y="494404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23297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84688D-E034-670C-17F4-8943B8CB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84B9-34D6-5879-FA1A-91C6C90F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8D24F-BE66-3B25-B464-3FBCC3FD2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 Markov chain, divide it into its “strongly connected components” (</a:t>
            </a:r>
            <a:r>
              <a:rPr lang="en-US" dirty="0" err="1"/>
              <a:t>ie</a:t>
            </a:r>
            <a:r>
              <a:rPr lang="en-US" dirty="0"/>
              <a:t> partitions where every node can reach every other node)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0C97BD-A09A-656F-0DF8-B68E0EDF5C00}"/>
              </a:ext>
            </a:extLst>
          </p:cNvPr>
          <p:cNvGrpSpPr/>
          <p:nvPr/>
        </p:nvGrpSpPr>
        <p:grpSpPr>
          <a:xfrm>
            <a:off x="973780" y="4724440"/>
            <a:ext cx="5070240" cy="1913040"/>
            <a:chOff x="973780" y="4724440"/>
            <a:chExt cx="5070240" cy="19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453823D-1EE4-0039-1355-8ADD711FC9D6}"/>
                    </a:ext>
                  </a:extLst>
                </p14:cNvPr>
                <p14:cNvContentPartPr/>
                <p14:nvPr/>
              </p14:nvContentPartPr>
              <p14:xfrm>
                <a:off x="991780" y="4724440"/>
                <a:ext cx="354960" cy="36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453823D-1EE4-0039-1355-8ADD711FC9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660" y="4718320"/>
                  <a:ext cx="36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AD7C18-3201-C4A1-B997-B61F176B64C8}"/>
                    </a:ext>
                  </a:extLst>
                </p14:cNvPr>
                <p14:cNvContentPartPr/>
                <p14:nvPr/>
              </p14:nvContentPartPr>
              <p14:xfrm>
                <a:off x="1464100" y="4971400"/>
                <a:ext cx="749880" cy="248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AD7C18-3201-C4A1-B997-B61F176B64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7980" y="4965280"/>
                  <a:ext cx="762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25BE873-0F04-10F6-9590-86D5E9EFCF78}"/>
                    </a:ext>
                  </a:extLst>
                </p14:cNvPr>
                <p14:cNvContentPartPr/>
                <p14:nvPr/>
              </p14:nvContentPartPr>
              <p14:xfrm>
                <a:off x="2403700" y="5156800"/>
                <a:ext cx="360720" cy="29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25BE873-0F04-10F6-9590-86D5E9EFCF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7580" y="5150680"/>
                  <a:ext cx="37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7E3F12-0888-CE3C-2454-9FE5E3F40727}"/>
                    </a:ext>
                  </a:extLst>
                </p14:cNvPr>
                <p14:cNvContentPartPr/>
                <p14:nvPr/>
              </p14:nvContentPartPr>
              <p14:xfrm>
                <a:off x="2184460" y="5653240"/>
                <a:ext cx="217440" cy="51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7E3F12-0888-CE3C-2454-9FE5E3F407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340" y="5647120"/>
                  <a:ext cx="229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094B8D-D2AD-FA11-8C38-88B6A8C4E733}"/>
                    </a:ext>
                  </a:extLst>
                </p14:cNvPr>
                <p14:cNvContentPartPr/>
                <p14:nvPr/>
              </p14:nvContentPartPr>
              <p14:xfrm>
                <a:off x="1968100" y="6291520"/>
                <a:ext cx="169560" cy="34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094B8D-D2AD-FA11-8C38-88B6A8C4E7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1980" y="6285400"/>
                  <a:ext cx="181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564248-A75F-A80D-F0F3-13D06710A420}"/>
                    </a:ext>
                  </a:extLst>
                </p14:cNvPr>
                <p14:cNvContentPartPr/>
                <p14:nvPr/>
              </p14:nvContentPartPr>
              <p14:xfrm>
                <a:off x="973780" y="5291080"/>
                <a:ext cx="906120" cy="11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564248-A75F-A80D-F0F3-13D06710A42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660" y="5284960"/>
                  <a:ext cx="91836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F4A7D1-F025-0158-FED9-19D004E2BCBC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F4A7D1-F025-0158-FED9-19D004E2BC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466A48-96E1-894A-F43A-3ABFC833A7F8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466A48-96E1-894A-F43A-3ABFC833A7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D29DEF-52C7-A3AD-DD31-BA11499D10A2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D29DEF-52C7-A3AD-DD31-BA11499D10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E07DAA-B313-79B2-1327-733D54E57539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DE07DAA-B313-79B2-1327-733D54E575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FB295B-62B2-83F5-3A1A-6ECADFDD9422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FB295B-62B2-83F5-3A1A-6ECADFDD94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42AD00-BBF0-D4C9-A255-32B04B3FB0B2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42AD00-BBF0-D4C9-A255-32B04B3FB0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0079F02-5F75-0E67-8D02-1E3759BFC65A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0079F02-5F75-0E67-8D02-1E3759BFC6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A85FEF-0C14-14FF-40D4-616169BC6844}"/>
                  </a:ext>
                </a:extLst>
              </p14:cNvPr>
              <p14:cNvContentPartPr/>
              <p14:nvPr/>
            </p14:nvContentPartPr>
            <p14:xfrm>
              <a:off x="312100" y="4413400"/>
              <a:ext cx="2470320" cy="232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A85FEF-0C14-14FF-40D4-616169BC684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980" y="4407280"/>
                <a:ext cx="2482560" cy="233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1B461FF-4C37-796E-1DA3-7F391E349A7C}"/>
              </a:ext>
            </a:extLst>
          </p:cNvPr>
          <p:cNvGrpSpPr/>
          <p:nvPr/>
        </p:nvGrpSpPr>
        <p:grpSpPr>
          <a:xfrm>
            <a:off x="1276540" y="3922720"/>
            <a:ext cx="261360" cy="360000"/>
            <a:chOff x="1276540" y="3922720"/>
            <a:chExt cx="2613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89DE97-2D23-CAE6-B8F1-E85F29A5DEDA}"/>
                    </a:ext>
                  </a:extLst>
                </p14:cNvPr>
                <p14:cNvContentPartPr/>
                <p14:nvPr/>
              </p14:nvContentPartPr>
              <p14:xfrm>
                <a:off x="1276540" y="3922720"/>
                <a:ext cx="260280" cy="31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89DE97-2D23-CAE6-B8F1-E85F29A5DE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0420" y="3916600"/>
                  <a:ext cx="272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9393F0-8336-FBE8-CB16-C7EECA65B22A}"/>
                    </a:ext>
                  </a:extLst>
                </p14:cNvPr>
                <p14:cNvContentPartPr/>
                <p14:nvPr/>
              </p14:nvContentPartPr>
              <p14:xfrm>
                <a:off x="1537540" y="4190560"/>
                <a:ext cx="360" cy="9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9393F0-8336-FBE8-CB16-C7EECA65B2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1420" y="4184440"/>
                  <a:ext cx="126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4EDE90-6C67-48CD-94B1-F3B05C70991F}"/>
              </a:ext>
            </a:extLst>
          </p:cNvPr>
          <p:cNvGrpSpPr/>
          <p:nvPr/>
        </p:nvGrpSpPr>
        <p:grpSpPr>
          <a:xfrm>
            <a:off x="3867820" y="4451560"/>
            <a:ext cx="3432600" cy="2311560"/>
            <a:chOff x="3867820" y="4451560"/>
            <a:chExt cx="3432600" cy="23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E8E437-0ABA-AD09-A26F-C16DCA4E2AF7}"/>
                    </a:ext>
                  </a:extLst>
                </p14:cNvPr>
                <p14:cNvContentPartPr/>
                <p14:nvPr/>
              </p14:nvContentPartPr>
              <p14:xfrm>
                <a:off x="3994540" y="4882840"/>
                <a:ext cx="878760" cy="65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E8E437-0ABA-AD09-A26F-C16DCA4E2A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8420" y="4876720"/>
                  <a:ext cx="8910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DBEC1D-3853-9A88-30B9-2CF26B9EBD9E}"/>
                    </a:ext>
                  </a:extLst>
                </p14:cNvPr>
                <p14:cNvContentPartPr/>
                <p14:nvPr/>
              </p14:nvContentPartPr>
              <p14:xfrm>
                <a:off x="4246180" y="5878960"/>
                <a:ext cx="2081160" cy="88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DBEC1D-3853-9A88-30B9-2CF26B9EBD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0060" y="5872840"/>
                  <a:ext cx="209340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269501-6862-86C0-3306-3140D117E1AE}"/>
                    </a:ext>
                  </a:extLst>
                </p14:cNvPr>
                <p14:cNvContentPartPr/>
                <p14:nvPr/>
              </p14:nvContentPartPr>
              <p14:xfrm>
                <a:off x="3867820" y="4451560"/>
                <a:ext cx="348120" cy="33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269501-6862-86C0-3306-3140D117E1A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700" y="4445440"/>
                  <a:ext cx="360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DAE905-6202-2E0A-8949-7E89487CCE83}"/>
                    </a:ext>
                  </a:extLst>
                </p14:cNvPr>
                <p14:cNvContentPartPr/>
                <p14:nvPr/>
              </p14:nvContentPartPr>
              <p14:xfrm>
                <a:off x="4264180" y="4733800"/>
                <a:ext cx="89280" cy="11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DAE905-6202-2E0A-8949-7E89487CCE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58060" y="4727680"/>
                  <a:ext cx="101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6DA8B0-9092-A719-433C-874EBADD9B74}"/>
                    </a:ext>
                  </a:extLst>
                </p14:cNvPr>
                <p14:cNvContentPartPr/>
                <p14:nvPr/>
              </p14:nvContentPartPr>
              <p14:xfrm>
                <a:off x="5002540" y="5448760"/>
                <a:ext cx="293040" cy="26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6DA8B0-9092-A719-433C-874EBADD9B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6420" y="5442640"/>
                  <a:ext cx="305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BD10F6D-141B-52D0-4637-42A4A3DFECDA}"/>
                    </a:ext>
                  </a:extLst>
                </p14:cNvPr>
                <p14:cNvContentPartPr/>
                <p14:nvPr/>
              </p14:nvContentPartPr>
              <p14:xfrm>
                <a:off x="5349940" y="5710120"/>
                <a:ext cx="9792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BD10F6D-141B-52D0-4637-42A4A3DFEC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3820" y="5704000"/>
                  <a:ext cx="110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49DA35-824A-346A-17F3-833C02BBB385}"/>
                    </a:ext>
                  </a:extLst>
                </p14:cNvPr>
                <p14:cNvContentPartPr/>
                <p14:nvPr/>
              </p14:nvContentPartPr>
              <p14:xfrm>
                <a:off x="6637300" y="4972120"/>
                <a:ext cx="4910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49DA35-824A-346A-17F3-833C02BBB3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1180" y="4966000"/>
                  <a:ext cx="503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7B5475D-243E-9015-1878-EE7673D81997}"/>
                    </a:ext>
                  </a:extLst>
                </p14:cNvPr>
                <p14:cNvContentPartPr/>
                <p14:nvPr/>
              </p14:nvContentPartPr>
              <p14:xfrm>
                <a:off x="6649900" y="5068600"/>
                <a:ext cx="444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7B5475D-243E-9015-1878-EE7673D819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43780" y="5062480"/>
                  <a:ext cx="457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1DAC88-0756-E448-99CF-76831E84F253}"/>
                    </a:ext>
                  </a:extLst>
                </p14:cNvPr>
                <p14:cNvContentPartPr/>
                <p14:nvPr/>
              </p14:nvContentPartPr>
              <p14:xfrm>
                <a:off x="6917380" y="4878880"/>
                <a:ext cx="383040" cy="38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1DAC88-0756-E448-99CF-76831E84F2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1260" y="4872760"/>
                  <a:ext cx="3952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FA87EC7-FA4F-CC99-BCD2-79F6B1503617}"/>
              </a:ext>
            </a:extLst>
          </p:cNvPr>
          <p:cNvGrpSpPr/>
          <p:nvPr/>
        </p:nvGrpSpPr>
        <p:grpSpPr>
          <a:xfrm>
            <a:off x="8101780" y="4178680"/>
            <a:ext cx="1383480" cy="498240"/>
            <a:chOff x="8101780" y="4178680"/>
            <a:chExt cx="13834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F88408-1BCD-4E0E-1E33-A8DF74205D98}"/>
                    </a:ext>
                  </a:extLst>
                </p14:cNvPr>
                <p14:cNvContentPartPr/>
                <p14:nvPr/>
              </p14:nvContentPartPr>
              <p14:xfrm>
                <a:off x="8101780" y="4178680"/>
                <a:ext cx="339480" cy="47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F88408-1BCD-4E0E-1E33-A8DF74205D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95660" y="4172560"/>
                  <a:ext cx="351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3D8B59-39AC-96E2-075F-854E75178472}"/>
                    </a:ext>
                  </a:extLst>
                </p14:cNvPr>
                <p14:cNvContentPartPr/>
                <p14:nvPr/>
              </p14:nvContentPartPr>
              <p14:xfrm>
                <a:off x="8605780" y="4549120"/>
                <a:ext cx="36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3D8B59-39AC-96E2-075F-854E7517847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9660" y="4543000"/>
                  <a:ext cx="12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8E3289-EE0D-AB21-06C2-0A13DB33FA64}"/>
                    </a:ext>
                  </a:extLst>
                </p14:cNvPr>
                <p14:cNvContentPartPr/>
                <p14:nvPr/>
              </p14:nvContentPartPr>
              <p14:xfrm>
                <a:off x="8935900" y="4342480"/>
                <a:ext cx="549360" cy="187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8E3289-EE0D-AB21-06C2-0A13DB33FA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29780" y="4336360"/>
                  <a:ext cx="5616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E80565-66F0-80C6-506B-C17E8437C987}"/>
              </a:ext>
            </a:extLst>
          </p:cNvPr>
          <p:cNvGrpSpPr/>
          <p:nvPr/>
        </p:nvGrpSpPr>
        <p:grpSpPr>
          <a:xfrm>
            <a:off x="9583900" y="4149160"/>
            <a:ext cx="876240" cy="559800"/>
            <a:chOff x="9583900" y="4149160"/>
            <a:chExt cx="876240" cy="55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39FEA8-E7D4-5929-A631-F06EC9E3A797}"/>
                    </a:ext>
                  </a:extLst>
                </p14:cNvPr>
                <p14:cNvContentPartPr/>
                <p14:nvPr/>
              </p14:nvContentPartPr>
              <p14:xfrm>
                <a:off x="9583900" y="4149160"/>
                <a:ext cx="384120" cy="451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39FEA8-E7D4-5929-A631-F06EC9E3A79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77780" y="4143040"/>
                  <a:ext cx="3963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018256-924E-BF11-68DA-F2371F927EE9}"/>
                    </a:ext>
                  </a:extLst>
                </p14:cNvPr>
                <p14:cNvContentPartPr/>
                <p14:nvPr/>
              </p14:nvContentPartPr>
              <p14:xfrm>
                <a:off x="10161700" y="4523920"/>
                <a:ext cx="298440" cy="18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018256-924E-BF11-68DA-F2371F927EE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55580" y="4517800"/>
                  <a:ext cx="3106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C176DB3-223E-8D8D-9ED9-F981FAD4BC15}"/>
              </a:ext>
            </a:extLst>
          </p:cNvPr>
          <p:cNvGrpSpPr/>
          <p:nvPr/>
        </p:nvGrpSpPr>
        <p:grpSpPr>
          <a:xfrm>
            <a:off x="8672020" y="4889320"/>
            <a:ext cx="1064880" cy="802080"/>
            <a:chOff x="8672020" y="4889320"/>
            <a:chExt cx="106488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087F19-213A-8C86-6D9A-039E78730C49}"/>
                    </a:ext>
                  </a:extLst>
                </p14:cNvPr>
                <p14:cNvContentPartPr/>
                <p14:nvPr/>
              </p14:nvContentPartPr>
              <p14:xfrm>
                <a:off x="8672020" y="4889320"/>
                <a:ext cx="378720" cy="46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087F19-213A-8C86-6D9A-039E78730C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65900" y="4883200"/>
                  <a:ext cx="3909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E9A2B2-228D-BF4F-385B-2D31B632B4A6}"/>
                    </a:ext>
                  </a:extLst>
                </p14:cNvPr>
                <p14:cNvContentPartPr/>
                <p14:nvPr/>
              </p14:nvContentPartPr>
              <p14:xfrm>
                <a:off x="9259180" y="5099200"/>
                <a:ext cx="263880" cy="436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E9A2B2-228D-BF4F-385B-2D31B632B4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53060" y="5093080"/>
                  <a:ext cx="2761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29B8C4A-00C5-F92D-E0EC-110BC117282B}"/>
                    </a:ext>
                  </a:extLst>
                </p14:cNvPr>
                <p14:cNvContentPartPr/>
                <p14:nvPr/>
              </p14:nvContentPartPr>
              <p14:xfrm>
                <a:off x="9604780" y="5479000"/>
                <a:ext cx="132120" cy="212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29B8C4A-00C5-F92D-E0EC-110BC11728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98660" y="5472880"/>
                  <a:ext cx="14436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6839FF4-45B5-036E-FB30-0A1DFD93353F}"/>
                  </a:ext>
                </a:extLst>
              </p14:cNvPr>
              <p14:cNvContentPartPr/>
              <p14:nvPr/>
            </p14:nvContentPartPr>
            <p14:xfrm>
              <a:off x="4484140" y="4860880"/>
              <a:ext cx="535680" cy="731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6839FF4-45B5-036E-FB30-0A1DFD93353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78020" y="4854760"/>
                <a:ext cx="547920" cy="74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26336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C01CE7-39A6-B38C-9847-B23E56FF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0F2F-6B25-632A-7628-7F604C2B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CBB55-237E-6995-720E-B372B9354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982"/>
            <a:ext cx="11041700" cy="2306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a Markov chain, divide it into its “strongly connected components” (</a:t>
            </a:r>
            <a:r>
              <a:rPr lang="en-US" dirty="0" err="1"/>
              <a:t>ie</a:t>
            </a:r>
            <a:r>
              <a:rPr lang="en-US" dirty="0"/>
              <a:t> partitions where every node can reach every other node)</a:t>
            </a:r>
          </a:p>
          <a:p>
            <a:pPr marL="0" indent="0">
              <a:buNone/>
            </a:pPr>
            <a:r>
              <a:rPr lang="en-US" dirty="0"/>
              <a:t>Vertices in leaves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recurrent</a:t>
            </a:r>
          </a:p>
          <a:p>
            <a:pPr lvl="1"/>
            <a:r>
              <a:rPr lang="en-US" dirty="0"/>
              <a:t>If a leaf has a single node, then it is an </a:t>
            </a:r>
            <a:r>
              <a:rPr lang="en-US" b="1" dirty="0"/>
              <a:t>absorbing state</a:t>
            </a:r>
            <a:r>
              <a:rPr lang="en-US" dirty="0"/>
              <a:t> (</a:t>
            </a:r>
            <a:r>
              <a:rPr lang="en-US" dirty="0" err="1"/>
              <a:t>eg</a:t>
            </a:r>
            <a:r>
              <a:rPr lang="en-US" dirty="0"/>
              <a:t> C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Vertices in internal nodes are </a:t>
            </a:r>
            <a:r>
              <a:rPr lang="en-US" b="1" dirty="0">
                <a:solidFill>
                  <a:srgbClr val="FF0000"/>
                </a:solidFill>
              </a:rPr>
              <a:t>transient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0C42B6-11A5-7C57-06D4-10251ECB94A2}"/>
              </a:ext>
            </a:extLst>
          </p:cNvPr>
          <p:cNvGrpSpPr/>
          <p:nvPr/>
        </p:nvGrpSpPr>
        <p:grpSpPr>
          <a:xfrm>
            <a:off x="973780" y="4724440"/>
            <a:ext cx="5070240" cy="1913040"/>
            <a:chOff x="973780" y="4724440"/>
            <a:chExt cx="5070240" cy="19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6B13593-985D-3DFB-AC0B-226985886C8A}"/>
                    </a:ext>
                  </a:extLst>
                </p14:cNvPr>
                <p14:cNvContentPartPr/>
                <p14:nvPr/>
              </p14:nvContentPartPr>
              <p14:xfrm>
                <a:off x="991780" y="4724440"/>
                <a:ext cx="354960" cy="36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6B13593-985D-3DFB-AC0B-226985886C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660" y="4718320"/>
                  <a:ext cx="36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8B428F-7814-53C0-CCEB-953523A2265D}"/>
                    </a:ext>
                  </a:extLst>
                </p14:cNvPr>
                <p14:cNvContentPartPr/>
                <p14:nvPr/>
              </p14:nvContentPartPr>
              <p14:xfrm>
                <a:off x="1464100" y="4971400"/>
                <a:ext cx="749880" cy="248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8B428F-7814-53C0-CCEB-953523A226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7980" y="4965280"/>
                  <a:ext cx="762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C7A27C-DFCB-CFB1-7816-DFE638F2CB1F}"/>
                    </a:ext>
                  </a:extLst>
                </p14:cNvPr>
                <p14:cNvContentPartPr/>
                <p14:nvPr/>
              </p14:nvContentPartPr>
              <p14:xfrm>
                <a:off x="2403700" y="5156800"/>
                <a:ext cx="360720" cy="29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C7A27C-DFCB-CFB1-7816-DFE638F2CB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7580" y="5150680"/>
                  <a:ext cx="37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4FDB86-4F44-FAFA-D5DC-DE0888B3A2B1}"/>
                    </a:ext>
                  </a:extLst>
                </p14:cNvPr>
                <p14:cNvContentPartPr/>
                <p14:nvPr/>
              </p14:nvContentPartPr>
              <p14:xfrm>
                <a:off x="2184460" y="5653240"/>
                <a:ext cx="217440" cy="51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4FDB86-4F44-FAFA-D5DC-DE0888B3A2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340" y="5647120"/>
                  <a:ext cx="229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2827500-0E38-CA84-3228-234AAD859755}"/>
                    </a:ext>
                  </a:extLst>
                </p14:cNvPr>
                <p14:cNvContentPartPr/>
                <p14:nvPr/>
              </p14:nvContentPartPr>
              <p14:xfrm>
                <a:off x="1968100" y="6291520"/>
                <a:ext cx="169560" cy="34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2827500-0E38-CA84-3228-234AAD8597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1980" y="6285400"/>
                  <a:ext cx="181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CAFC330-C0C8-8CB5-96C7-FA4DCE7268EB}"/>
                    </a:ext>
                  </a:extLst>
                </p14:cNvPr>
                <p14:cNvContentPartPr/>
                <p14:nvPr/>
              </p14:nvContentPartPr>
              <p14:xfrm>
                <a:off x="973780" y="5291080"/>
                <a:ext cx="906120" cy="11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CAFC330-C0C8-8CB5-96C7-FA4DCE7268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660" y="5284960"/>
                  <a:ext cx="91836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3ABB97-0D04-EA6F-3789-564C9A2005B6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3ABB97-0D04-EA6F-3789-564C9A2005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04C2E9-F444-D4DB-FDB3-EF306506817B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04C2E9-F444-D4DB-FDB3-EF30650681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A0A15E3-A974-8E50-50F2-7C79AB96A81B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A0A15E3-A974-8E50-50F2-7C79AB96A8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0C591D-48CC-D34A-D6DE-E1382D5A35DD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0C591D-48CC-D34A-D6DE-E1382D5A35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D406DFA-7E06-3F3F-F4BA-2373B1451EBF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D406DFA-7E06-3F3F-F4BA-2373B1451E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9C029E-7130-F17E-4F21-CA9441586B22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9C029E-7130-F17E-4F21-CA9441586B2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78D9B9-3D8B-1EE2-69D3-270EE6AE6432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78D9B9-3D8B-1EE2-69D3-270EE6AE64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BC46C0-D018-2A2C-7577-A98233A718C5}"/>
                  </a:ext>
                </a:extLst>
              </p14:cNvPr>
              <p14:cNvContentPartPr/>
              <p14:nvPr/>
            </p14:nvContentPartPr>
            <p14:xfrm>
              <a:off x="312100" y="4413400"/>
              <a:ext cx="2470320" cy="232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BC46C0-D018-2A2C-7577-A98233A718C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980" y="4407280"/>
                <a:ext cx="2482560" cy="233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18A02535-85DF-54A1-6A6F-F498F69F262C}"/>
              </a:ext>
            </a:extLst>
          </p:cNvPr>
          <p:cNvGrpSpPr/>
          <p:nvPr/>
        </p:nvGrpSpPr>
        <p:grpSpPr>
          <a:xfrm>
            <a:off x="1276540" y="3922720"/>
            <a:ext cx="261360" cy="360000"/>
            <a:chOff x="1276540" y="3922720"/>
            <a:chExt cx="2613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3CA938-820A-B10D-F0DD-5F4FFF2E2705}"/>
                    </a:ext>
                  </a:extLst>
                </p14:cNvPr>
                <p14:cNvContentPartPr/>
                <p14:nvPr/>
              </p14:nvContentPartPr>
              <p14:xfrm>
                <a:off x="1276540" y="3922720"/>
                <a:ext cx="260280" cy="31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3CA938-820A-B10D-F0DD-5F4FFF2E27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0420" y="3916600"/>
                  <a:ext cx="272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1F3DA30-F302-7A1D-C551-69C99DABFD46}"/>
                    </a:ext>
                  </a:extLst>
                </p14:cNvPr>
                <p14:cNvContentPartPr/>
                <p14:nvPr/>
              </p14:nvContentPartPr>
              <p14:xfrm>
                <a:off x="1537540" y="4190560"/>
                <a:ext cx="360" cy="9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1F3DA30-F302-7A1D-C551-69C99DABF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1420" y="4184440"/>
                  <a:ext cx="126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841A4E-AC22-13D5-FCF8-0BC68907BD59}"/>
              </a:ext>
            </a:extLst>
          </p:cNvPr>
          <p:cNvGrpSpPr/>
          <p:nvPr/>
        </p:nvGrpSpPr>
        <p:grpSpPr>
          <a:xfrm>
            <a:off x="3867820" y="4451560"/>
            <a:ext cx="3432600" cy="2311560"/>
            <a:chOff x="3867820" y="4451560"/>
            <a:chExt cx="3432600" cy="23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25A32E4-0940-7187-4264-075944FC0962}"/>
                    </a:ext>
                  </a:extLst>
                </p14:cNvPr>
                <p14:cNvContentPartPr/>
                <p14:nvPr/>
              </p14:nvContentPartPr>
              <p14:xfrm>
                <a:off x="3994540" y="4882840"/>
                <a:ext cx="878760" cy="65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25A32E4-0940-7187-4264-075944FC09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8420" y="4876720"/>
                  <a:ext cx="8910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E359AD-61EB-77A9-EE4C-51099AC60F19}"/>
                    </a:ext>
                  </a:extLst>
                </p14:cNvPr>
                <p14:cNvContentPartPr/>
                <p14:nvPr/>
              </p14:nvContentPartPr>
              <p14:xfrm>
                <a:off x="4246180" y="5878960"/>
                <a:ext cx="2081160" cy="88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E359AD-61EB-77A9-EE4C-51099AC60F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0060" y="5872840"/>
                  <a:ext cx="209340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B2876DD-624B-A021-CDA1-3C2198BA832C}"/>
                    </a:ext>
                  </a:extLst>
                </p14:cNvPr>
                <p14:cNvContentPartPr/>
                <p14:nvPr/>
              </p14:nvContentPartPr>
              <p14:xfrm>
                <a:off x="3867820" y="4451560"/>
                <a:ext cx="348120" cy="33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B2876DD-624B-A021-CDA1-3C2198BA83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700" y="4445440"/>
                  <a:ext cx="360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6B46F1D-FBCE-31EF-9CE4-8D1F23CF84DD}"/>
                    </a:ext>
                  </a:extLst>
                </p14:cNvPr>
                <p14:cNvContentPartPr/>
                <p14:nvPr/>
              </p14:nvContentPartPr>
              <p14:xfrm>
                <a:off x="4264180" y="4733800"/>
                <a:ext cx="89280" cy="11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6B46F1D-FBCE-31EF-9CE4-8D1F23CF84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58060" y="4727680"/>
                  <a:ext cx="101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0758B4-8FEE-7A7F-3242-51C0B7EC5A45}"/>
                    </a:ext>
                  </a:extLst>
                </p14:cNvPr>
                <p14:cNvContentPartPr/>
                <p14:nvPr/>
              </p14:nvContentPartPr>
              <p14:xfrm>
                <a:off x="5002540" y="5448760"/>
                <a:ext cx="293040" cy="26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0758B4-8FEE-7A7F-3242-51C0B7EC5A4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6420" y="5442640"/>
                  <a:ext cx="305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C0F4E6-D926-5A2E-256E-7B691AC68CF3}"/>
                    </a:ext>
                  </a:extLst>
                </p14:cNvPr>
                <p14:cNvContentPartPr/>
                <p14:nvPr/>
              </p14:nvContentPartPr>
              <p14:xfrm>
                <a:off x="5349940" y="5710120"/>
                <a:ext cx="9792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C0F4E6-D926-5A2E-256E-7B691AC68C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3820" y="5704000"/>
                  <a:ext cx="110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B81577A-F90E-3D99-3F54-B04080B646EA}"/>
                    </a:ext>
                  </a:extLst>
                </p14:cNvPr>
                <p14:cNvContentPartPr/>
                <p14:nvPr/>
              </p14:nvContentPartPr>
              <p14:xfrm>
                <a:off x="6637300" y="4972120"/>
                <a:ext cx="4910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B81577A-F90E-3D99-3F54-B04080B646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1180" y="4966000"/>
                  <a:ext cx="503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37767C-F7E9-4AD1-94C3-EAE6F509B2AE}"/>
                    </a:ext>
                  </a:extLst>
                </p14:cNvPr>
                <p14:cNvContentPartPr/>
                <p14:nvPr/>
              </p14:nvContentPartPr>
              <p14:xfrm>
                <a:off x="6649900" y="5068600"/>
                <a:ext cx="444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37767C-F7E9-4AD1-94C3-EAE6F509B2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43780" y="5062480"/>
                  <a:ext cx="457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7BDF166-9A01-6EF1-FB19-309AA5390C30}"/>
                    </a:ext>
                  </a:extLst>
                </p14:cNvPr>
                <p14:cNvContentPartPr/>
                <p14:nvPr/>
              </p14:nvContentPartPr>
              <p14:xfrm>
                <a:off x="6917380" y="4878880"/>
                <a:ext cx="383040" cy="38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7BDF166-9A01-6EF1-FB19-309AA5390C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1260" y="4872760"/>
                  <a:ext cx="3952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9645D5C-B658-7A6B-BF06-94FBDB060303}"/>
              </a:ext>
            </a:extLst>
          </p:cNvPr>
          <p:cNvGrpSpPr/>
          <p:nvPr/>
        </p:nvGrpSpPr>
        <p:grpSpPr>
          <a:xfrm>
            <a:off x="8101780" y="4178680"/>
            <a:ext cx="1383480" cy="498240"/>
            <a:chOff x="8101780" y="4178680"/>
            <a:chExt cx="13834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1C3749A-9A49-C0C3-0663-838FC44B0759}"/>
                    </a:ext>
                  </a:extLst>
                </p14:cNvPr>
                <p14:cNvContentPartPr/>
                <p14:nvPr/>
              </p14:nvContentPartPr>
              <p14:xfrm>
                <a:off x="8101780" y="4178680"/>
                <a:ext cx="339480" cy="47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1C3749A-9A49-C0C3-0663-838FC44B07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95660" y="4172560"/>
                  <a:ext cx="351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B7FCEA-16CD-F80E-C8AB-89C5BAC4BE55}"/>
                    </a:ext>
                  </a:extLst>
                </p14:cNvPr>
                <p14:cNvContentPartPr/>
                <p14:nvPr/>
              </p14:nvContentPartPr>
              <p14:xfrm>
                <a:off x="8605780" y="4549120"/>
                <a:ext cx="36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B7FCEA-16CD-F80E-C8AB-89C5BAC4BE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9660" y="4543000"/>
                  <a:ext cx="12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BE8578-D9F9-84DD-4639-54FD7C7C2ABC}"/>
                    </a:ext>
                  </a:extLst>
                </p14:cNvPr>
                <p14:cNvContentPartPr/>
                <p14:nvPr/>
              </p14:nvContentPartPr>
              <p14:xfrm>
                <a:off x="8935900" y="4342480"/>
                <a:ext cx="549360" cy="187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BE8578-D9F9-84DD-4639-54FD7C7C2A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29780" y="4336360"/>
                  <a:ext cx="56160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FC4192E-B959-E815-DE6F-E93128022F8C}"/>
                  </a:ext>
                </a:extLst>
              </p14:cNvPr>
              <p14:cNvContentPartPr/>
              <p14:nvPr/>
            </p14:nvContentPartPr>
            <p14:xfrm>
              <a:off x="8672020" y="4889320"/>
              <a:ext cx="378720" cy="460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FC4192E-B959-E815-DE6F-E93128022F8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65900" y="4883200"/>
                <a:ext cx="39096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CFE9099-53AF-20CF-722C-829E7F34E001}"/>
                  </a:ext>
                </a:extLst>
              </p14:cNvPr>
              <p14:cNvContentPartPr/>
              <p14:nvPr/>
            </p14:nvContentPartPr>
            <p14:xfrm>
              <a:off x="4484140" y="4860880"/>
              <a:ext cx="535680" cy="731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CFE9099-53AF-20CF-722C-829E7F34E00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78020" y="4854760"/>
                <a:ext cx="547920" cy="74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79AD05B-919B-402C-28F4-F8448679170F}"/>
              </a:ext>
            </a:extLst>
          </p:cNvPr>
          <p:cNvGrpSpPr/>
          <p:nvPr/>
        </p:nvGrpSpPr>
        <p:grpSpPr>
          <a:xfrm>
            <a:off x="9652660" y="4252480"/>
            <a:ext cx="674280" cy="396000"/>
            <a:chOff x="9652660" y="4252480"/>
            <a:chExt cx="6742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2C9C09-1F7D-D77A-35F6-6B4C11C5A43A}"/>
                    </a:ext>
                  </a:extLst>
                </p14:cNvPr>
                <p14:cNvContentPartPr/>
                <p14:nvPr/>
              </p14:nvContentPartPr>
              <p14:xfrm>
                <a:off x="9652660" y="4252480"/>
                <a:ext cx="259200" cy="336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2C9C09-1F7D-D77A-35F6-6B4C11C5A4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6540" y="4246360"/>
                  <a:ext cx="271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9A3D34-51BF-0A32-6CF8-208D23D14889}"/>
                    </a:ext>
                  </a:extLst>
                </p14:cNvPr>
                <p14:cNvContentPartPr/>
                <p14:nvPr/>
              </p14:nvContentPartPr>
              <p14:xfrm>
                <a:off x="10070620" y="4530040"/>
                <a:ext cx="256320" cy="11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9A3D34-51BF-0A32-6CF8-208D23D1488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64500" y="4523920"/>
                  <a:ext cx="268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37D9A9-A352-BF10-1FB2-12DC9AD7A384}"/>
              </a:ext>
            </a:extLst>
          </p:cNvPr>
          <p:cNvGrpSpPr/>
          <p:nvPr/>
        </p:nvGrpSpPr>
        <p:grpSpPr>
          <a:xfrm>
            <a:off x="9258820" y="5184880"/>
            <a:ext cx="646560" cy="588600"/>
            <a:chOff x="9258820" y="5184880"/>
            <a:chExt cx="64656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60C625F-D193-DDDA-65E7-4A442C05C3FD}"/>
                    </a:ext>
                  </a:extLst>
                </p14:cNvPr>
                <p14:cNvContentPartPr/>
                <p14:nvPr/>
              </p14:nvContentPartPr>
              <p14:xfrm>
                <a:off x="9258820" y="5184880"/>
                <a:ext cx="322560" cy="36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60C625F-D193-DDDA-65E7-4A442C05C3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52700" y="5178760"/>
                  <a:ext cx="3348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AAA36D-E5B2-A5F7-8185-A38C508F50FD}"/>
                    </a:ext>
                  </a:extLst>
                </p14:cNvPr>
                <p14:cNvContentPartPr/>
                <p14:nvPr/>
              </p14:nvContentPartPr>
              <p14:xfrm>
                <a:off x="9763540" y="5529400"/>
                <a:ext cx="141840" cy="244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AAA36D-E5B2-A5F7-8185-A38C508F50F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57420" y="5523280"/>
                  <a:ext cx="154080" cy="25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272886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FDC7BF-FCB0-FF1F-9225-661552CC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A2D3-9B4D-F747-9944-58F573A2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 theorem of Markov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4F7A7-D06E-8985-C128-A4BB55BEF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982"/>
            <a:ext cx="11041700" cy="2306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/>
              <a:t>For a Markov chain, divide it into its “strongly connected components” (</a:t>
            </a:r>
            <a:r>
              <a:rPr lang="en-US" sz="2300" dirty="0" err="1"/>
              <a:t>ie</a:t>
            </a:r>
            <a:r>
              <a:rPr lang="en-US" sz="2300" dirty="0"/>
              <a:t> partitions where every node can reach every other node)</a:t>
            </a:r>
          </a:p>
          <a:p>
            <a:pPr marL="0" indent="0">
              <a:buNone/>
            </a:pPr>
            <a:r>
              <a:rPr lang="en-US" sz="2300" dirty="0"/>
              <a:t>Vertices in leaves are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</a:rPr>
              <a:t>recurrent</a:t>
            </a:r>
          </a:p>
          <a:p>
            <a:pPr marL="0" indent="0">
              <a:buNone/>
            </a:pPr>
            <a:r>
              <a:rPr lang="en-US" sz="2300" dirty="0"/>
              <a:t>Vertices in internal nodes are </a:t>
            </a:r>
            <a:r>
              <a:rPr lang="en-US" sz="2300" b="1" dirty="0">
                <a:solidFill>
                  <a:srgbClr val="FF0000"/>
                </a:solidFill>
              </a:rPr>
              <a:t>transient</a:t>
            </a:r>
          </a:p>
          <a:p>
            <a:pPr marL="0" indent="0">
              <a:buNone/>
            </a:pPr>
            <a:endParaRPr lang="en-US" sz="23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7A7679-6375-8581-EA7B-C697E52E2A20}"/>
              </a:ext>
            </a:extLst>
          </p:cNvPr>
          <p:cNvGrpSpPr/>
          <p:nvPr/>
        </p:nvGrpSpPr>
        <p:grpSpPr>
          <a:xfrm>
            <a:off x="973780" y="4724440"/>
            <a:ext cx="5070240" cy="1913040"/>
            <a:chOff x="973780" y="4724440"/>
            <a:chExt cx="5070240" cy="19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D846B7-1829-6D17-E2B6-D9B2A3A7D8C9}"/>
                    </a:ext>
                  </a:extLst>
                </p14:cNvPr>
                <p14:cNvContentPartPr/>
                <p14:nvPr/>
              </p14:nvContentPartPr>
              <p14:xfrm>
                <a:off x="991780" y="4724440"/>
                <a:ext cx="354960" cy="367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D846B7-1829-6D17-E2B6-D9B2A3A7D8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660" y="4718320"/>
                  <a:ext cx="3672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7A1CE18-176B-80F4-3CD5-ADB3E7FBED86}"/>
                    </a:ext>
                  </a:extLst>
                </p14:cNvPr>
                <p14:cNvContentPartPr/>
                <p14:nvPr/>
              </p14:nvContentPartPr>
              <p14:xfrm>
                <a:off x="1464100" y="4971400"/>
                <a:ext cx="749880" cy="248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7A1CE18-176B-80F4-3CD5-ADB3E7FBED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7980" y="4965280"/>
                  <a:ext cx="762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71C364-2796-57A3-206A-9314F2D03DDD}"/>
                    </a:ext>
                  </a:extLst>
                </p14:cNvPr>
                <p14:cNvContentPartPr/>
                <p14:nvPr/>
              </p14:nvContentPartPr>
              <p14:xfrm>
                <a:off x="2403700" y="5156800"/>
                <a:ext cx="360720" cy="291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71C364-2796-57A3-206A-9314F2D03D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7580" y="5150680"/>
                  <a:ext cx="37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25C13A-E10F-62B5-BA03-96ADBC19AAD6}"/>
                    </a:ext>
                  </a:extLst>
                </p14:cNvPr>
                <p14:cNvContentPartPr/>
                <p14:nvPr/>
              </p14:nvContentPartPr>
              <p14:xfrm>
                <a:off x="2184460" y="5653240"/>
                <a:ext cx="217440" cy="51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25C13A-E10F-62B5-BA03-96ADBC19AAD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340" y="5647120"/>
                  <a:ext cx="2296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1821B0-39E9-D0B0-70D6-A15B38D4E0C1}"/>
                    </a:ext>
                  </a:extLst>
                </p14:cNvPr>
                <p14:cNvContentPartPr/>
                <p14:nvPr/>
              </p14:nvContentPartPr>
              <p14:xfrm>
                <a:off x="1968100" y="6291520"/>
                <a:ext cx="169560" cy="34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1821B0-39E9-D0B0-70D6-A15B38D4E0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1980" y="6285400"/>
                  <a:ext cx="181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36EF44-966C-5AC8-6945-AB0CFEC74707}"/>
                    </a:ext>
                  </a:extLst>
                </p14:cNvPr>
                <p14:cNvContentPartPr/>
                <p14:nvPr/>
              </p14:nvContentPartPr>
              <p14:xfrm>
                <a:off x="973780" y="5291080"/>
                <a:ext cx="906120" cy="11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36EF44-966C-5AC8-6945-AB0CFEC747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660" y="5284960"/>
                  <a:ext cx="91836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C3E8EF5-9E49-761B-EAD3-4BCF36AF9140}"/>
                    </a:ext>
                  </a:extLst>
                </p14:cNvPr>
                <p14:cNvContentPartPr/>
                <p14:nvPr/>
              </p14:nvContentPartPr>
              <p14:xfrm>
                <a:off x="3022180" y="5263000"/>
                <a:ext cx="85824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C3E8EF5-9E49-761B-EAD3-4BCF36AF91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16060" y="5256880"/>
                  <a:ext cx="870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9B5BB08-12EF-C442-2433-A9B2E380EBD5}"/>
                    </a:ext>
                  </a:extLst>
                </p14:cNvPr>
                <p14:cNvContentPartPr/>
                <p14:nvPr/>
              </p14:nvContentPartPr>
              <p14:xfrm>
                <a:off x="4184260" y="5103880"/>
                <a:ext cx="357840" cy="2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9B5BB08-12EF-C442-2433-A9B2E380EB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140" y="5097760"/>
                  <a:ext cx="370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5D2639F-2217-D820-2458-A1A8E217B2D3}"/>
                    </a:ext>
                  </a:extLst>
                </p14:cNvPr>
                <p14:cNvContentPartPr/>
                <p14:nvPr/>
              </p14:nvContentPartPr>
              <p14:xfrm>
                <a:off x="2987260" y="5639560"/>
                <a:ext cx="1113120" cy="681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5D2639F-2217-D820-2458-A1A8E217B2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81140" y="5633440"/>
                  <a:ext cx="112536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3B8F09-EC77-5BD5-C82D-F64D1544CE64}"/>
                    </a:ext>
                  </a:extLst>
                </p14:cNvPr>
                <p14:cNvContentPartPr/>
                <p14:nvPr/>
              </p14:nvContentPartPr>
              <p14:xfrm>
                <a:off x="4355620" y="6215920"/>
                <a:ext cx="279000" cy="27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3B8F09-EC77-5BD5-C82D-F64D1544CE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9500" y="6209800"/>
                  <a:ext cx="291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EE7EB4-E28C-1787-01B9-597FFCAF6474}"/>
                    </a:ext>
                  </a:extLst>
                </p14:cNvPr>
                <p14:cNvContentPartPr/>
                <p14:nvPr/>
              </p14:nvContentPartPr>
              <p14:xfrm>
                <a:off x="4793380" y="6322120"/>
                <a:ext cx="63180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EE7EB4-E28C-1787-01B9-597FFCAF64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7260" y="6316000"/>
                  <a:ext cx="644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C858C6-8336-7E21-B9D5-E1F8FD7CCE3D}"/>
                    </a:ext>
                  </a:extLst>
                </p14:cNvPr>
                <p14:cNvContentPartPr/>
                <p14:nvPr/>
              </p14:nvContentPartPr>
              <p14:xfrm>
                <a:off x="5713540" y="6175240"/>
                <a:ext cx="330480" cy="271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C858C6-8336-7E21-B9D5-E1F8FD7CCE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07420" y="6169120"/>
                  <a:ext cx="342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AAE701-D394-9BFA-D5E3-E1C61371A1FA}"/>
                    </a:ext>
                  </a:extLst>
                </p14:cNvPr>
                <p14:cNvContentPartPr/>
                <p14:nvPr/>
              </p14:nvContentPartPr>
              <p14:xfrm>
                <a:off x="4711660" y="6098200"/>
                <a:ext cx="857160" cy="179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AAE701-D394-9BFA-D5E3-E1C61371A1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05540" y="6092080"/>
                  <a:ext cx="8694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C8C870-D0D3-2476-AFF2-E2948FAD2E77}"/>
                  </a:ext>
                </a:extLst>
              </p14:cNvPr>
              <p14:cNvContentPartPr/>
              <p14:nvPr/>
            </p14:nvContentPartPr>
            <p14:xfrm>
              <a:off x="312100" y="4413400"/>
              <a:ext cx="2470320" cy="232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C8C870-D0D3-2476-AFF2-E2948FAD2E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980" y="4407280"/>
                <a:ext cx="2482560" cy="233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B3A02C4-1952-3C1E-A60C-0DDCA9B019DC}"/>
              </a:ext>
            </a:extLst>
          </p:cNvPr>
          <p:cNvGrpSpPr/>
          <p:nvPr/>
        </p:nvGrpSpPr>
        <p:grpSpPr>
          <a:xfrm>
            <a:off x="211660" y="4958260"/>
            <a:ext cx="261360" cy="360000"/>
            <a:chOff x="1276540" y="3922720"/>
            <a:chExt cx="26136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95FE4DF-53B3-9D04-0314-4989CE58622C}"/>
                    </a:ext>
                  </a:extLst>
                </p14:cNvPr>
                <p14:cNvContentPartPr/>
                <p14:nvPr/>
              </p14:nvContentPartPr>
              <p14:xfrm>
                <a:off x="1276540" y="3922720"/>
                <a:ext cx="260280" cy="31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95FE4DF-53B3-9D04-0314-4989CE5862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0420" y="3916600"/>
                  <a:ext cx="272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CBCFD5-A8E2-9A8F-11D1-1AAEE0E6439A}"/>
                    </a:ext>
                  </a:extLst>
                </p14:cNvPr>
                <p14:cNvContentPartPr/>
                <p14:nvPr/>
              </p14:nvContentPartPr>
              <p14:xfrm>
                <a:off x="1537540" y="4190560"/>
                <a:ext cx="360" cy="9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CBCFD5-A8E2-9A8F-11D1-1AAEE0E643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1420" y="4184440"/>
                  <a:ext cx="126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BF2A87-AC70-F78C-FD79-84D839110425}"/>
              </a:ext>
            </a:extLst>
          </p:cNvPr>
          <p:cNvGrpSpPr/>
          <p:nvPr/>
        </p:nvGrpSpPr>
        <p:grpSpPr>
          <a:xfrm>
            <a:off x="3867820" y="4451560"/>
            <a:ext cx="3432600" cy="2311560"/>
            <a:chOff x="3867820" y="4451560"/>
            <a:chExt cx="3432600" cy="23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D780DE-C5FE-107B-50F2-0B84DDA9587B}"/>
                    </a:ext>
                  </a:extLst>
                </p14:cNvPr>
                <p14:cNvContentPartPr/>
                <p14:nvPr/>
              </p14:nvContentPartPr>
              <p14:xfrm>
                <a:off x="3994540" y="4882840"/>
                <a:ext cx="878760" cy="65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D780DE-C5FE-107B-50F2-0B84DDA958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8420" y="4876720"/>
                  <a:ext cx="8910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D528F5-D815-5E7E-DF73-FB2655B3C1C6}"/>
                    </a:ext>
                  </a:extLst>
                </p14:cNvPr>
                <p14:cNvContentPartPr/>
                <p14:nvPr/>
              </p14:nvContentPartPr>
              <p14:xfrm>
                <a:off x="4246180" y="5878960"/>
                <a:ext cx="2081160" cy="88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D528F5-D815-5E7E-DF73-FB2655B3C1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0060" y="5872840"/>
                  <a:ext cx="209340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F3114C-116C-7F63-BDB0-DB560AFE6EF9}"/>
                    </a:ext>
                  </a:extLst>
                </p14:cNvPr>
                <p14:cNvContentPartPr/>
                <p14:nvPr/>
              </p14:nvContentPartPr>
              <p14:xfrm>
                <a:off x="3867820" y="4451560"/>
                <a:ext cx="348120" cy="33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F3114C-116C-7F63-BDB0-DB560AFE6EF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700" y="4445440"/>
                  <a:ext cx="360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E8E28E-B0B0-3CCF-246B-87552BA7914C}"/>
                    </a:ext>
                  </a:extLst>
                </p14:cNvPr>
                <p14:cNvContentPartPr/>
                <p14:nvPr/>
              </p14:nvContentPartPr>
              <p14:xfrm>
                <a:off x="4264180" y="4733800"/>
                <a:ext cx="89280" cy="11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E8E28E-B0B0-3CCF-246B-87552BA791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58060" y="4727680"/>
                  <a:ext cx="101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58CB33-AFBF-A861-6267-D83CB4367C3C}"/>
                    </a:ext>
                  </a:extLst>
                </p14:cNvPr>
                <p14:cNvContentPartPr/>
                <p14:nvPr/>
              </p14:nvContentPartPr>
              <p14:xfrm>
                <a:off x="5002540" y="5448760"/>
                <a:ext cx="293040" cy="26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58CB33-AFBF-A861-6267-D83CB4367C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6420" y="5442640"/>
                  <a:ext cx="305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021A5C-4BA8-5F95-9333-CCB77A0982C7}"/>
                    </a:ext>
                  </a:extLst>
                </p14:cNvPr>
                <p14:cNvContentPartPr/>
                <p14:nvPr/>
              </p14:nvContentPartPr>
              <p14:xfrm>
                <a:off x="5349940" y="5710120"/>
                <a:ext cx="97920" cy="112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021A5C-4BA8-5F95-9333-CCB77A0982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3820" y="5704000"/>
                  <a:ext cx="110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205766-67FF-B366-EE23-0133BFAEFDF7}"/>
                    </a:ext>
                  </a:extLst>
                </p14:cNvPr>
                <p14:cNvContentPartPr/>
                <p14:nvPr/>
              </p14:nvContentPartPr>
              <p14:xfrm>
                <a:off x="6637300" y="4972120"/>
                <a:ext cx="4910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205766-67FF-B366-EE23-0133BFAEFD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1180" y="4966000"/>
                  <a:ext cx="503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E3B2DB-0851-9572-804A-3422B9ED483B}"/>
                    </a:ext>
                  </a:extLst>
                </p14:cNvPr>
                <p14:cNvContentPartPr/>
                <p14:nvPr/>
              </p14:nvContentPartPr>
              <p14:xfrm>
                <a:off x="6649900" y="5068600"/>
                <a:ext cx="444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E3B2DB-0851-9572-804A-3422B9ED48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43780" y="5062480"/>
                  <a:ext cx="457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39C0518-1EF6-862F-42BD-CF7E769E9CC1}"/>
                    </a:ext>
                  </a:extLst>
                </p14:cNvPr>
                <p14:cNvContentPartPr/>
                <p14:nvPr/>
              </p14:nvContentPartPr>
              <p14:xfrm>
                <a:off x="6917380" y="4878880"/>
                <a:ext cx="383040" cy="38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39C0518-1EF6-862F-42BD-CF7E769E9C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1260" y="4872760"/>
                  <a:ext cx="39528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031E701-C13A-9429-8DE0-8C01AB48C363}"/>
              </a:ext>
            </a:extLst>
          </p:cNvPr>
          <p:cNvGrpSpPr/>
          <p:nvPr/>
        </p:nvGrpSpPr>
        <p:grpSpPr>
          <a:xfrm>
            <a:off x="8101780" y="4178680"/>
            <a:ext cx="1383480" cy="498240"/>
            <a:chOff x="8101780" y="4178680"/>
            <a:chExt cx="13834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F2F64D-7EC8-84C1-47E9-BD3C982C6891}"/>
                    </a:ext>
                  </a:extLst>
                </p14:cNvPr>
                <p14:cNvContentPartPr/>
                <p14:nvPr/>
              </p14:nvContentPartPr>
              <p14:xfrm>
                <a:off x="8101780" y="4178680"/>
                <a:ext cx="339480" cy="47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F2F64D-7EC8-84C1-47E9-BD3C982C689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95660" y="4172560"/>
                  <a:ext cx="351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18FA5E-711A-EE59-1EC2-96A26788B3A1}"/>
                    </a:ext>
                  </a:extLst>
                </p14:cNvPr>
                <p14:cNvContentPartPr/>
                <p14:nvPr/>
              </p14:nvContentPartPr>
              <p14:xfrm>
                <a:off x="8605780" y="4549120"/>
                <a:ext cx="360" cy="127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18FA5E-711A-EE59-1EC2-96A26788B3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9660" y="4543000"/>
                  <a:ext cx="12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8AC004C-EAF5-AEFD-B937-88177E457C4C}"/>
                    </a:ext>
                  </a:extLst>
                </p14:cNvPr>
                <p14:cNvContentPartPr/>
                <p14:nvPr/>
              </p14:nvContentPartPr>
              <p14:xfrm>
                <a:off x="8935900" y="4342480"/>
                <a:ext cx="549360" cy="187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8AC004C-EAF5-AEFD-B937-88177E457C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29780" y="4336360"/>
                  <a:ext cx="561600" cy="20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40DE1C1-C06F-2F2D-9A09-0DF3AF5883E2}"/>
                  </a:ext>
                </a:extLst>
              </p14:cNvPr>
              <p14:cNvContentPartPr/>
              <p14:nvPr/>
            </p14:nvContentPartPr>
            <p14:xfrm>
              <a:off x="8672020" y="4889320"/>
              <a:ext cx="378720" cy="460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40DE1C1-C06F-2F2D-9A09-0DF3AF5883E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65900" y="4883200"/>
                <a:ext cx="39096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27A5EB6-D0D2-4CF4-CDBB-E3AF673F7142}"/>
                  </a:ext>
                </a:extLst>
              </p14:cNvPr>
              <p14:cNvContentPartPr/>
              <p14:nvPr/>
            </p14:nvContentPartPr>
            <p14:xfrm>
              <a:off x="4484140" y="4860880"/>
              <a:ext cx="535680" cy="731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27A5EB6-D0D2-4CF4-CDBB-E3AF673F714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78020" y="4854760"/>
                <a:ext cx="547920" cy="74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7A6EA06-E7DE-AB14-EA87-A86BA64615C9}"/>
              </a:ext>
            </a:extLst>
          </p:cNvPr>
          <p:cNvGrpSpPr/>
          <p:nvPr/>
        </p:nvGrpSpPr>
        <p:grpSpPr>
          <a:xfrm>
            <a:off x="9652660" y="4252480"/>
            <a:ext cx="674280" cy="396000"/>
            <a:chOff x="9652660" y="4252480"/>
            <a:chExt cx="6742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45AC3F-96F3-E7D8-D62B-A3CA9CF3C771}"/>
                    </a:ext>
                  </a:extLst>
                </p14:cNvPr>
                <p14:cNvContentPartPr/>
                <p14:nvPr/>
              </p14:nvContentPartPr>
              <p14:xfrm>
                <a:off x="9652660" y="4252480"/>
                <a:ext cx="259200" cy="336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45AC3F-96F3-E7D8-D62B-A3CA9CF3C77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6540" y="4246360"/>
                  <a:ext cx="271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BD9843-838C-1F3B-CFE5-141F3D42BB86}"/>
                    </a:ext>
                  </a:extLst>
                </p14:cNvPr>
                <p14:cNvContentPartPr/>
                <p14:nvPr/>
              </p14:nvContentPartPr>
              <p14:xfrm>
                <a:off x="10070620" y="4530040"/>
                <a:ext cx="256320" cy="118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BD9843-838C-1F3B-CFE5-141F3D42BB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64500" y="4523920"/>
                  <a:ext cx="268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34F182E-F28E-EF0B-7F7D-A3FC194740E5}"/>
              </a:ext>
            </a:extLst>
          </p:cNvPr>
          <p:cNvGrpSpPr/>
          <p:nvPr/>
        </p:nvGrpSpPr>
        <p:grpSpPr>
          <a:xfrm>
            <a:off x="9258820" y="5184880"/>
            <a:ext cx="646560" cy="588600"/>
            <a:chOff x="9258820" y="5184880"/>
            <a:chExt cx="64656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BDDE38-FBDE-0A39-CBC1-3C9C9E6AAF2A}"/>
                    </a:ext>
                  </a:extLst>
                </p14:cNvPr>
                <p14:cNvContentPartPr/>
                <p14:nvPr/>
              </p14:nvContentPartPr>
              <p14:xfrm>
                <a:off x="9258820" y="5184880"/>
                <a:ext cx="322560" cy="36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BDDE38-FBDE-0A39-CBC1-3C9C9E6AAF2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52700" y="5178760"/>
                  <a:ext cx="3348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E09DDA-409F-F8E3-AF94-3696CEFC0284}"/>
                    </a:ext>
                  </a:extLst>
                </p14:cNvPr>
                <p14:cNvContentPartPr/>
                <p14:nvPr/>
              </p14:nvContentPartPr>
              <p14:xfrm>
                <a:off x="9763540" y="5529400"/>
                <a:ext cx="141840" cy="244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E09DDA-409F-F8E3-AF94-3696CEFC02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57420" y="5523280"/>
                  <a:ext cx="15408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D47BE2-A277-FCEF-AD05-62288BBA6A56}"/>
                  </a:ext>
                </a:extLst>
              </p:cNvPr>
              <p:cNvSpPr txBox="1"/>
              <p:nvPr/>
            </p:nvSpPr>
            <p:spPr>
              <a:xfrm>
                <a:off x="775300" y="3172939"/>
                <a:ext cx="11041700" cy="861774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b="1" dirty="0"/>
                  <a:t>Theorem: For each </a:t>
                </a:r>
                <a:r>
                  <a:rPr lang="en-US" sz="2500" b="1" dirty="0" err="1"/>
                  <a:t>s.c.c.</a:t>
                </a:r>
                <a:r>
                  <a:rPr lang="en-US" sz="2500" b="1" dirty="0"/>
                  <a:t> C, if C is aperiodic then there is a unique stationary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500" b="1" dirty="0"/>
                  <a:t> supported on C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D47BE2-A277-FCEF-AD05-62288BBA6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00" y="3172939"/>
                <a:ext cx="11041700" cy="861774"/>
              </a:xfrm>
              <a:prstGeom prst="rect">
                <a:avLst/>
              </a:prstGeom>
              <a:blipFill>
                <a:blip r:embed="rId70"/>
                <a:stretch>
                  <a:fillRect l="-918" t="-5714" b="-1428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3902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6E4C84-7BAB-8919-A26E-96BDA2EBB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FFE0-EC5C-79B2-E5B7-588102A0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53" y="365125"/>
            <a:ext cx="10515600" cy="1325563"/>
          </a:xfrm>
        </p:spPr>
        <p:txBody>
          <a:bodyPr/>
          <a:lstStyle/>
          <a:p>
            <a:r>
              <a:rPr lang="en-US" dirty="0"/>
              <a:t>Computing stationary distribution(s)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855D6-F8FB-141E-E8FA-0FBACBE8B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7477" y="1840615"/>
                <a:ext cx="1099604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stationary distribution satisfies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Can prove it is top eigenvalue of P.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Power method to get top eigenvector of P! Same approach as for PCA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855D6-F8FB-141E-E8FA-0FBACBE8B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7477" y="1840615"/>
                <a:ext cx="10996047" cy="4351338"/>
              </a:xfrm>
              <a:blipFill>
                <a:blip r:embed="rId2"/>
                <a:stretch>
                  <a:fillRect l="-1155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5-Point Star 3">
            <a:extLst>
              <a:ext uri="{FF2B5EF4-FFF2-40B4-BE49-F238E27FC236}">
                <a16:creationId xmlns:a16="http://schemas.microsoft.com/office/drawing/2014/main" id="{678B9957-1F1E-D67E-5D53-76805794D6AB}"/>
              </a:ext>
            </a:extLst>
          </p:cNvPr>
          <p:cNvSpPr/>
          <p:nvPr/>
        </p:nvSpPr>
        <p:spPr>
          <a:xfrm>
            <a:off x="418476" y="4787900"/>
            <a:ext cx="2654300" cy="186125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picture?</a:t>
            </a:r>
          </a:p>
        </p:txBody>
      </p:sp>
    </p:spTree>
    <p:extLst>
      <p:ext uri="{BB962C8B-B14F-4D97-AF65-F5344CB8AC3E}">
        <p14:creationId xmlns:p14="http://schemas.microsoft.com/office/powerpoint/2010/main" val="25414413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C605-2A17-394C-4119-4680C314C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4617"/>
            <a:ext cx="11882240" cy="1325563"/>
          </a:xfrm>
        </p:spPr>
        <p:txBody>
          <a:bodyPr/>
          <a:lstStyle/>
          <a:p>
            <a:r>
              <a:rPr lang="en-US" dirty="0"/>
              <a:t>Absorbing Markov chains + absorption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5DDE9-82F0-3341-5F2A-053C2F621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256"/>
            <a:ext cx="10515600" cy="2486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absorbing state is a </a:t>
            </a:r>
            <a:r>
              <a:rPr lang="en-US" b="1" dirty="0"/>
              <a:t>recurrent</a:t>
            </a:r>
            <a:r>
              <a:rPr lang="en-US" dirty="0"/>
              <a:t> strongly connected component </a:t>
            </a:r>
            <a:r>
              <a:rPr lang="en-US" u="sng" dirty="0"/>
              <a:t>with a single vertex</a:t>
            </a:r>
          </a:p>
          <a:p>
            <a:pPr lvl="1"/>
            <a:r>
              <a:rPr lang="en-US" dirty="0"/>
              <a:t>e.g. cell type A and cell type B2 below</a:t>
            </a:r>
          </a:p>
          <a:p>
            <a:pPr marL="0" indent="0">
              <a:buNone/>
            </a:pPr>
            <a:r>
              <a:rPr lang="en-US" dirty="0" err="1"/>
              <a:t>Defn</a:t>
            </a:r>
            <a:r>
              <a:rPr lang="en-US" dirty="0"/>
              <a:t>: An absorbing Markov chain is a Markov chain where every recurrent </a:t>
            </a:r>
            <a:r>
              <a:rPr lang="en-US" dirty="0" err="1"/>
              <a:t>s.c.c.</a:t>
            </a:r>
            <a:r>
              <a:rPr lang="en-US" dirty="0"/>
              <a:t> has a single node (</a:t>
            </a:r>
            <a:r>
              <a:rPr lang="en-US" dirty="0" err="1"/>
              <a:t>ie</a:t>
            </a:r>
            <a:r>
              <a:rPr lang="en-US" dirty="0"/>
              <a:t> is an absorbing state)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2E10E0-E4CE-9421-0AED-F6731D27D47F}"/>
              </a:ext>
            </a:extLst>
          </p:cNvPr>
          <p:cNvGrpSpPr/>
          <p:nvPr/>
        </p:nvGrpSpPr>
        <p:grpSpPr>
          <a:xfrm>
            <a:off x="1267180" y="4105960"/>
            <a:ext cx="8513280" cy="2557800"/>
            <a:chOff x="1267180" y="4105960"/>
            <a:chExt cx="8513280" cy="255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6E81BE5-EE99-867C-7079-B2116BAFD4CD}"/>
                    </a:ext>
                  </a:extLst>
                </p14:cNvPr>
                <p14:cNvContentPartPr/>
                <p14:nvPr/>
              </p14:nvContentPartPr>
              <p14:xfrm>
                <a:off x="1267180" y="5093800"/>
                <a:ext cx="1084680" cy="1059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6E81BE5-EE99-867C-7079-B2116BAFD4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1060" y="5087680"/>
                  <a:ext cx="1096920" cy="10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5F3181-B77E-0BF7-BFDA-6CD05E8B7EEF}"/>
                    </a:ext>
                  </a:extLst>
                </p14:cNvPr>
                <p14:cNvContentPartPr/>
                <p14:nvPr/>
              </p14:nvContentPartPr>
              <p14:xfrm>
                <a:off x="2626540" y="4900840"/>
                <a:ext cx="1354320" cy="578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5F3181-B77E-0BF7-BFDA-6CD05E8B7E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20420" y="4894720"/>
                  <a:ext cx="13665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287232-0A80-456C-F23E-ECD7802A7BF2}"/>
                    </a:ext>
                  </a:extLst>
                </p14:cNvPr>
                <p14:cNvContentPartPr/>
                <p14:nvPr/>
              </p14:nvContentPartPr>
              <p14:xfrm>
                <a:off x="4363540" y="4105960"/>
                <a:ext cx="1040400" cy="821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287232-0A80-456C-F23E-ECD7802A7B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57420" y="4099840"/>
                  <a:ext cx="105264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E78A09-CE7F-D678-BE20-2F949B39A709}"/>
                    </a:ext>
                  </a:extLst>
                </p14:cNvPr>
                <p14:cNvContentPartPr/>
                <p14:nvPr/>
              </p14:nvContentPartPr>
              <p14:xfrm>
                <a:off x="2860180" y="5702560"/>
                <a:ext cx="1962360" cy="659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E78A09-CE7F-D678-BE20-2F949B39A7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54060" y="5696440"/>
                  <a:ext cx="197460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C71EA2-F547-1931-8AD7-24D9FB9A20FA}"/>
                    </a:ext>
                  </a:extLst>
                </p14:cNvPr>
                <p14:cNvContentPartPr/>
                <p14:nvPr/>
              </p14:nvContentPartPr>
              <p14:xfrm>
                <a:off x="5066260" y="5822080"/>
                <a:ext cx="1002600" cy="84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C71EA2-F547-1931-8AD7-24D9FB9A20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60140" y="5815960"/>
                  <a:ext cx="101484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75E000-5B66-19F9-02D7-5D52C9684740}"/>
                    </a:ext>
                  </a:extLst>
                </p14:cNvPr>
                <p14:cNvContentPartPr/>
                <p14:nvPr/>
              </p14:nvContentPartPr>
              <p14:xfrm>
                <a:off x="6271180" y="6134920"/>
                <a:ext cx="161100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75E000-5B66-19F9-02D7-5D52C96847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65060" y="6128800"/>
                  <a:ext cx="1623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7F2370-50D5-C1D0-0CAF-5A4FBFD908AC}"/>
                    </a:ext>
                  </a:extLst>
                </p14:cNvPr>
                <p14:cNvContentPartPr/>
                <p14:nvPr/>
              </p14:nvContentPartPr>
              <p14:xfrm>
                <a:off x="7726660" y="6008200"/>
                <a:ext cx="272880" cy="160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7F2370-50D5-C1D0-0CAF-5A4FBFD908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20540" y="6002080"/>
                  <a:ext cx="285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D0DDF1-1A7F-5830-50E5-FFDAAEEE806D}"/>
                    </a:ext>
                  </a:extLst>
                </p14:cNvPr>
                <p14:cNvContentPartPr/>
                <p14:nvPr/>
              </p14:nvContentPartPr>
              <p14:xfrm>
                <a:off x="8266300" y="5886160"/>
                <a:ext cx="1103040" cy="753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D0DDF1-1A7F-5830-50E5-FFDAAEEE80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60180" y="5880040"/>
                  <a:ext cx="111528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642CB1-A0CA-88BF-96A9-6AC63F645919}"/>
                    </a:ext>
                  </a:extLst>
                </p14:cNvPr>
                <p14:cNvContentPartPr/>
                <p14:nvPr/>
              </p14:nvContentPartPr>
              <p14:xfrm>
                <a:off x="8998540" y="5384680"/>
                <a:ext cx="781920" cy="916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642CB1-A0CA-88BF-96A9-6AC63F6459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92420" y="5378560"/>
                  <a:ext cx="794160" cy="9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D114376-4CC1-088E-2B28-7320EE6E96BE}"/>
                  </a:ext>
                </a:extLst>
              </p14:cNvPr>
              <p14:cNvContentPartPr/>
              <p14:nvPr/>
            </p14:nvContentPartPr>
            <p14:xfrm>
              <a:off x="5351740" y="3783400"/>
              <a:ext cx="711360" cy="867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D114376-4CC1-088E-2B28-7320EE6E96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45620" y="3777280"/>
                <a:ext cx="723600" cy="87948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17C3DB3-BF19-F252-E767-DB524E3A1005}"/>
              </a:ext>
            </a:extLst>
          </p:cNvPr>
          <p:cNvSpPr txBox="1"/>
          <p:nvPr/>
        </p:nvSpPr>
        <p:spPr>
          <a:xfrm>
            <a:off x="860300" y="6242920"/>
            <a:ext cx="1962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Undifferentiated cell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7C319D-E035-618F-9FDE-6A7EA90604CD}"/>
              </a:ext>
            </a:extLst>
          </p:cNvPr>
          <p:cNvSpPr txBox="1"/>
          <p:nvPr/>
        </p:nvSpPr>
        <p:spPr>
          <a:xfrm>
            <a:off x="4527160" y="4209363"/>
            <a:ext cx="104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type 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3261AA-B14B-D4B3-50A6-06497743763B}"/>
              </a:ext>
            </a:extLst>
          </p:cNvPr>
          <p:cNvSpPr txBox="1"/>
          <p:nvPr/>
        </p:nvSpPr>
        <p:spPr>
          <a:xfrm>
            <a:off x="5087140" y="5911144"/>
            <a:ext cx="104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type B1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5E4F0D-524D-4829-339A-A39770860E0F}"/>
              </a:ext>
            </a:extLst>
          </p:cNvPr>
          <p:cNvSpPr txBox="1"/>
          <p:nvPr/>
        </p:nvSpPr>
        <p:spPr>
          <a:xfrm>
            <a:off x="8414620" y="5964169"/>
            <a:ext cx="104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type B2</a:t>
            </a:r>
          </a:p>
        </p:txBody>
      </p:sp>
    </p:spTree>
    <p:extLst>
      <p:ext uri="{BB962C8B-B14F-4D97-AF65-F5344CB8AC3E}">
        <p14:creationId xmlns:p14="http://schemas.microsoft.com/office/powerpoint/2010/main" val="31091630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D14B7F-DE09-EBDC-4BA3-651EB619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0D71-FC15-BBA6-CF67-D449046E7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14617"/>
            <a:ext cx="11882240" cy="1325563"/>
          </a:xfrm>
        </p:spPr>
        <p:txBody>
          <a:bodyPr/>
          <a:lstStyle/>
          <a:p>
            <a:r>
              <a:rPr lang="en-US" dirty="0"/>
              <a:t>Absorbing Markov chains + absorption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57255-EDBC-4B8E-B20C-C3AB51B98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256"/>
            <a:ext cx="10515600" cy="2486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absorbing state is a </a:t>
            </a:r>
            <a:r>
              <a:rPr lang="en-US" b="1" dirty="0"/>
              <a:t>recurrent</a:t>
            </a:r>
            <a:r>
              <a:rPr lang="en-US" dirty="0"/>
              <a:t> strongly connected component </a:t>
            </a:r>
            <a:r>
              <a:rPr lang="en-US" u="sng" dirty="0"/>
              <a:t>with a single vertex</a:t>
            </a:r>
          </a:p>
          <a:p>
            <a:pPr lvl="1"/>
            <a:r>
              <a:rPr lang="en-US" dirty="0"/>
              <a:t>e.g. cell type A and cell type B2 below</a:t>
            </a:r>
          </a:p>
          <a:p>
            <a:pPr marL="0" indent="0">
              <a:buNone/>
            </a:pPr>
            <a:r>
              <a:rPr lang="en-US" dirty="0" err="1"/>
              <a:t>Defn</a:t>
            </a:r>
            <a:r>
              <a:rPr lang="en-US" dirty="0"/>
              <a:t>: An absorbing Markov chain is a Markov chain where every recurrent </a:t>
            </a:r>
            <a:r>
              <a:rPr lang="en-US" dirty="0" err="1"/>
              <a:t>s.c.c.</a:t>
            </a:r>
            <a:r>
              <a:rPr lang="en-US" dirty="0"/>
              <a:t> has a single node (</a:t>
            </a:r>
            <a:r>
              <a:rPr lang="en-US" dirty="0" err="1"/>
              <a:t>ie</a:t>
            </a:r>
            <a:r>
              <a:rPr lang="en-US" dirty="0"/>
              <a:t> is an absorbing state)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68F235-6B71-E149-DB73-48D7C0987369}"/>
              </a:ext>
            </a:extLst>
          </p:cNvPr>
          <p:cNvGrpSpPr/>
          <p:nvPr/>
        </p:nvGrpSpPr>
        <p:grpSpPr>
          <a:xfrm>
            <a:off x="860300" y="4229100"/>
            <a:ext cx="8309100" cy="2660151"/>
            <a:chOff x="860300" y="3783400"/>
            <a:chExt cx="8920160" cy="310585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F81CDA4-9ABB-9E4D-2B62-53B3AE84836F}"/>
                </a:ext>
              </a:extLst>
            </p:cNvPr>
            <p:cNvGrpSpPr/>
            <p:nvPr/>
          </p:nvGrpSpPr>
          <p:grpSpPr>
            <a:xfrm>
              <a:off x="1267180" y="4105960"/>
              <a:ext cx="8513280" cy="2557800"/>
              <a:chOff x="1267180" y="4105960"/>
              <a:chExt cx="8513280" cy="2557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FAB9F0EA-4D42-CEB1-D154-1E9A82EBA32F}"/>
                      </a:ext>
                    </a:extLst>
                  </p14:cNvPr>
                  <p14:cNvContentPartPr/>
                  <p14:nvPr/>
                </p14:nvContentPartPr>
                <p14:xfrm>
                  <a:off x="1267180" y="5093800"/>
                  <a:ext cx="1084680" cy="105912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FAB9F0EA-4D42-CEB1-D154-1E9A82EBA32F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60611" y="5086655"/>
                    <a:ext cx="1097818" cy="10734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7D054697-CB76-23A3-B68C-38519D73757D}"/>
                      </a:ext>
                    </a:extLst>
                  </p14:cNvPr>
                  <p14:cNvContentPartPr/>
                  <p14:nvPr/>
                </p14:nvContentPartPr>
                <p14:xfrm>
                  <a:off x="2626540" y="4900840"/>
                  <a:ext cx="1354320" cy="57888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7D054697-CB76-23A3-B68C-38519D73757D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619969" y="4893699"/>
                    <a:ext cx="1367461" cy="5931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6" name="Ink 5">
                    <a:extLst>
                      <a:ext uri="{FF2B5EF4-FFF2-40B4-BE49-F238E27FC236}">
                        <a16:creationId xmlns:a16="http://schemas.microsoft.com/office/drawing/2014/main" id="{19AD97AF-CF3B-13E3-06DC-56B766906AAD}"/>
                      </a:ext>
                    </a:extLst>
                  </p14:cNvPr>
                  <p14:cNvContentPartPr/>
                  <p14:nvPr/>
                </p14:nvContentPartPr>
                <p14:xfrm>
                  <a:off x="4363540" y="4105960"/>
                  <a:ext cx="1040400" cy="821520"/>
                </p14:xfrm>
              </p:contentPart>
            </mc:Choice>
            <mc:Fallback xmlns="">
              <p:pic>
                <p:nvPicPr>
                  <p:cNvPr id="6" name="Ink 5">
                    <a:extLst>
                      <a:ext uri="{FF2B5EF4-FFF2-40B4-BE49-F238E27FC236}">
                        <a16:creationId xmlns:a16="http://schemas.microsoft.com/office/drawing/2014/main" id="{19AD97AF-CF3B-13E3-06DC-56B766906AAD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356970" y="4098816"/>
                    <a:ext cx="1053540" cy="8358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F8583C32-4738-DFB2-75FC-38B8ECE03CE1}"/>
                      </a:ext>
                    </a:extLst>
                  </p14:cNvPr>
                  <p14:cNvContentPartPr/>
                  <p14:nvPr/>
                </p14:nvContentPartPr>
                <p14:xfrm>
                  <a:off x="2860180" y="5702560"/>
                  <a:ext cx="1962360" cy="65988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F8583C32-4738-DFB2-75FC-38B8ECE03CE1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853609" y="5695415"/>
                    <a:ext cx="1975502" cy="6741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FD3D2BF8-1559-AF55-E9F8-882D98DE7A51}"/>
                      </a:ext>
                    </a:extLst>
                  </p14:cNvPr>
                  <p14:cNvContentPartPr/>
                  <p14:nvPr/>
                </p14:nvContentPartPr>
                <p14:xfrm>
                  <a:off x="5066260" y="5822080"/>
                  <a:ext cx="1002600" cy="84168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FD3D2BF8-1559-AF55-E9F8-882D98DE7A51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5059689" y="5814936"/>
                    <a:ext cx="1015741" cy="8559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0C79B52A-D109-99E4-DF54-54CBF4E887A0}"/>
                      </a:ext>
                    </a:extLst>
                  </p14:cNvPr>
                  <p14:cNvContentPartPr/>
                  <p14:nvPr/>
                </p14:nvContentPartPr>
                <p14:xfrm>
                  <a:off x="6271180" y="6134920"/>
                  <a:ext cx="1611000" cy="3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0C79B52A-D109-99E4-DF54-54CBF4E887A0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6264609" y="6128800"/>
                    <a:ext cx="1624142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0FFDE7BF-764A-18CD-3259-6D92C1AF4725}"/>
                      </a:ext>
                    </a:extLst>
                  </p14:cNvPr>
                  <p14:cNvContentPartPr/>
                  <p14:nvPr/>
                </p14:nvContentPartPr>
                <p14:xfrm>
                  <a:off x="7726660" y="6008200"/>
                  <a:ext cx="272880" cy="1602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0FFDE7BF-764A-18CD-3259-6D92C1AF4725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720089" y="6001052"/>
                    <a:ext cx="286022" cy="1744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E6CC323D-F516-9DF7-B9E0-F1165E7B8373}"/>
                      </a:ext>
                    </a:extLst>
                  </p14:cNvPr>
                  <p14:cNvContentPartPr/>
                  <p14:nvPr/>
                </p14:nvContentPartPr>
                <p14:xfrm>
                  <a:off x="8266300" y="5886160"/>
                  <a:ext cx="1103040" cy="75348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E6CC323D-F516-9DF7-B9E0-F1165E7B8373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8259730" y="5879016"/>
                    <a:ext cx="1116181" cy="7677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58654C54-EA89-7C2F-544A-D816B5C6D502}"/>
                      </a:ext>
                    </a:extLst>
                  </p14:cNvPr>
                  <p14:cNvContentPartPr/>
                  <p14:nvPr/>
                </p14:nvContentPartPr>
                <p14:xfrm>
                  <a:off x="8998540" y="5384680"/>
                  <a:ext cx="781920" cy="91620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58654C54-EA89-7C2F-544A-D816B5C6D502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991969" y="5377535"/>
                    <a:ext cx="795062" cy="930489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049B1BC-AC2B-91D7-5A20-243B707E2E4E}"/>
                    </a:ext>
                  </a:extLst>
                </p14:cNvPr>
                <p14:cNvContentPartPr/>
                <p14:nvPr/>
              </p14:nvContentPartPr>
              <p14:xfrm>
                <a:off x="5351740" y="3783400"/>
                <a:ext cx="711360" cy="867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049B1BC-AC2B-91D7-5A20-243B707E2E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5171" y="3776257"/>
                  <a:ext cx="724498" cy="881526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081D07-C4F7-2B9D-36DE-10302B58BEA6}"/>
                </a:ext>
              </a:extLst>
            </p:cNvPr>
            <p:cNvSpPr txBox="1"/>
            <p:nvPr/>
          </p:nvSpPr>
          <p:spPr>
            <a:xfrm>
              <a:off x="860300" y="6242920"/>
              <a:ext cx="19623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Undifferentiated cell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E64C34-7F0C-EC31-796D-AD62732D3134}"/>
                </a:ext>
              </a:extLst>
            </p:cNvPr>
            <p:cNvSpPr txBox="1"/>
            <p:nvPr/>
          </p:nvSpPr>
          <p:spPr>
            <a:xfrm>
              <a:off x="4527160" y="4209363"/>
              <a:ext cx="104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Cell type 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BAD5-4DB5-5502-FCAA-5A1E9284905C}"/>
                </a:ext>
              </a:extLst>
            </p:cNvPr>
            <p:cNvSpPr txBox="1"/>
            <p:nvPr/>
          </p:nvSpPr>
          <p:spPr>
            <a:xfrm>
              <a:off x="5087140" y="5911144"/>
              <a:ext cx="104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Cell type B1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E3AAEA-F24F-D2EB-0DA7-3D32030FA307}"/>
                </a:ext>
              </a:extLst>
            </p:cNvPr>
            <p:cNvSpPr txBox="1"/>
            <p:nvPr/>
          </p:nvSpPr>
          <p:spPr>
            <a:xfrm>
              <a:off x="8414620" y="5964169"/>
              <a:ext cx="104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Cell type B2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F7605E1-0D7F-C414-F262-6F43CBD230FB}"/>
              </a:ext>
            </a:extLst>
          </p:cNvPr>
          <p:cNvSpPr txBox="1"/>
          <p:nvPr/>
        </p:nvSpPr>
        <p:spPr>
          <a:xfrm>
            <a:off x="774417" y="3410368"/>
            <a:ext cx="10252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Oftentimes we want to calculate the </a:t>
            </a:r>
            <a:r>
              <a:rPr lang="en-US" sz="2500" b="1" dirty="0">
                <a:solidFill>
                  <a:srgbClr val="FF0000"/>
                </a:solidFill>
              </a:rPr>
              <a:t>probability of ending up in an absorbing state</a:t>
            </a:r>
          </a:p>
          <a:p>
            <a:endParaRPr lang="en-US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0120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F21C-39B5-F67B-2B7F-29733995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11938000" cy="1325563"/>
          </a:xfrm>
        </p:spPr>
        <p:txBody>
          <a:bodyPr/>
          <a:lstStyle/>
          <a:p>
            <a:r>
              <a:rPr lang="en-US" dirty="0"/>
              <a:t>Absorbing Markov chains + absorption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7B3-B34C-8D7E-4A67-82A9F30994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300" y="1239395"/>
                <a:ext cx="11595100" cy="535507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 there are t transient states and s absorbing states. We can write probability transition matrix P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Q is t x t matrix giving transition probabilities between transient states</a:t>
                </a:r>
              </a:p>
              <a:p>
                <a:r>
                  <a:rPr lang="en-US" dirty="0"/>
                  <a:t>R is s x t matrix giving transition probabilities from transient -&gt; absorbing</a:t>
                </a:r>
              </a:p>
              <a:p>
                <a:r>
                  <a:rPr lang="en-US" dirty="0" err="1"/>
                  <a:t>I</a:t>
                </a:r>
                <a:r>
                  <a:rPr lang="en-US" baseline="-25000" dirty="0" err="1"/>
                  <a:t>sxs</a:t>
                </a:r>
                <a:r>
                  <a:rPr lang="en-US" dirty="0"/>
                  <a:t> is s x s identity matrix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 (homework): Let B be a matrix with entry </a:t>
                </a:r>
                <a:r>
                  <a:rPr lang="en-US" dirty="0" err="1"/>
                  <a:t>b</a:t>
                </a:r>
                <a:r>
                  <a:rPr lang="en-US" baseline="-25000" dirty="0" err="1"/>
                  <a:t>ij</a:t>
                </a:r>
                <a:r>
                  <a:rPr lang="en-US" dirty="0"/>
                  <a:t> being the probability of reaching absorbing state </a:t>
                </a:r>
                <a:r>
                  <a:rPr lang="en-US" dirty="0" err="1"/>
                  <a:t>i</a:t>
                </a:r>
                <a:r>
                  <a:rPr lang="en-US" dirty="0"/>
                  <a:t> starting at state j. </a:t>
                </a:r>
              </a:p>
              <a:p>
                <a:pPr marL="0" indent="0">
                  <a:buNone/>
                </a:pPr>
                <a:r>
                  <a:rPr lang="en-US" u="sng" dirty="0"/>
                  <a:t>Then B = RN where </a:t>
                </a:r>
                <a14:m>
                  <m:oMath xmlns:m="http://schemas.openxmlformats.org/officeDocument/2006/math">
                    <m:r>
                      <a:rPr lang="en-US" b="0" i="1" u="sng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u="sng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u="sng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  <m:sup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u="sng" dirty="0"/>
                  <a:t> is called the </a:t>
                </a:r>
                <a:r>
                  <a:rPr lang="en-US" b="1" u="sng" dirty="0"/>
                  <a:t>fundamental matrix </a:t>
                </a:r>
                <a:r>
                  <a:rPr lang="en-US" u="sng" dirty="0"/>
                  <a:t> of the Markov chain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0507B3-B34C-8D7E-4A67-82A9F3099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1239395"/>
                <a:ext cx="11595100" cy="5355079"/>
              </a:xfrm>
              <a:blipFill>
                <a:blip r:embed="rId2"/>
                <a:stretch>
                  <a:fillRect l="-1094" t="-2600" r="-1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41061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F2760-06FD-BA35-CFBB-1BE09319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90500"/>
            <a:ext cx="11874500" cy="1325563"/>
          </a:xfrm>
        </p:spPr>
        <p:txBody>
          <a:bodyPr>
            <a:normAutofit/>
          </a:bodyPr>
          <a:lstStyle/>
          <a:p>
            <a:r>
              <a:rPr lang="en-US" sz="3500" dirty="0"/>
              <a:t>Palantir (Setty et al, Nat Bio 2019) models cell differentiation using absorbing Markov chains</a:t>
            </a:r>
          </a:p>
        </p:txBody>
      </p:sp>
      <p:pic>
        <p:nvPicPr>
          <p:cNvPr id="4" name="Picture 3" descr="Fig. 1: Palantir characterizes cell fate choices in a continuous model of differentiation.">
            <a:extLst>
              <a:ext uri="{FF2B5EF4-FFF2-40B4-BE49-F238E27FC236}">
                <a16:creationId xmlns:a16="http://schemas.microsoft.com/office/drawing/2014/main" id="{68B28122-51D3-C44F-DEEE-96DF0F3732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95"/>
          <a:stretch>
            <a:fillRect/>
          </a:stretch>
        </p:blipFill>
        <p:spPr>
          <a:xfrm>
            <a:off x="330200" y="1576260"/>
            <a:ext cx="5257800" cy="5091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2C088-487B-4CD4-865B-80C093D19B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562"/>
          <a:stretch>
            <a:fillRect/>
          </a:stretch>
        </p:blipFill>
        <p:spPr>
          <a:xfrm>
            <a:off x="5708650" y="2008829"/>
            <a:ext cx="6483350" cy="886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D9A18-CC7C-EBB5-0460-066A52406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650" y="3229559"/>
            <a:ext cx="6238875" cy="892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82371F-2F2B-460A-D95D-D311FDC2F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4455838"/>
            <a:ext cx="6483350" cy="193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501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79538E-E732-EF7B-AD9E-DE728847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A6FA-18AA-A0C5-2262-941A439D5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90500"/>
            <a:ext cx="11874500" cy="1325563"/>
          </a:xfrm>
        </p:spPr>
        <p:txBody>
          <a:bodyPr>
            <a:normAutofit/>
          </a:bodyPr>
          <a:lstStyle/>
          <a:p>
            <a:r>
              <a:rPr lang="en-US" sz="3500" dirty="0" err="1"/>
              <a:t>CellRank</a:t>
            </a:r>
            <a:r>
              <a:rPr lang="en-US" sz="3500" dirty="0"/>
              <a:t> (Lange et al, Nat Meth 2022) models cell differentiation using absorbing Markov chains</a:t>
            </a:r>
          </a:p>
        </p:txBody>
      </p:sp>
      <p:pic>
        <p:nvPicPr>
          <p:cNvPr id="3" name="Picture 2" descr="Fig. 1: Combining RNA velocity with cell–cell similarity to determine initial and terminal states and compute a global map of cellular fate potential.">
            <a:extLst>
              <a:ext uri="{FF2B5EF4-FFF2-40B4-BE49-F238E27FC236}">
                <a16:creationId xmlns:a16="http://schemas.microsoft.com/office/drawing/2014/main" id="{178FB0BB-9CE7-E36E-2421-293AD943B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531"/>
          <a:stretch>
            <a:fillRect/>
          </a:stretch>
        </p:blipFill>
        <p:spPr>
          <a:xfrm>
            <a:off x="244474" y="1695202"/>
            <a:ext cx="5464175" cy="49208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F075B6-2825-A013-9A10-FDDF2623EC66}"/>
              </a:ext>
            </a:extLst>
          </p:cNvPr>
          <p:cNvSpPr/>
          <p:nvPr/>
        </p:nvSpPr>
        <p:spPr>
          <a:xfrm>
            <a:off x="3048000" y="5956300"/>
            <a:ext cx="2921000" cy="901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4A4A5-D4AC-6638-216C-18318772C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063" y="2463849"/>
            <a:ext cx="6161937" cy="254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4810</TotalTime>
  <Words>3025</Words>
  <Application>Microsoft Macintosh PowerPoint</Application>
  <PresentationFormat>Widescreen</PresentationFormat>
  <Paragraphs>497</Paragraphs>
  <Slides>66</Slides>
  <Notes>2</Notes>
  <HiddenSlides>14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Aptos</vt:lpstr>
      <vt:lpstr>Aptos Display</vt:lpstr>
      <vt:lpstr>Arial</vt:lpstr>
      <vt:lpstr>Cambria Math</vt:lpstr>
      <vt:lpstr>Comic Sans MS</vt:lpstr>
      <vt:lpstr>Garamond</vt:lpstr>
      <vt:lpstr>Wingdings</vt:lpstr>
      <vt:lpstr>Office Theme</vt:lpstr>
      <vt:lpstr>Data visualization + trajectory inference</vt:lpstr>
      <vt:lpstr>Last time: random walks on a graph</vt:lpstr>
      <vt:lpstr>Definitions</vt:lpstr>
      <vt:lpstr>Some natural questions</vt:lpstr>
      <vt:lpstr>Random walks are efficiently modeled with probability transition matrix</vt:lpstr>
      <vt:lpstr>What is a stationary distribution?  Intuitively and Mathematically</vt:lpstr>
      <vt:lpstr>Existence of stationary distribution</vt:lpstr>
      <vt:lpstr>Today / next class</vt:lpstr>
      <vt:lpstr>Deriving a random walk-based distance</vt:lpstr>
      <vt:lpstr>Deriving a random walk-based distance</vt:lpstr>
      <vt:lpstr>Deriving a random walk-based distance</vt:lpstr>
      <vt:lpstr>Deriving a random walk-based distance</vt:lpstr>
      <vt:lpstr>Deriving a random walk-based distance</vt:lpstr>
      <vt:lpstr>Diffusion maps: a random walk based distance</vt:lpstr>
      <vt:lpstr>Diffusion maps</vt:lpstr>
      <vt:lpstr>Diffusion maps</vt:lpstr>
      <vt:lpstr>Diffusion maps embedding on “swiss roll”</vt:lpstr>
      <vt:lpstr>Now, how is this all useful for single cell data?</vt:lpstr>
      <vt:lpstr>PowerPoint Presentation</vt:lpstr>
      <vt:lpstr>PHATE: uses diffusion maps distance + MDS</vt:lpstr>
      <vt:lpstr>Trajectory inference: learning temporal ordering of cells in a single cell dataset</vt:lpstr>
      <vt:lpstr>Popular TI methods use diffusion</vt:lpstr>
      <vt:lpstr>Popular TI methods use diffusion</vt:lpstr>
      <vt:lpstr>PAGA (partition-based graph abstraction)</vt:lpstr>
      <vt:lpstr>Next: modern embedding methods</vt:lpstr>
      <vt:lpstr>Next: modern embedding methods</vt:lpstr>
      <vt:lpstr>A new idea for embedding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UMAP and t-SNE lie on attraction-repulsion spectrum</vt:lpstr>
      <vt:lpstr>Example of typical UMAP plots in single cell</vt:lpstr>
      <vt:lpstr>UMAP plots are often over-interpreted</vt:lpstr>
      <vt:lpstr>PowerPoint Presentation</vt:lpstr>
      <vt:lpstr>Moving on: trajectory inference is built on Markov chains </vt:lpstr>
      <vt:lpstr>Random walks on directed graphs (Markov chains)</vt:lpstr>
      <vt:lpstr>Random walks on directed graphs (Markov chains)</vt:lpstr>
      <vt:lpstr>Random walks on directed graphs (Markov chains)</vt:lpstr>
      <vt:lpstr>Classification of states in Markov chain</vt:lpstr>
      <vt:lpstr>Classification of states in Markov chain</vt:lpstr>
      <vt:lpstr>Classification of states in Markov chain</vt:lpstr>
      <vt:lpstr>Fundamental theorem of Markov chains (existence/uniqueness of stationary distribution)</vt:lpstr>
      <vt:lpstr>Examples of non-irreducible/aperiodic Markov chains</vt:lpstr>
      <vt:lpstr>More general theorem of Markov chains</vt:lpstr>
      <vt:lpstr>More general theorem of Markov chains</vt:lpstr>
      <vt:lpstr>More general theorem of Markov chains</vt:lpstr>
      <vt:lpstr>More general theorem of Markov chains</vt:lpstr>
      <vt:lpstr>Computing stationary distribution(s)</vt:lpstr>
      <vt:lpstr>Absorbing Markov chains + absorption probabilities</vt:lpstr>
      <vt:lpstr>Absorbing Markov chains + absorption probabilities</vt:lpstr>
      <vt:lpstr>Absorbing Markov chains + absorption probabilities</vt:lpstr>
      <vt:lpstr>Palantir (Setty et al, Nat Bio 2019) models cell differentiation using absorbing Markov chains</vt:lpstr>
      <vt:lpstr>CellRank (Lange et al, Nat Meth 2022) models cell differentiation using absorbing Markov chains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14</cp:revision>
  <dcterms:created xsi:type="dcterms:W3CDTF">2026-08-21T16:27:19Z</dcterms:created>
  <dcterms:modified xsi:type="dcterms:W3CDTF">2026-10-15T04:28:32Z</dcterms:modified>
</cp:coreProperties>
</file>