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488" r:id="rId3"/>
    <p:sldId id="494" r:id="rId4"/>
    <p:sldId id="412" r:id="rId5"/>
    <p:sldId id="417" r:id="rId6"/>
    <p:sldId id="414" r:id="rId7"/>
    <p:sldId id="415" r:id="rId8"/>
    <p:sldId id="495" r:id="rId9"/>
    <p:sldId id="446" r:id="rId10"/>
    <p:sldId id="455" r:id="rId11"/>
    <p:sldId id="458" r:id="rId12"/>
    <p:sldId id="459" r:id="rId13"/>
    <p:sldId id="461" r:id="rId14"/>
    <p:sldId id="463" r:id="rId15"/>
    <p:sldId id="464" r:id="rId16"/>
    <p:sldId id="465" r:id="rId17"/>
    <p:sldId id="493" r:id="rId18"/>
    <p:sldId id="467" r:id="rId19"/>
    <p:sldId id="468" r:id="rId20"/>
    <p:sldId id="469" r:id="rId21"/>
    <p:sldId id="472" r:id="rId22"/>
    <p:sldId id="474" r:id="rId23"/>
    <p:sldId id="476" r:id="rId24"/>
    <p:sldId id="470" r:id="rId25"/>
    <p:sldId id="471" r:id="rId26"/>
    <p:sldId id="477" r:id="rId27"/>
    <p:sldId id="478" r:id="rId28"/>
    <p:sldId id="479" r:id="rId29"/>
    <p:sldId id="481" r:id="rId30"/>
    <p:sldId id="429" r:id="rId31"/>
    <p:sldId id="1875" r:id="rId32"/>
    <p:sldId id="482" r:id="rId33"/>
    <p:sldId id="484" r:id="rId34"/>
    <p:sldId id="485" r:id="rId35"/>
    <p:sldId id="473" r:id="rId36"/>
    <p:sldId id="4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5D3A48-1D48-7541-A73F-33386AF70338}">
          <p14:sldIdLst>
            <p14:sldId id="256"/>
          </p14:sldIdLst>
        </p14:section>
        <p14:section name="Diffusion maps from last time" id="{50A87459-9AB7-404B-BB75-B8ACE09A5D32}">
          <p14:sldIdLst>
            <p14:sldId id="488"/>
            <p14:sldId id="494"/>
            <p14:sldId id="412"/>
            <p14:sldId id="417"/>
            <p14:sldId id="414"/>
            <p14:sldId id="415"/>
            <p14:sldId id="495"/>
            <p14:sldId id="446"/>
            <p14:sldId id="455"/>
            <p14:sldId id="458"/>
            <p14:sldId id="459"/>
            <p14:sldId id="461"/>
            <p14:sldId id="463"/>
            <p14:sldId id="464"/>
            <p14:sldId id="465"/>
            <p14:sldId id="493"/>
            <p14:sldId id="467"/>
            <p14:sldId id="468"/>
            <p14:sldId id="469"/>
            <p14:sldId id="472"/>
            <p14:sldId id="474"/>
            <p14:sldId id="476"/>
            <p14:sldId id="470"/>
            <p14:sldId id="471"/>
            <p14:sldId id="477"/>
            <p14:sldId id="478"/>
            <p14:sldId id="479"/>
            <p14:sldId id="481"/>
            <p14:sldId id="429"/>
            <p14:sldId id="1875"/>
            <p14:sldId id="482"/>
            <p14:sldId id="484"/>
            <p14:sldId id="485"/>
            <p14:sldId id="473"/>
            <p14:sldId id="4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17"/>
    <p:restoredTop sz="94524"/>
  </p:normalViewPr>
  <p:slideViewPr>
    <p:cSldViewPr snapToGrid="0">
      <p:cViewPr varScale="1">
        <p:scale>
          <a:sx n="114" d="100"/>
          <a:sy n="114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3:19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24575,'-13'0'0,"0"0"0,-9 0 0,-10 0 0,-2 3 0,-12 19 0,-1 15 0,8 16 0,2 17 0,16 3 0,10-6 0,7 3 0,4-5 0,0-3 0,0-3 0,3-13 0,11-10 0,13-5 0,23-3 0,15-5 0,6-6 0,7-6 0,-8-6 0,3-4 0,-1-6 0,-7-8 0,-3-6 0,-16-9 0,-7-2 0,-10-2 0,-9-2 0,-7 0 0,-4 0 0,-6-1 0,-2-2 0,-5 1 0,-11-2 0,-12 0 0,-9 2 0,-4 2 0,5 6 0,3 5 0,2 3 0,3 2 0,1 4 0,5 0 0,2 6 0,4 2 0,4 0 0,3 1 0,-1-1 0,4 2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24575,'5'0'0,"12"0"0,25 0 0,31 0 0,-28 0 0,3 0 0,10 0 0,6 0 0,-7 0 0,4 0 0,2 0-2835,6 0 1,1 0 0,0 0 2834,0 0 0,-1 0 0,-1 0 0,-4 0 0,-1 0 0,-5 0 542,5 0 0,-6 0-542,-7 0 0,0 0 0,-1 0 0,1 0 0,-5 0 0,-1 0 0,2 0 0,0 0-81,-2 0 0,0 0 81,32 0 0,-3 0 0,-12 0 0,-9 0 0,-10 0 6389,-12 0-6389,-5 0 938,-6 0-938,-7 2 63,-4 1 1,-6 0-1,-2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64 24575,'-24'-12'0,"2"4"0,5 8 0,0 0 0,2 0 0,0 6 0,6 14 0,4 11 0,3 10 0,1 4 0,0 11 0,1 6 0,0 1 0,0-1 0,0-7 0,0-1 0,12-3 0,10-9 0,11-14 0,5-6 0,-1-8 0,1-5 0,3-3 0,5-4 0,-1-1 0,-2-7 0,-7-7 0,-7-12 0,-5-12 0,-4-6 0,-4-9 0,-5 0 0,-4-5 0,-6 1 0,-18-5 0,-14 5 0,-10 12 0,-7 5 0,2 7 0,-5 0 0,-4 0 0,1 7 0,4 6 0,6 4 0,5 5 0,19 5 0,6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24575,'-8'0'0,"-5"0"0,-12 3 0,-9 12 0,-12 28 0,1 26 0,26-22 0,3 3-726,2 5 1,5 1 725,4 1 0,2-1 0,0 1 0,2 0 0,4-5 0,3-1 67,16 30-67,24-10 0,15-21 0,1-18 0,8-10 0,-11-19 0,3-1 0,-8-10 0,-11-10 0,-4-18 0,-14-10 0,-6-7 0,-10-6 1082,-5 1-1082,-3-4 0,-1 6 302,-2 5-302,-5 8 0,-8 7 0,-10 1 0,-8 8 0,0 2 0,0 1 0,4 2 0,2 3 0,3 1 0,5 6 0,8 6 0,4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24575,'0'10'0,"0"16"0,0 20 0,0 23 0,0 16-822,0 0 822,0-11 0,12-5 0,15-14 0,15-17 0,14-10 0,5-22 0,2-5 270,-3-3-270,-8-10 0,-9-14 137,-6-13-137,-10-13 0,-7-14 0,-7 1 0,-5-4 0,-4 2 0,-9 10 0,-9-2 0,-13 10 415,-9 11-415,-1 9 0,-3 15 0,4 7 0,2 6 0,6 1 0,12 0 0,7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76 24575,'-7'5'0,"-2"-3"0,-4 0 0,-5 3 0,-2 9 0,6 9 0,2 17 0,10 19 0,2 15 0,-1 4 0,1 2 0,0-6 0,9-13 0,17-8 0,24-24 0,22-15 0,12-8 0,-6-5 0,-1-4 0,-10-7 0,-12-9 0,0-26 0,-19-9 0,-12-11 0,-10-1 0,-11 11 0,-7-6 0,-9 7 0,-13 1 0,-14 4 0,-9 5 0,-5 8 0,0 6 0,4 11 0,1 6 0,8 3 0,16 5 0,9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95 644 24575,'-12'-10'0,"2"4"0,-1 2 0,-4 4 0,-1 10 0,1 5 0,3 13 0,9 13 0,3-1 0,0 1 0,0-7 0,0-3 0,6-3 0,10-2 0,22-8 0,18-9 0,14-5 0,-27-3 0,1-1 0,37 0 0,-37-5 0,0-3 0,-1-4 0,-3-4 0,24-33 0,-35 16 0,-4-4 0,2-42 0,-20 33 0,-2-2-2108,-2-1 1,-3-1 2107,-3 3 0,-4-1 0,-5 0 0,-4 2-239,-23-30 239,-14 13 0,-8 6 0,-2 13 0,-7 5 0,3 13 0,6 12 0,11 8 0,9 4 0,11 1 0,13 1 0,7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277 203 24575,'-24'0'0,"-1"0"0,-2 0 0,-2 0 0,-1 0 0,3 5 0,-2 11 0,10 11 0,5 16 0,5 15 0,5 0 0,4 7 0,-1-6 0,1-5 0,0-2 0,1-14 0,15-10 0,9-14 0,8-5 0,6-5 0,0-12 0,3-18 0,-7-20 0,-11-21 0,-16 0 0,-8-2 0,0-3 0,-1 9 0,-12-5 0,-11 7 0,-14 8 0,-7 3 0,5 13 0,2 13 0,7 10 0,3 9 0,5 3 0,11 2 0,5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24575,'0'-3'0,"10"16"0,19 16 0,0 3 0,5 2-913,1 1 0,5 1 913,17 15 0,7 1-955,-15-11 0,1 0 0,3-1 955,3 1 0,3 0 0,2 1-816,-9-6 0,3 2 0,1-1 1,-1-2 815,14 6 0,1-1 0,-1 0 0,1-1 0,-1 0 0,0-2-462,-6-5 0,-2-1 0,-3-3 462,12 4 0,-4-3 0,-13-6 0,-4-3 0,26 8 0,-13-1 808,-5-3-808,-15-11 625,-9-4 0,-18-6 1,-5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21881,'0'-4'0,"0"17"1299,0 11-1299,0 25 0,0 1 0,0-1 0,0 7 454,0-9-454,0 1 231,0-13-231,0-14 0,0-11 0,0-4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24575,'11'-5'0,"17"-7"0,9-8 0,20-12 0,3 0 0,-4 1 0,-2 4 0,-18 10 0,-7 4 0,-15 6 0,-5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24575,'-7'0'0,"33"3"0,12 4 0,38 7 0,-30-5 0,1-3-588,2 2 0,1-2 588,5-1 0,1 1 0,-3-5 0,0 1 0,-4 1 0,0-2 0,4 0 0,-1 0 0,-6-1 0,0 0 0,0 1 0,0-1 288,27 0-288,-20 0 0,-18 0 0,-12 0 0,-13 0 0,-4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24575,'0'18'0,"0"23"0,0 12 0,0 16 0,0 2 0,0-10 0,0 5 0,0-9 0,0-3 0,0-10 0,0-6 0,0-7 0,0-5 0,0-3 0,0-7 0,0-1 0,0-3 0,0-3 0,0-3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0 665 24575,'8'-10'0,"18"-16"0,19-31 0,-14 19 0,2-1-1169,6-3 1,1-1 1168,0 0 0,1-1 0,11-8 0,-1 3 0,-12 13 0,-2 1 0,1-3 0,-4 4 747,3-1-747,-18 15 96,-2 6 1,-10 7-1,-2 5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24575,'-5'3'0,"3"9"0,0 14 0,15 24 0,15 16-693,-5-27 0,6-1 693,7 9 0,4 0 0,4 3 0,4 0 0,9 8 0,2 1-730,-18-19 0,0-1 1,2 1 729,0-2 0,2 1 0,-2-1 0,2 0 0,0 0 0,-1-2 0,17 15 0,0 0 0,1-1 0,-3-1 0,-7-8 0,-2-2-613,-7-7 1,-1 0 612,-4 0 0,0-2 0,25 20 0,-2 0 0,-8-12 846,-15-16-846,-8-4 2470,-6-6-2470,-10-1 0,-5-5 0,-4-4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24575,'-4'3'0,"25"12"0,33 21 0,-4-4 0,7 2-4744,7 4 0,3 1 4744,-1-3 0,4 1 0,-1-2 0,8-1 0,0 0-505,1-1 1,1-1-1,2 0 505,-14-7 0,1 2 0,2-1 0,-1-1 0,2 2 0,1-1 0,0-1 0,-3-3-32,6 0 1,-2-3-1,0 1 32,4 1 0,-2 2 0,-2-3-409,-10-2 1,-2-1-1,-2 0 409,22 5 0,-4 0 1111,-12-4 1,-2-1-1112,-9-5 0,-2-1 1533,-4 0 1,-3 0-1534,24 4 3021,-26-5-3021,-13-3 619,-9-4 0,-12 0 0,-3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24575,'32'0'0,"29"0"0,-18 0 0,6 0-4916,15 0 1,3 0 4170,-7 0 0,3 0 745,-7 0 0,5 0 0,2 0 136,10 0 0,2 0 0,3 0-136,3 0 0,2 0 0,2 0 0,-15 0 0,2 0 0,0 0 0,-2 0-83,10 0 0,-2 0 1,-3 0 82,-10 0 0,-3 0 0,-1 0 0,19 0 0,-4 0-222,-12 0 1,-3 0 221,-11 0 0,-2 0 0,-1 0 0,-3 0 0,24 0 4396,-19 0-4396,-13 0 609,-7 0 0,-17 0 0,-3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24575,'0'15'0,"0"22"0,0 23 0,0-15 0,0 5 0,0 10 0,0 3-1633,0 13 1,0 1 1632,0 7 0,0 3 0,0-26 0,0 2 0,0 2 0,0 11 0,0 3 0,0 1-1140,0 1 0,0-1 0,0 3 1140,0-18 0,0 2 0,0-1 0,0 1 0,0-2 0,0 1 0,0-1 0,0-1-861,0 16 1,0-1-1,0 0 861,0 1 0,-2 0 0,0-2-436,1-11 1,0-2 0,-1-2 435,-2 20 0,2-4 225,0-14 1,0-4-226,2-11 0,0-2 1570,-2-2 1,0-2-1571,-1 22 0,-2-21 3108,2-15-3108,3-13 547,0-5 1,0-4-1,0-4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24575,'0'-3'0,"0"14"0,0 23 0,0 20 0,0 10 0,0 9 0,0 4-1488,0-13 0,0 3 1,0 1 1487,1 6 0,1 2 0,-1-2 0,1-5 0,1 0 0,1 0 0,1 9 0,1 2 0,2 0 0,1-3 0,2-2 0,1 1 0,0-2 0,2 0 0,0 0 0,0-3 0,2 0 0,-2 0 0,1-5 0,0 0 0,-1-2-211,-1-2 0,0-2 0,-1-1 211,4 15 0,0-3 0,-2-10 0,0-3 0,-2-10 0,0-2 0,9 30-252,0-1 252,1-8 0,-3-2 0,0-4 0,-1-5 0,-1-9 0,-1-8 0,-3-4 3063,-2-5-3063,-3-5 487,-2-6 0,-4-10 1,-2-4-1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24575,'0'-7'0,"0"26"0,6 8 0,7 33 0,23 10 0,-6-27 0,3 0 0,4 1 0,3-1-1443,10 5 1,3 0 1442,4 3 0,3-2 0,5 1 0,0-1 0,1 0 0,0-1 0,-4-4 0,-1-1 0,-3-4 0,-1 0 0,-1 0 0,-1 0 0,2 0 0,0 0 121,-8-6 1,-3-1-122,-4-1 0,-1-1 0,29 17 0,-12-7 0,-10-6 0,-12-11 0,-11-5 0,-12-8 0,-6-5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1828 24575,'11'-7'0,"12"-11"0,19-19 0,20-18 0,-23 22 0,3 0-1228,5-6 0,4 1 1228,11-5 0,4 1-1060,5-2 0,3-1 1060,-23 16 0,2 0 0,0 0 0,2 0 0,1 0 0,-2 0 0,1-1 0,-2-1 0,0 1 0,-2 2 0,0-1 0,-1 0 0,23-14 0,-2-1 0,-1 1 0,-2 1-672,-2 3 1,0-1 671,1-2 0,-1 0 0,-3 2 0,-1 0 0,-8 5 0,-2 1 0,-6 1 0,-2 2-257,-4 1 0,0 0 257,-5 4 0,-2-2 0,32-23 1258,-7 4-1258,-12 10 2603,-9 8-2603,-3 6 0,-7 7 0,-5 3 1652,-4-1-1652,-3 2 717,1 0-717,3-2 203,3 3-203,-3 0 0,0 0 0,-1 1 0,2-1 0,-1-1 0,0 2 0,-4 0 0,-1-1 0,-1 3 0,-4 3 0,-3 3 0,-2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2376 24575,'0'-20'0,"0"-18"0,0-25 0,-1 20 0,2-3-4147,0-12 0,1-1 4147,3-2 0,2-1 0,4-6 0,1-3 72,3-2 0,1-1-72,2-4 0,-2-1 0,-5 19 0,-1 0 0,1 0-69,-2 0 1,1 0 0,0 0 68,-1 0 0,2 0 0,-2 0 0,0 3 0,2-1 0,-2 3-399,5-17 0,-1 2 399,-2 7 0,-1 2 1340,-1 11 0,-1 1-1340,-2 4 0,0 2 0,5-37 1801,-4 20-1801,-4 11 2443,0 20-2443,-3 4 1286,0 7-1286,0 5 943,0-2-943,0 0 0,0 7 0,0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24575,'0'17'0,"0"7"0,0 14 0,0 13 0,0 4 0,0-2 0,0-6 0,6-13 0,10 1 0,13-7 0,13-7 0,13-7 0,10-8 0,-4-5 0,4-4 0,-13-6 0,-9-9 0,-5-10 0,-16-10 0,-4-8 0,-9-4 0,-2-3 0,-5 6 0,-1 1 0,-2 6 0,-4 9 0,-7 5 0,-7 7 0,-3 3 0,-6 1 0,2 6 0,0 3 0,5 3 0,10 3 0,4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215 173 24575,'-11'-6'0,"1"4"0,-3-1 0,0 3 0,0 0 0,-7 0 0,1 0 0,-4 0 0,0 5 0,0 14 0,3 13 0,7 9 0,3 10 0,10-6 0,0 3 0,-3-5 0,3-13 0,10-6 0,11-11 0,19-5 0,13-3 0,4-3 0,0-2 0,-7 1 0,-4-6 0,-8-8 0,-7-10 0,-11-12 0,-9-8 0,-5-1 0,-6-8 0,1-4 0,-1-1 0,-2 6 0,-4 12 0,-6 10 0,-5 7 0,-3 0 0,-2 5 0,-3 5 0,12 6 0,1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24575,'0'-10'0,"0"4"0,0 8 0,0 21 0,0 14 0,0 8 0,0 7 0,0-5 0,0-4 0,2-6 0,11-8 0,13-9 0,15-6 0,13-7 0,7-6 0,0-4 0,0-10 0,-4-11 0,-11-4 0,-7-4 0,-12 5 0,-9 2 0,-7-11 0,-5-2 0,-5-6 0,-10 2 0,-14 2 0,-16 1 0,-8 7 0,-2 2 0,4 10 0,4 1 0,3 6 0,5 4 0,2 4 0,16 2 0,2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53 124 24575,'-19'16'0,"6"-1"0,1 7 0,8 0 0,1 1 0,2 12 0,1 2 0,0 7 0,-1 11 0,1-9 0,0 5 0,3-11 0,10-12 0,19-1 0,16-15 0,13 2 0,9-6 0,-6-6 0,3-6 0,-4-7 0,-9-10 0,-2-17 0,-15-12 0,-15-13 0,-11 2 0,-11 4 0,1 1 0,-6 8 0,-9 4 0,-14 7 0,-12 12 0,-9 3 0,-6-1 0,1 5 0,1 2 0,8 4 0,10 4 0,17 4 0,7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46 496 24575,'-5'9'0,"3"4"0,-1 11 0,3 10 0,0 13 0,0 6 0,0 1 0,3-5 0,13 5 0,18-5 0,13-6 0,15-7 0,4-19 0,-6-6 0,-1-4 0,-9-7 0,-7 0 0,-1-5 0,-4-7 0,-5-12 0,-7-13 0,-10-20 0,-10-15 0,-3-2-538,-3-10 538,0 6 0,0-3 0,0 37 0,0 1 0,-9-31 0,-12 6 0,-6 16 0,-12 9 0,1 11 0,-5 6 0,-10 1 0,-4 7 0,-8 0 0,-1 5 0,4 4 0,3 5 0,9 2 0,21 1 0,8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24575,'0'-4'0,"0"17"0,0 22 0,3 33 0,9 14 0,0-33 0,2 2 0,11 14 0,3 2 0,4 2 0,2-1-897,-2 3 0,2-2 897,-4-3 0,-3-4 0,-9-19 0,-1-3 0,10 30-468,-5-13 468,-4-10 0,-2 1 0,-3-7 0,-4-9 0,-5-15 0,2-8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1141 24575,'-4'-2'0,"8"-13"0,21-17 0,23-21 0,-10 14 0,6-3-2835,-2 3 1,2-2 0,1 1 2834,15-15 0,1 0 0,-12 10 0,2-1 0,-1 0 70,-4 4 1,-1 2 0,-1 1-71,11-12 0,-1 1 0,10-7 0,-3 0 0,-18 16 0,-4 1-83,-2 4 0,-3 2 83,14-16 0,-22 20 0,-11 16 0,-10 7 0,-3 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24575,'-3'-4'0,"12"6"0,15 12 0,19 15 0,19 14 0,3 2 0,5 3-1154,-33-23 0,0 1 1154,31 20 0,1-2 0,-12-9 0,-11-9 0,-6-7 0,-7-6 0,-2 1 0,-6-2 0,-7-3 2308,-3-4-2308,-7-5 0,-4 0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24575,'0'29'0,"0"12"0,0 18 0,3 22 0,1-38 0,1 0-588,3 5 1,1 0 587,0-1 0,1-3 0,11 37 0,1-2 0,-1-8 0,0 1 0,-5-12 384,-4-12-384,-6-17 48,-2-9 1,-4-14 0,0-2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3 791 24575,'-3'-20'0,"3"-13"0,14-17 0,17-18 0,-10 31 0,3 0 0,1-2 0,1 1 0,17-30 0,-5 6 0,1-1 0,-4 4 0,0 0 0,-6 7 0,-10 14 0,-8 9 0,-5 8 0,-5 11 0,1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 24575,'-3'-5'0,"12"3"0,17 0 0,26 2 0,22 0 0,3 0 0,3 0-601,-4 0 601,-6 0 0,-1 0 0,-14 0 148,-10 0-148,-9 0 0,-9 0 0,-3 0 0,-5 0 0,-3 0 453,-4 0-453,2 0 0,-1 0 0,-4 0 0,-3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 24575,'-8'-5'0,"19"8"0,42 22 0,-6-2 0,8 3-4916,17 9 1,6 4 4418,-18-11 1,3 0-1,-1 0 497,-1-2 0,0 0 0,1-1-243,5 1 1,0 1 0,0-2 242,-5-3 0,-1-1 0,1 1 245,0-1 1,0-2-1,0 1-245,2 0 0,1-1 0,-2 0 0,18 3 0,-2-1 0,1 1 0,-2-2 0,-12-3 0,-4-2-274,-7-2 0,-2-1 274,-4-2 0,-1 1 4270,19 2-4270,-19-5 970,-20-4 1,-14-4 0,-7 0-1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1 371 24575,'13'0'0,"19"0"0,27 0-4916,-16-2 1,2-2 4170,1 1 0,0-3 745,17-6 0,3-1 385,7-6 1,3-3-386,-20 8 0,2-2 0,0 1 0,7-3 0,2 0 0,-2-1 0,-7 3 0,-2 0 0,-2 1 0,18-3 0,-4 0 803,-8 2 0,-4 2-803,-7 2 0,-1 2 0,-5 1 0,0 1-97,37-8 97,-19 7 0,-16 3 5666,-10 3-5666,-6 0 2581,-6 3-2581,-1 0 620,-4 0-620,-4 0 174,2 0-174,-3 0 0,0 0 0,0 0 0,-3 0 0,-1 0 0,-4 0 0,0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21536,'0'-4'0,"0"16"1458,0 30-1458,0 18 0,0 12 0,0-15 0,0 2 0,0 4-1569,0 19 1,0 5-1,0 1 1569,1-22 0,-1 2 0,1-1 0,0-1 0,3 18 0,0-4 0,1 3 0,1 1 0,0 1 0,2-2 0,0-7 0,0 0 0,1 0 0,0 7 0,-1 1 0,1 0 0,-1-2 0,1-1 0,-1 0 0,0-1 0,0-1 0,-1-3 0,-2-10 0,1-2 0,-2-3 0,2 14 0,-1-4 0,-2-9 0,-1-2 263,-1-6 1,2-1-264,-1 2 0,-1-1 0,2-1 0,-1-2 182,-1-6 1,2-2-183,0 29 0,6-10 0,-2-10 3993,2-7-3993,5-4 1084,-4-3-1084,1-5 318,1-4-318,-6-5 0,-1-9 0,-3-2 0,0-4 0,0 1 0,0 2 0,2 4 0,-1 4 0,2 3 0,3 2 0,-2 3 0,2 1 0,-2-5 0,-3-4 0,2-5 0,-2-5 0,0-4 0,-2-2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2305 1 24575,'0'19'0,"-3"8"0,-8 15 0,-11 11 0,-20 18-1796,11-28 1,-4 1 1795,-6 8 0,-3 2 0,-10 5 0,-3 3-1456,7-9 0,-2 3 0,-3 1 1456,10-11 0,-2 1 0,0 0 0,0 0 0,-13 13 0,0 0 0,1 0-1017,-1 1 0,1 0 0,1-3 1017,9-9 0,3-2 0,-1-2 0,3 1 0,-2-1 0,1 1-437,-6 2 1,1 1 0,0-3 436,6-6 0,1-1 0,0-1-28,-20 18 1,3-1 27,5-7 0,2 0 0,7-10 0,0 1 1067,4 0 1,1-2-1068,5-5 0,2-1 5073,-19 24-5073,8-3 2456,10-8-2456,11-3 1929,3-7-1929,7-6 781,1-6-781,3-8 0,5-4 0,3-1 0,1 0 0,-3-1 0,3-2 0,-3-3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1143 2530 24575,'0'-12'0,"-9"-14"0,-8-22 0,-17-27 0,11 26 0,-4-3-1166,-3-7 0,-3-3 1166,-4-11 0,-2-2-944,14 23 1,-1-1-1,0-2 944,-1-2 0,-2-1 0,2 0 0,2 4 0,1-1 0,0 3 0,-11-23 0,0 4-89,2 3 0,1 3 89,5 9 0,0 1 0,-5-9 0,1 0 0,0 6 0,1 1 0,1 1 0,2 2 0,1 4 0,2 2-14,-12-25 14,3 5 0,6 10 0,3 7 943,8 8-943,5-2 2739,-1 5-2739,2-1 1654,-1 6-1654,0 4 0,1 3 19,3 2-19,2 1 0,1 5 0,-1 2 0,1 4 0,2 3 0,-1 0 0,1 0 0,-3 4 0,3 2 0,0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24575,'15'0'0,"16"0"0,17 0 0,28 0 0,-22 0 0,4 0-2071,5 0 1,5 0 2070,13-3 0,5-2-952,-27 1 0,2-2 0,0 0 952,2-4 0,1-1 0,1 0 0,4-2 0,2 0 0,-2 0 0,0-1 0,0-1 0,-2 0 39,-6 3 0,-1-1 0,-1 0-39,16-5 0,-3-1 0,-7 0 0,-5 0-313,-10 5 0,-3-1 313,-2 1 0,-3 1 1551,25-1-1551,-25 5 0,-13 3 3226,-12 4-3226,-6-1 0,-7 3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1 824 24575,'4'-10'0,"18"-11"0,16-19 0,-6 12 0,4-4 0,22-16 0,6-4 0,-16 14 0,2-2 0,1 2-1482,3-2 0,1 1 0,-1 2 1482,-5 2 0,-2 2 0,-2 3 0,8-2 0,-5 3 0,-5 2 0,-4 1 0,27-15 1363,-6 5-1363,-16 10 724,-10 9-724,-7 4 0,-7 5 0,-5 3 0,-8 4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2366 24575,'0'-21'0,"8"-13"0,13-23 0,0 19 0,4-4 0,12-14 0,6-4-1334,-7 14 1,4-1 0,0 1 1333,3-2 0,2 0 0,0 1 0,3-1 0,0 0 0,2 2 0,1 1 0,0 1 0,1 1 0,-1 0 0,2-1 0,-1 0 0,3-2 0,0 1 0,0 0 0,-2 3 0,-1 1 0,-2 2 0,12-10 0,-4 2-41,-9 8 1,-3 1 40,-8 5 0,-1 2 0,23-23 0,-1 4 0,-10 7 0,-7 7 0,-6 1 0,-3 3 2903,-7 4-2903,0 2 1178,3-3-1178,1-4 0,10-4 0,2-6 0,2-2 0,6-3 0,-1-4-2879,2 1 2879,-8 9 0,-9 5 0,-4 4 0,-5 5 0,-2 0 0,-4 6 0,-7 6 2879,0 4-2879,-2 3 0,-5 6 0,1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24575,'-4'5'0,"2"8"0,1 17 0,1 18 0,0 6 0,0 24 0,-2 1 0,2-38 0,2 0 0,1 3 0,3-2 0,17 26 0,18-9 0,11-20 0,2-15 0,4-14 0,-2-4 0,3-10 0,-6-11 0,-7-14 0,-9-15 0,-11-6 0,-8-9 0,-10 0 0,-3 1 0,-6 6 0,-5 10 0,-10 7 0,-11 7 0,-9 3 0,-6 7 0,-2 4 0,0 4 0,5 3 0,4 3 0,7 4 0,5 0 0,9 0 0,4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1520 24575,'-3'1'0,"9"-6"0,13-16 0,33-31 0,-9 8 0,4-4-1028,-8 7 1,1-1-1,2 0 1028,2-6 0,3 1 0,-1-3-839,4-3 1,2 0-1,0-1 839,3-3 0,0 0 0,0 2 0,-5 2 0,0 1 0,-1 1-515,-2 2 0,1 0 0,-3 3 515,-5 5 0,-2 3 0,0-1-336,9-11 1,-2 1 335,0 4 0,-2 1 824,-12 11 0,-2 3-824,8-12 3116,-17 23-3116,-8 7 0,-5 6 0,-4 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162 232 24575,'-15'-7'0,"3"3"0,-3 1 0,-6 3 0,-5 2 0,-5 12 0,8 7 0,12 13 0,5 9 0,6 1 0,-1-1 0,0-7 0,3-9 0,4-7 0,15-10 0,15-5 0,15-13 0,10-18 0,1-21 0,-6-9 0,-14-5 0,-11-3 0,-16 6 0,-3 3 0,-10 8 0,-12 16 0,-17 5 0,-7 9 0,-8 7 0,-4 4 0,3 4 0,3 0 0,9 3 0,7 1 0,5 5 0,4 4 0,6-4 0,3-1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 24575,'-1'-3'0,"12"2"0,29-1 0,39 2 0,-19 0 0,6 0-1032,-12 0 1,1 0-1,2 0 1032,4 0 0,2 0 0,0 0 0,5 0 0,2 0 0,0 0 0,1 0 0,0 0 0,-1 0 0,-7 0 0,-3 0 0,-1 0-119,21 0 0,-5 0 119,-14 0 0,-6 0 0,-12 0 0,-4 0 0,34 0 0,-29 0 0,-17 0 0,-18 0 0,-5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28 193 24575,'0'11'0,"0"7"0,0 14 0,0 12 0,2 1 0,6 1 0,12-5 0,10-7 0,7-9 0,2-12 0,6-11 0,0-3 0,-5-8 0,-11-11 0,-13-12 0,-6-21 0,-4-3 0,-4-3 0,-6 3 0,-12 5 0,-11 2 0,-10 8 0,-1 8 0,0 14 0,0 6 0,3 5 0,0 5 0,5 2 0,5 1 0,5 0 0,11 0 0,5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3 910 21666,'-2'3'0,"11"0"1399,25-10-1399,1-5 0,5-4 0,15-9 0,6-4-824,-10 3 0,4-3 0,-1-2 824,4-2 0,1-1 0,1 0-496,5-2 1,2-2 0,-2 3 495,-6 2 0,0 2 0,-2 0 0,-4 4 0,-3 1 0,0 0-199,19-8 1,-3 2 198,-14 7 0,-3 1 0,-5 4 0,-4 1 0,13-5 1927,-24 13-1927,-16 7 2647,-7 1-2647,-8 2 1291,-5 1-1291,-1 0 0,0 15 0,1 6 0,3 21 0,6 4 0,8 3 0,18 0 0,20-6 0,11-12 0,8-13 0,2-10 0,5-12 0,-6-10 0,-12-14 0,-15-14 0,-20-19 0,-6 4 0,-12-4 0,-11 8 0,-12 12 0,-15-1 0,-12 11 0,-10 8 0,-2 9 0,5 7 0,5 4 0,11 2 0,9 1 0,8 0 0,9 0 0,4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24575,'0'4'0,"13"18"0,25 30 0,-3-9 0,7 2-1652,-7-8 1,4-1 0,1 2 1651,10 7 0,3 1 0,1-1 0,2 1 0,3 0 0,1 0-570,-12-8 1,0-1 0,1 0 0,0 0 569,14 11 0,-1 0 0,-1-1 0,-4-3 0,-1 1 0,-1-2-22,0 1 0,-1 0 0,-3-1 22,-7-7 0,-2 1 0,-2-2-285,18 14 1,-4-1 284,-13-12 0,-3-2 1873,15 16-1873,-12-12 2999,-13-12-2999,-9-9 2110,-8-7-2110,-7-6 884,-3-5-884,-1-3 0,1-6 0,-1-5 0,0-8 0,0-6 0,0-3 0,0-1 0,0 1 0,0 7 0,0 5 0,-2 8 0,0 5 0,-5 6 0,-5 13 0,-2 22 0,2 19 0,5 16 0,4 8 0,5 0 0,13-3 0,16-9 0,15-13 0,16-13 0,1-15 0,-1-10 0,-5-9 0,-14-13 0,-7-19 0,-11-14 0,-12-18 0,-16-8 0,-16 4 0,-12 5 0,-13 12 0,-6 10 0,-4 6 0,5 11 0,8 8 0,7 7 0,7 4 0,11 0 0,5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24575,'-7'6'0,"11"29"0,9 6 0,6 7 0,2 0 0,5 5 0,3 3-2301,-1-3 0,3 1 1,2 4-1,2 1 2301,1-2 0,3 2 0,1 2 0,1 0 0,1 0-519,3 3 0,0-1 0,1 1 0,0 0 0,1-2 519,0 1 0,0-1 0,1 0 0,0 0 0,1-1 0,-1 0 0,1-1 0,0 0 0,1 0 0,-2-2 0,-2-4 0,0 0 0,0-2 0,-1 1 0,0-1-12,-2-3 1,0 0 0,0-1-1,-1 1 1,-1-2 11,7 6 0,1 0 0,-3-1 0,0-2-325,5 6 0,-1-1 0,-3-4 325,-8-8 0,-1-2 0,-2-1 1165,13 14 1,-4-2-1166,-10-12 0,-4-4 4118,10 8-4118,-17-19 3489,-11-14-3489,-5-4 2241,-6-7-2241,-6-7 651,-6-4-651,-4-4 0,-2 1 0,-4-1 0,-3 0 0,-3 2 0,-4-1 0,-2 3 0,-4 6 0,-1 2 0,-3 3 0,5 8 0,7 8 0,10 11 0,9 11 0,4-3 0,10-1 0,16-3 0,12-6 0,18-1 0,10-7 0,0-5 0,2-5 0,-10-1 0,-13-3 0,-12-4 0,-9-8 0,-7-12 0,-5-6 0,-4-4 0,-2 1 0,-1 3 0,-2 4 0,-5 4 0,-9 4 0,-8 3 0,-5 2 0,-4 2 0,15 4 0,4 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82 346 24575,'-12'-1'0,"3"1"0,-3 9 0,1 13 0,1 14 0,-2 16 0,4 9 0,3 11 0,4-33 0,0 2 0,0 34 0,6-7 0,11-10 0,20-15 0,22-11 0,-17-21 0,3-4-425,8-3 0,0-2 425,5-5 0,0-3 0,3-4 0,-2-4 0,-7-3 0,-4-4-96,-5-2 0,-3-2 96,-8-4 0,-3-4 0,-6-2 0,-4-3 0,-1-6 0,-4-1 0,-5 1 0,-4-2 0,-8 2 0,-4 0 0,-8-1 0,-6 2-354,-9-1 1,-4 3 353,0 1 0,-2 3 0,-2 5 0,-1 3 0,0 5 0,0 1-105,0 4 0,0 3 105,-1 0 0,2 1 801,-26-4-801,15 9 48,17 8 0,15 2 0,5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24575,'-9'1'0,"22"15"0,37 30 0,2-3 0,9 7-2415,-6-6 1,4 2 0,2 1 2414,-6-4 0,3 0 0,1 2 0,0-1-629,2 2 1,0 0 0,2 0 0,-1 0 628,1 0 0,0 0 0,1-1 0,-3-1 0,-7-6 0,-1-1 0,-1-1 0,-2-1 199,8 5 0,-1-2 0,-2-2-199,-5-3 0,-1-3 0,-2-2-224,8 5 0,-2-2 224,-3-3 0,-2-1 1326,-11-6 0,-4-2-1326,17 11 4139,-14-10-4139,-9-1 0,-13-11 0,-8-2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 24575,'-2'-3'0,"10"2"0,30 15 0,31 12 0,-16-7 0,6 1-845,10 5 1,3-2 844,-1-5 0,0-1 0,1-2 0,0-1 0,-7-4 0,0-1 0,-4-2 0,-2-1 204,-8 0 1,-2-1-205,25 3 0,-28-4 0,-20-4 0,-10 0 0,-7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52 24575,'-5'0'0,"6"0"0,8 0 0,21 0 0,20 0 0,20 0 0,-24 0 0,3 0-740,9 0 0,3 0 740,9-1 0,3-1 0,2-1 0,0-1 0,3-1 0,-2-1 0,-10 0 0,-1-1 0,-1 2 0,-1 0-221,-8 2 1,-2 0 220,-8 3 0,-2-1 0,-1 1 0,-4-1 0,17 1 0,-12 0 0,-18 0 361,-10 0 0,-10 0 1,0 0-1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1013 24575,'38'-29'0,"14"-7"0,-7 3 0,5-4-1457,-6 6 1,3-2 0,1-1 1456,2 0 0,1 1 0,1-2-575,7-5 0,2-1 1,-1 2 574,-2 3 0,0 2 0,-1 0 0,-1 1 0,0 2 0,-1-1-54,-2 1 1,-2 2 0,0 0 53,17-10 0,-2 2-222,-12 6 1,-3 0 221,-11 8 0,-3 1 1757,25-12-1757,-22 12 2422,-11 5-2422,-13 9 0,-11 3 0,-3 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2098 24575,'10'-15'0,"18"-24"0,-2 4 0,5-5-2143,13-14 1,6-6 2142,-12 15 0,2-2 0,2 0-1032,8-9 1,3-2-1,0-1 1032,-9 12 0,1-2 0,1 1 0,0 0 0,-1 0 0,0 1 0,0 0 0,0-1 0,2 0 0,0 0 0,1-1 0,-1 2-142,-5 4 1,1 0 0,-1 2 0,0-1 141,12-12 0,1 1 0,-2 2 0,-4 3 0,-1 1 0,-1 3-316,-4 4 0,-1 1 0,-2 2 316,13-12 0,-2 3 579,-11 11 1,-3 1-580,-2 3 0,-1 1 3101,14-12-3101,-10 8 2672,-11 9-2672,-9 8 1515,-4 4-1515,-2 0 111,-5 4 1,-3 3-1,-2 3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1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1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0 24575,'-38'0'0,"16"4"0,-46 22 0,13 17 0,-14 21 0,33-27 0,3 1 0,-16 31 0,4 7 0,14 1-631,5 10 631,9 5 0,9 0 0,3 0 0,5-1 0,3 0 0,9-4 0,20-6 0,13-18 0,15-9 0,16-13 0,11-14 0,-37-16 0,2-2 0,5-3 0,0-3 0,0 1 0,1-2 0,2-3 0,-1-3 0,-5-1 0,-1-4 0,-5-5 0,-1-3 0,37-24 0,-15-7 0,-4-4 156,-14 5-156,-9-2 0,-6-2 0,-8 4 0,-8-1 0,-6 2 0,-6 3 0,-1-3 475,-3 3-475,-2 3 0,-2 1 0,-2-1 0,-3 1 0,-6 1 0,-5 3 0,-4 0 0,-2 0 0,-4 0 0,0 4 0,-2 2 0,-1 6 0,-1 4 0,-3 1 0,-3 2 0,-3 0 0,-2 3 0,-1 1 0,3 0 0,0 0 0,3 0 0,0 0 0,2 0 0,1 1 0,2-1 0,4 4 0,5 0 0,4 3 0,4 3 0,5-2 0,3 3 0,2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1019 0 24575,'-27'6'0,"-10"10"0,-18 18 0,-4 13 0,1 10 0,0 13-994,28-30 0,2 3 994,-4 7 0,1 4 0,-2 7 0,1 2-934,-1 8 1,0 2 933,1 9 0,0 2-719,2 9 1,2 3 718,10-29 0,1 1 0,1 1 0,1 0 0,1 1 0,1-2 0,-2 25 0,2-3-516,4-9 0,2-3 516,3-10 0,1-4 273,3-10 0,-1-2-273,1 38 1634,0-26-1634,0-22 2502,0-15-2502,0-11 1374,0-8-1374,0-10 268,-2-7-268,-3-8 0,-7-13 0,-6-4 0,-2-5 0,-2 0 0,4 7 0,0 0 0,3 6 0,1 1 0,1 3 0,0 3 0,2 3 0,1 4 0,3 2 0,2 7 0,3 9 0,5 14 0,11 16 0,7 12 0,5 9 0,3 3 0,-3-1 0,0-5 0,-2-7 0,-1-6 0,-3-10 0,-3-6 0,-3-7 0,-3-4 0,-1-2 0,0-3 0,0-3 0,0-3 0,-1-2 0,3-7 0,7-14 0,5-10 0,7-13 0,4-5 0,0 3 0,4-3 0,-5 4 0,-6 8 0,-5 4 0,-6 8 0,-3 5 0,-1 2 0,-4 3 0,-1 1 0,0-4 0,1-7 0,2-9 0,6-6 0,1 2 0,-4 14 0,-4 10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4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92 24575,'-8'4'0,"1"3"0,-3 17 0,-1 14 0,3 14 0,1 13 0,4-4 0,2 1 0,1 5 0,0 4 0,0-6 0,1-11 0,8-11 0,14-6 0,11 0 0,17-3 0,5-12 0,4-12 0,14-4 0,4-4 0,2-6 0,-2-10 0,-11-18 0,-12-15 0,-7-7 0,-10-5 0,-8 1 0,-2-1 0,-6 7 0,-7 5 0,-7 5 0,-5-2 0,-11-5 0,-17 2 0,-17 3 0,-20 5 0,-4 11 0,-2 3 0,-4 6 0,1 4 0,1-2 0,7 3 0,16 2 0,13 3 0,9 2 0,11 0 0,6 4 0,4-2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3 364 24575,'-3'4'0,"14"9"0,21 11 0,36 12 0,-12-8 0,7 0-415,15 1 1,7-2 414,-21-11 0,4-1 0,1-2-1603,4-2 0,2-2 1,0-2 1602,-5-4 0,0-2 0,1-1 0,10 1 0,1-1 0,2-1-1062,5 1 1,1-1 0,0-2 1061,1 0 0,0-1 0,1-3 0,5-1 0,3-1 0,-3-3-725,-8-2 0,-1-1 1,-1-2 724,-2-1 0,-2-2 0,1-1 0,0 0 0,0-1 0,-3 0-218,-12 3 1,-3 1 0,-2-1 217,16-4 0,-6 0 1356,-15 5 1,-5 2-1357,22-5 3153,-16 3-3153,-21 8 3370,-16 7-3370,-14-1 1943,-6-3-1943,-6-5 468,-10-5-468,-4-1 0,-13-4 0,-11 1 0,-11-3 0,-9 2 0,-4 7 0,-1 0 0,2 3 0,3 1 0,13 2 0,13 2 0,14 4 0,14 0 0,15 3 0,19 2 0,22 3 0,17 4 0,6 3 0,3 4 0,2 1 0,-1 3 0,1 1 0,-7-1 0,-8 0 0,-12-4 0,-13-1 0,-11-4 0,-10-1 0,-4-3 0,-5-1 0,-2-1 0,-3 1 0,-2 4 0,-2 3 0,-7 4 0,-5 3 0,-9 4 0,-7 4 0,-5 5 0,-9 5 0,-2-2 0,5-4 0,5-5 0,7-6 0,6-5 0,5-4 0,8-3 0,6-4 0,2-2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6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50 24575,'-11'0'0,"2"0"0,-2 0 0,0 0 0,-2 10 0,2 7 0,2 13 0,3 18 0,2 9 0,0 6 0,1-6 0,3-6 0,2 2 0,4 1 0,15 5 0,16-5 0,18-8 0,16-5 0,12-9-432,8-10 432,-3-8 0,-1-9 0,-4-3 0,-6-2 0,-3 0 0,-13-8 0,-11-7 0,-6-13 0,-12-5 0,-9 3 432,-10-3-432,-6 1 0,-4-15 0,-1-2 0,-6-5 0,-15-2 0,-21-2 0,-11 0 0,-10 3 0,-1 5 0,2 7 0,0 1 0,5 12 0,4 8 0,3 10 0,6 6 0,0 3 0,2 3 0,-1 0 0,-6 0 0,4 0 0,0 0 0,6 4 0,17-3 0,6 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2308 2870 24575,'5'2'0,"-3"-4"0,0-14 0,-2-19 0,0-26 0,-6-20 0,-2 30 0,-4-7-824,-5-4 0,-5-8 0,-1 0 824,-4-5 0,-2-1 0,0 0 0,-2 0 0,0-1 0,-2 2 0,0 2 0,-1 2 0,0 4 0,-10-10 0,-2 3 0,-5-8 0,-3 0 0,15 26 0,-3 1 0,0 1 0,-21-21 0,-2 4 0,1 7 0,-1 6-498,7 9 0,2 4 498,6 6 0,0 3 0,3 7 0,0 2-242,-39-17 242,-3 5 0,10 10 0,10 2 0,2 9 0,8 2 0,2 7 2302,13 3-2302,7-1 1116,5 2-1116,1-4 292,-7 2-292,0 0 0,1 0 0,2 1 0,3-3 0,0-1 0,0 0 0,4 2 0,3 2 0,6 3 0,4-1 0,3 1 0,3 0 0,2-1 0,3-2 0,2-10 0,1-6 0,3-10 0,11-18 0,4 0 0,10-5 0,1 4 0,-2 15 0,0 3 0,-6 9 0,-1 6 0,-3 4 0,-1 4 0,-2 4 0,-1 1 0,-3 2 0,-7 6 0,-17 17 0,-14 18 0,-8 12 0,-2 8 0,5-5 0,4-6 0,1-1 0,7-5 0,3-3 0,3-4 0,5-9 0,4-6 0,4-4 0,2-2 0,0-2 0,1-1 0,0-1 0,0 0 0,2 1 0,1-1 0,8 4 0,7 3 0,7 6 0,7 6 0,6 4 0,3 5 0,1 1 0,0 3 0,-3 1 0,-4-3 0,-6-5 0,-9-8 0,-7-7 0,-2-4 0,-4-3 0,-2-7 0,-3-1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0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24575,'-3'0'0,"14"0"0,21 0 0,36 0 0,-16 0 0,6 0-394,17 0 0,7 0 394,-16 0 0,4 0 0,0 0-1261,-1 0 1,-1 0 0,5 0 1260,19 0 0,5 0 0,2 0-1148,-16 0 1,1-1 0,1 1 0,2 1 1147,8 1 0,3 2 0,0 0 0,3 3-694,-13 0 1,3 1 0,0 1 0,0 2 0,-1 2 693,-6 0 0,-1 3 0,0 0 0,-1 2 0,1 0 0,-1 3 0,0 0 0,0 2 0,-1 0 0,0 0 0,-1 1 0,0 0 0,-1 0 0,-1 1 0,-3-1 0,8 2 0,-3 0 0,-2 0 0,-1 0 0,18 6 0,-3 1 0,-2-1-439,-5-1 0,-2 0 0,-1 1 439,-3 0 0,-2 1 0,2 0 0,10 2 0,3 1 0,-2 0 0,-4-1 0,-2 0 0,0 0 0,-7 0 0,-1 0 0,-1 0 210,-6-3 0,-2-1 0,-1 1-210,21 15 0,-4-1 1135,-12-6 1,-5 0-1136,-11-5 0,-4 0 1974,-8-4 0,-3 0-1974,29 24 3177,-9-3-3177,-14-9 2318,-16-8-2318,-12-11 1272,-7-7-1272,-3-7 325,-1-2-325,-2 1 0,-3-1 0,-10-2 0,-7-3 0,-7-3 0,-7 0 0,-12 0 0,-5 0 0,-2 0 0,-1 0 0,10 0 0,-2 0 0,1 0 0,4-2 0,-1 0 0,6-1 0,2 0 0,3 2 0,5-1 0,4 0 0,3-1 0,13 1 0,12 1 0,16 1 0,25 0 0,29 3 0,9 3 0,6 4 0,-11 0 0,-22 0 0,-6-4 0,-15 0 0,-11-1 0,-11-2 0,-6-1 0,-4-2 0,-3-1 0,0-9 0,-1-19 0,1-20 0,2-23 0,2-11-3631,3-8 3631,-1 9 0,-1 10 0,0 4 0,0 14 0,0-1 0,-2 12 0,-3 10 0,-3 8 3631,-1 9-3631,-1 4 0,1 8 0,-1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155 119 24575,'-2'-6'0,"-2"6"0,-8 10 0,-8 14 0,-3 10 0,-1 11 0,3 9 0,2 14 0,5 3 0,4-6 0,6-9 0,4-15 0,-2-2 0,6 2 0,10-1 0,16 3 0,22-5 0,22-12 0,20-7-547,-38-12 0,4-3 547,5 0 0,0-2 0,-6 1 0,-1-2-200,-1 0 1,-2-1 199,44-6 0,-10-15 0,-5-15 0,-21-15 0,-20-1 0,-15 4 0,-9 3 0,-8 1 0,-5-3 0,-2-1 1072,-2 1-1072,-8 6 421,-16-1-421,-15-3 0,-10 3 0,-4-4 0,2 2 0,2 4 0,4 1 0,10 12 0,9 7 0,5 10 0,-1 5 0,-2 3 0,-5 2 0,-7 0 0,0 0 0,-1 0 0,3 0 0,4 0 0,5 0 0,6 0 0,8 0 0,4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233 24575,'-4'-4'0,"9"-8"0,12-11 0,7-6 0,14-3 0,8 2 0,27-5 0,7 5 0,11 9 0,0 8 0,-11 12 0,7-1 0,-9 2 0,-2 10 0,-8 15 0,-4 18 0,-5 22 0,-7 7-609,-4 7 609,-12 6 0,-12-7 0,-7-3 0,-5 9 0,0-5 0,0 20 0,-6-48 0,-2 0 0,-1 0 0,-1 0 0,-1 5 0,0 0 0,-1-2 0,0 0 0,0 3 0,0 0 0,1-3 0,-1 1 0,-4 0 0,-2-1 0,-3 1 0,-4 0 0,-4-2 0,-4 0 0,-4 1 0,-4-1 0,-1 1 0,-2-1 0,-3-1 0,-1-1 0,2-5 0,-1-3 0,-28 28 0,-7-10 0,0-10 0,27-22 0,-1-1 0,-1-2 0,-1-1 0,-1-4 0,-2-3 0,-2 0 0,-2-2 0,2-3 0,-1-2 0,1-1 0,1-2 0,-37 2 0,2-5 0,8-4 0,-1-10 151,9-10-151,9-15 0,10-7 0,13 4 0,10 1 0,6 0 0,4-5 0,2-6 458,4-2-458,5 2 0,2 1 0,3 2 0,1 2 0,0-1 0,-1 6 0,1 5 0,0 6 0,0 7 0,0 4 0,0 3 0,2 5 0,0 1 0,0 0 0,1 0 0,2-3 0,0 0 0,1 0 0,0 0 0,0-1 0,-3 2 0,-7 5 0,-14 11 0,-13 13 0,-15 14 0,-6 11 0,-10 12 0,-1 3 0,3-2 0,2-2 0,13-14 0,5-7 0,9-9 0,8-9 0,9-5 0,4-3 0,6-12 0,1-14 0,1-17 0,4-16 0,16-19 0,18-11-524,16-4 524,9 5 0,-5 18 0,-2 6 0,-2 9 0,-5 9 0,-6 8 0,-4 11 0,-6 6 0,-2 3 0,-4 3 0,-4 2 524,-4 2-524,-3 0 0,-4 1 0,0 0 0,0-1 0,-1 1 0,1 2 0,2 5 0,0 6 0,3 5 0,2 2 0,1 0 0,4 1 0,0 4 0,3 0 0,1 3 0,-1 0 0,3-1 0,0-2 0,0-2 0,3 0 0,-3-3 0,-3-4 0,-3-2 0,-7-4 0,-3-1 0,-7-3 0,-1-2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15114,'0'25'0,"0"-8"4003,0 4-4003,0-5 0,0 14 0,0 3 1635,0 9-1635,0 4 883,0-2-883,0 3 2940,0-4-2940,0 3 0,0-5 0,0-3 0,0-4 0,0-6 0,0-4 0,0-11 0,0-7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24575,'-10'0'0,"-8"0"0,-9 0 0,-8 0 0,0 0 0,2 0 0,4 0 0,2 0 0,3 0 0,4 0 0,6 4 0,7 3 0,4 5 0,3 5 0,2 4 0,2 0 0,3-1 0,4-2 0,1-4 0,0-1 0,0-1 0,-2-2 0,0-2 0,-1-3 0,0-3 0,0-2 0,0 1 0,-2-1 0,3 0 0,3 0 0,3 0 0,6 0 0,2 1 0,3 4 0,0 3 0,-2 1 0,-1 4 0,-4 0 0,-2 2 0,-3 0 0,-2 0 0,-1 0 0,-3-3 0,-2-1 0,-2-3 0,-3 0 0,-2 0 0,0 1 0,0 1 0,-4-1 0,-7 1 0,-10-1 0,-8-1 0,-5-2 0,5-1 0,4 1 0,6-4 0,6 3 0,1-3 0,5 2 0,3 2 0,2 1 0,2-3 0,0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0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139 107 24575,'-2'-4'0,"-2"2"0,-4 0 0,-9 4 0,-2 5 0,-2 6 0,-3 18 0,5 12 0,5 5 0,6-1 0,7-10 0,1-7 0,-1-1 0,2-5 0,10-5 0,13-6 0,12-5 0,3-4 0,2-3 0,-5-1 0,0 0 0,-5 0 0,-5-2 0,-2-3 0,-8-8 0,-4-4 0,1-6 0,-1-9 0,6-4 0,1-10 0,-1 0 0,0 3 0,-2 4 0,-4 5 0,-5 7 0,-3 4 0,-3 6 0,-1 3 0,-2 2 0,-8 2 0,-9 2 0,-9 3 0,-2 2 0,1 3 0,3 0 0,3 0 0,1 0 0,12 0 0,2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24575,'-12'0'0,"3"0"0,-1 0 0,1 0 0,1 0 0,-3 0 0,-8 8 0,-3 9 0,-2 11 0,3 10 0,7 6 0,1 6 0,3 0 0,4-1 0,3-11 0,3-10 0,0-7 0,8-7 0,8-3 0,11-5 0,12-4 0,4-3 0,2-7 0,-2-5 0,-4-6 0,-8-3 0,-8 2 0,-6 1 0,-7 2 0,-2 1 0,-3-1 0,-3 1 0,-2 1 0,0-1 0,-5 0 0,-7-1 0,-7 0 0,-6-2 0,1 3 0,-1-1 0,3 1 0,2 2 0,2 1 0,2 2 0,4 4 0,0 1 0,7 4 0,2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24575,'0'13'0,"0"-1"0,0 5 0,0-1 0,0-3 0,0 0 0,0-6 0,0-5 0,0-9 0,0-3 0,0-3 0,0 8 0,0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24575,'3'0'0,"-8"0"0,-8 0 0,-8 0 0,-3 0 0,1 0 0,2 0 0,-3 0 0,3 0 0,6 4 0,6 5 0,7 7 0,1 6 0,3 3 0,2-1 0,3-3 0,0-4 0,0-3 0,-2-3 0,-2-1 0,-1 0 0,-2-1 0,0 0 0,0 3 0,0 3 0,0 2 0,0 4 0,0-2 0,0 0 0,0-3 0,0-2 0,0-1 0,2-4 0,2-4 0,3-2 0,2-2 0,2-3 0,4-4 0,2-2 0,4-4 0,2 2 0,1 0 0,1 4 0,1 1 0,0 2 0,-1 2 0,-3 1 0,-3 0 0,-3-1 0,-3 1 0,-3 2 0,-5 2 0,-3 6 0,-2 2 0,0 6 0,0 2 0,0 4 0,-1 3 0,-4-2 0,-2-3 0,0-5 0,0-4 0,-3 0 0,-2 0 0,-9 0 0,-6 0 0,-4-1 0,-3-3 0,4-2 0,3-2 0,6-2 0,5 1 0,2-2 0,2 1 0,6-1 0,1-2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24575,'0'13'0,"0"15"0,0 9 0,0 16 0,0 18 0,0 5 0,0 9 0,0-8 0,0-22 0,0-10 0,0-13 0,0-10 0,0-2 0,0-8 0,0-13 0,0-11 0,0-16 0,0-11 0,0 4 0,0-19 0,0-5 0,0-6 0,0-6 0,0 17 0,0 10 0,0 10 0,0 10 0,0 7 0,0 8 0,0 4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7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24575,'0'13'0,"0"14"0,0 17 0,0 16 0,0-1 0,0 5 0,0 0 0,0 1 0,0 1 0,0-9 0,0-10 0,0-7 0,0-7 0,0-5 0,0-2 0,0-3 0,0-3 0,0-4 0,0 0 0,0-10 0,0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0 24575,'-38'0'0,"16"4"0,-46 22 0,13 17 0,-14 21 0,33-27 0,3 1 0,-16 31 0,4 7 0,14 1-631,5 10 631,9 5 0,9 0 0,3 0 0,5-1 0,3 0 0,9-4 0,20-6 0,13-18 0,15-9 0,16-13 0,11-14 0,-37-16 0,2-2 0,5-3 0,0-3 0,0 1 0,1-2 0,2-3 0,-1-3 0,-5-1 0,-1-4 0,-5-5 0,-1-3 0,37-24 0,-15-7 0,-4-4 156,-14 5-156,-9-2 0,-6-2 0,-8 4 0,-8-1 0,-6 2 0,-6 3 0,-1-3 475,-3 3-475,-2 3 0,-2 1 0,-2-1 0,-3 1 0,-6 1 0,-5 3 0,-4 0 0,-2 0 0,-4 0 0,0 4 0,-2 2 0,-1 6 0,-1 4 0,-3 1 0,-3 2 0,-3 0 0,-2 3 0,-1 1 0,3 0 0,0 0 0,3 0 0,0 0 0,2 0 0,1 1 0,2-1 0,4 4 0,5 0 0,4 3 0,4 3 0,5-2 0,3 3 0,2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1019 0 24575,'-27'6'0,"-10"10"0,-18 18 0,-4 13 0,1 10 0,0 13-994,28-30 0,2 3 994,-4 7 0,1 4 0,-2 7 0,1 2-934,-1 8 1,0 2 933,1 9 0,0 2-719,2 9 1,2 3 718,10-29 0,1 1 0,1 1 0,1 0 0,1 1 0,1-2 0,-2 25 0,2-3-516,4-9 0,2-3 516,3-10 0,1-4 273,3-10 0,-1-2-273,1 38 1634,0-26-1634,0-22 2502,0-15-2502,0-11 1374,0-8-1374,0-10 268,-2-7-268,-3-8 0,-7-13 0,-6-4 0,-2-5 0,-2 0 0,4 7 0,0 0 0,3 6 0,1 1 0,1 3 0,0 3 0,2 3 0,1 4 0,3 2 0,2 7 0,3 9 0,5 14 0,11 16 0,7 12 0,5 9 0,3 3 0,-3-1 0,0-5 0,-2-7 0,-1-6 0,-3-10 0,-3-6 0,-3-7 0,-3-4 0,-1-2 0,0-3 0,0-3 0,0-3 0,-1-2 0,3-7 0,7-14 0,5-10 0,7-13 0,4-5 0,0 3 0,4-3 0,-5 4 0,-6 8 0,-5 4 0,-6 8 0,-3 5 0,-1 2 0,-4 3 0,-1 1 0,0-4 0,1-7 0,2-9 0,6-6 0,1 2 0,-4 14 0,-4 10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4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92 24575,'-8'4'0,"1"3"0,-3 17 0,-1 14 0,3 14 0,1 13 0,4-4 0,2 1 0,1 5 0,0 4 0,0-6 0,1-11 0,8-11 0,14-6 0,11 0 0,17-3 0,5-12 0,4-12 0,14-4 0,4-4 0,2-6 0,-2-10 0,-11-18 0,-12-15 0,-7-7 0,-10-5 0,-8 1 0,-2-1 0,-6 7 0,-7 5 0,-7 5 0,-5-2 0,-11-5 0,-17 2 0,-17 3 0,-20 5 0,-4 11 0,-2 3 0,-4 6 0,1 4 0,1-2 0,7 3 0,16 2 0,13 3 0,9 2 0,11 0 0,6 4 0,4-2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3 364 24575,'-3'4'0,"14"9"0,21 11 0,36 12 0,-12-8 0,7 0-415,15 1 1,7-2 414,-21-11 0,4-1 0,1-2-1603,4-2 0,2-2 1,0-2 1602,-5-4 0,0-2 0,1-1 0,10 1 0,1-1 0,2-1-1062,5 1 1,1-1 0,0-2 1061,1 0 0,0-1 0,1-3 0,5-1 0,3-1 0,-3-3-725,-8-2 0,-1-1 1,-1-2 724,-2-1 0,-2-2 0,1-1 0,0 0 0,0-1 0,-3 0-218,-12 3 1,-3 1 0,-2-1 217,16-4 0,-6 0 1356,-15 5 1,-5 2-1357,22-5 3153,-16 3-3153,-21 8 3370,-16 7-3370,-14-1 1943,-6-3-1943,-6-5 468,-10-5-468,-4-1 0,-13-4 0,-11 1 0,-11-3 0,-9 2 0,-4 7 0,-1 0 0,2 3 0,3 1 0,13 2 0,13 2 0,14 4 0,14 0 0,15 3 0,19 2 0,22 3 0,17 4 0,6 3 0,3 4 0,2 1 0,-1 3 0,1 1 0,-7-1 0,-8 0 0,-12-4 0,-13-1 0,-11-4 0,-10-1 0,-4-3 0,-5-1 0,-2-1 0,-3 1 0,-2 4 0,-2 3 0,-7 4 0,-5 3 0,-9 4 0,-7 4 0,-5 5 0,-9 5 0,-2-2 0,5-4 0,5-5 0,7-6 0,6-5 0,5-4 0,8-3 0,6-4 0,2-2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6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50 24575,'-11'0'0,"2"0"0,-2 0 0,0 0 0,-2 10 0,2 7 0,2 13 0,3 18 0,2 9 0,0 6 0,1-6 0,3-6 0,2 2 0,4 1 0,15 5 0,16-5 0,18-8 0,16-5 0,12-9-432,8-10 432,-3-8 0,-1-9 0,-4-3 0,-6-2 0,-3 0 0,-13-8 0,-11-7 0,-6-13 0,-12-5 0,-9 3 432,-10-3-432,-6 1 0,-4-15 0,-1-2 0,-6-5 0,-15-2 0,-21-2 0,-11 0 0,-10 3 0,-1 5 0,2 7 0,0 1 0,5 12 0,4 8 0,3 10 0,6 6 0,0 3 0,2 3 0,-1 0 0,-6 0 0,4 0 0,0 0 0,6 4 0,17-3 0,6 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2308 2870 24575,'5'2'0,"-3"-4"0,0-14 0,-2-19 0,0-26 0,-6-20 0,-2 30 0,-4-7-824,-5-4 0,-5-8 0,-1 0 824,-4-5 0,-2-1 0,0 0 0,-2 0 0,0-1 0,-2 2 0,0 2 0,-1 2 0,0 4 0,-10-10 0,-2 3 0,-5-8 0,-3 0 0,15 26 0,-3 1 0,0 1 0,-21-21 0,-2 4 0,1 7 0,-1 6-498,7 9 0,2 4 498,6 6 0,0 3 0,3 7 0,0 2-242,-39-17 242,-3 5 0,10 10 0,10 2 0,2 9 0,8 2 0,2 7 2302,13 3-2302,7-1 1116,5 2-1116,1-4 292,-7 2-292,0 0 0,1 0 0,2 1 0,3-3 0,0-1 0,0 0 0,4 2 0,3 2 0,6 3 0,4-1 0,3 1 0,3 0 0,2-1 0,3-2 0,2-10 0,1-6 0,3-10 0,11-18 0,4 0 0,10-5 0,1 4 0,-2 15 0,0 3 0,-6 9 0,-1 6 0,-3 4 0,-1 4 0,-2 4 0,-1 1 0,-3 2 0,-7 6 0,-17 17 0,-14 18 0,-8 12 0,-2 8 0,5-5 0,4-6 0,1-1 0,7-5 0,3-3 0,3-4 0,5-9 0,4-6 0,4-4 0,2-2 0,0-2 0,1-1 0,0-1 0,0 0 0,2 1 0,1-1 0,8 4 0,7 3 0,7 6 0,7 6 0,6 4 0,3 5 0,1 1 0,0 3 0,-3 1 0,-4-3 0,-6-5 0,-9-8 0,-7-7 0,-2-4 0,-4-3 0,-2-7 0,-3-1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0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24575,'-3'0'0,"14"0"0,21 0 0,36 0 0,-16 0 0,6 0-394,17 0 0,7 0 394,-16 0 0,4 0 0,0 0-1261,-1 0 1,-1 0 0,5 0 1260,19 0 0,5 0 0,2 0-1148,-16 0 1,1-1 0,1 1 0,2 1 1147,8 1 0,3 2 0,0 0 0,3 3-694,-13 0 1,3 1 0,0 1 0,0 2 0,-1 2 693,-6 0 0,-1 3 0,0 0 0,-1 2 0,1 0 0,-1 3 0,0 0 0,0 2 0,-1 0 0,0 0 0,-1 1 0,0 0 0,-1 0 0,-1 1 0,-3-1 0,8 2 0,-3 0 0,-2 0 0,-1 0 0,18 6 0,-3 1 0,-2-1-439,-5-1 0,-2 0 0,-1 1 439,-3 0 0,-2 1 0,2 0 0,10 2 0,3 1 0,-2 0 0,-4-1 0,-2 0 0,0 0 0,-7 0 0,-1 0 0,-1 0 210,-6-3 0,-2-1 0,-1 1-210,21 15 0,-4-1 1135,-12-6 1,-5 0-1136,-11-5 0,-4 0 1974,-8-4 0,-3 0-1974,29 24 3177,-9-3-3177,-14-9 2318,-16-8-2318,-12-11 1272,-7-7-1272,-3-7 325,-1-2-325,-2 1 0,-3-1 0,-10-2 0,-7-3 0,-7-3 0,-7 0 0,-12 0 0,-5 0 0,-2 0 0,-1 0 0,10 0 0,-2 0 0,1 0 0,4-2 0,-1 0 0,6-1 0,2 0 0,3 2 0,5-1 0,4 0 0,3-1 0,13 1 0,12 1 0,16 1 0,25 0 0,29 3 0,9 3 0,6 4 0,-11 0 0,-22 0 0,-6-4 0,-15 0 0,-11-1 0,-11-2 0,-6-1 0,-4-2 0,-3-1 0,0-9 0,-1-19 0,1-20 0,2-23 0,2-11-3631,3-8 3631,-1 9 0,-1 10 0,0 4 0,0 14 0,0-1 0,-2 12 0,-3 10 0,-3 8 3631,-1 9-3631,-1 4 0,1 8 0,-1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155 119 24575,'-2'-6'0,"-2"6"0,-8 10 0,-8 14 0,-3 10 0,-1 11 0,3 9 0,2 14 0,5 3 0,4-6 0,6-9 0,4-15 0,-2-2 0,6 2 0,10-1 0,16 3 0,22-5 0,22-12 0,20-7-547,-38-12 0,4-3 547,5 0 0,0-2 0,-6 1 0,-1-2-200,-1 0 1,-2-1 199,44-6 0,-10-15 0,-5-15 0,-21-15 0,-20-1 0,-15 4 0,-9 3 0,-8 1 0,-5-3 0,-2-1 1072,-2 1-1072,-8 6 421,-16-1-421,-15-3 0,-10 3 0,-4-4 0,2 2 0,2 4 0,4 1 0,10 12 0,9 7 0,5 10 0,-1 5 0,-2 3 0,-5 2 0,-7 0 0,0 0 0,-1 0 0,3 0 0,4 0 0,5 0 0,6 0 0,8 0 0,4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233 24575,'-4'-4'0,"9"-8"0,12-11 0,7-6 0,14-3 0,8 2 0,27-5 0,7 5 0,11 9 0,0 8 0,-11 12 0,7-1 0,-9 2 0,-2 10 0,-8 15 0,-4 18 0,-5 22 0,-7 7-609,-4 7 609,-12 6 0,-12-7 0,-7-3 0,-5 9 0,0-5 0,0 20 0,-6-48 0,-2 0 0,-1 0 0,-1 0 0,-1 5 0,0 0 0,-1-2 0,0 0 0,0 3 0,0 0 0,1-3 0,-1 1 0,-4 0 0,-2-1 0,-3 1 0,-4 0 0,-4-2 0,-4 0 0,-4 1 0,-4-1 0,-1 1 0,-2-1 0,-3-1 0,-1-1 0,2-5 0,-1-3 0,-28 28 0,-7-10 0,0-10 0,27-22 0,-1-1 0,-1-2 0,-1-1 0,-1-4 0,-2-3 0,-2 0 0,-2-2 0,2-3 0,-1-2 0,1-1 0,1-2 0,-37 2 0,2-5 0,8-4 0,-1-10 151,9-10-151,9-15 0,10-7 0,13 4 0,10 1 0,6 0 0,4-5 0,2-6 458,4-2-458,5 2 0,2 1 0,3 2 0,1 2 0,0-1 0,-1 6 0,1 5 0,0 6 0,0 7 0,0 4 0,0 3 0,2 5 0,0 1 0,0 0 0,1 0 0,2-3 0,0 0 0,1 0 0,0 0 0,0-1 0,-3 2 0,-7 5 0,-14 11 0,-13 13 0,-15 14 0,-6 11 0,-10 12 0,-1 3 0,3-2 0,2-2 0,13-14 0,5-7 0,9-9 0,8-9 0,9-5 0,4-3 0,6-12 0,1-14 0,1-17 0,4-16 0,16-19 0,18-11-524,16-4 524,9 5 0,-5 18 0,-2 6 0,-2 9 0,-5 9 0,-6 8 0,-4 11 0,-6 6 0,-2 3 0,-4 3 0,-4 2 524,-4 2-524,-3 0 0,-4 1 0,0 0 0,0-1 0,-1 1 0,1 2 0,2 5 0,0 6 0,3 5 0,2 2 0,1 0 0,4 1 0,0 4 0,3 0 0,1 3 0,-1 0 0,3-1 0,0-2 0,0-2 0,3 0 0,-3-3 0,-3-4 0,-3-2 0,-7-4 0,-3-1 0,-7-3 0,-1-2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15114,'0'25'0,"0"-8"4003,0 4-4003,0-5 0,0 14 0,0 3 1635,0 9-1635,0 4 883,0-2-883,0 3 2940,0-4-2940,0 3 0,0-5 0,0-3 0,0-4 0,0-6 0,0-4 0,0-11 0,0-7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24575,'-10'0'0,"-8"0"0,-9 0 0,-8 0 0,0 0 0,2 0 0,4 0 0,2 0 0,3 0 0,4 0 0,6 4 0,7 3 0,4 5 0,3 5 0,2 4 0,2 0 0,3-1 0,4-2 0,1-4 0,0-1 0,0-1 0,-2-2 0,0-2 0,-1-3 0,0-3 0,0-2 0,0 1 0,-2-1 0,3 0 0,3 0 0,3 0 0,6 0 0,2 1 0,3 4 0,0 3 0,-2 1 0,-1 4 0,-4 0 0,-2 2 0,-3 0 0,-2 0 0,-1 0 0,-3-3 0,-2-1 0,-2-3 0,-3 0 0,-2 0 0,0 1 0,0 1 0,-4-1 0,-7 1 0,-10-1 0,-8-1 0,-5-2 0,5-1 0,4 1 0,6-4 0,6 3 0,1-3 0,5 2 0,3 2 0,2 1 0,2-3 0,0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0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139 107 24575,'-2'-4'0,"-2"2"0,-4 0 0,-9 4 0,-2 5 0,-2 6 0,-3 18 0,5 12 0,5 5 0,6-1 0,7-10 0,1-7 0,-1-1 0,2-5 0,10-5 0,13-6 0,12-5 0,3-4 0,2-3 0,-5-1 0,0 0 0,-5 0 0,-5-2 0,-2-3 0,-8-8 0,-4-4 0,1-6 0,-1-9 0,6-4 0,1-10 0,-1 0 0,0 3 0,-2 4 0,-4 5 0,-5 7 0,-3 4 0,-3 6 0,-1 3 0,-2 2 0,-8 2 0,-9 2 0,-9 3 0,-2 2 0,1 3 0,3 0 0,3 0 0,1 0 0,12 0 0,2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24575,'-12'0'0,"3"0"0,-1 0 0,1 0 0,1 0 0,-3 0 0,-8 8 0,-3 9 0,-2 11 0,3 10 0,7 6 0,1 6 0,3 0 0,4-1 0,3-11 0,3-10 0,0-7 0,8-7 0,8-3 0,11-5 0,12-4 0,4-3 0,2-7 0,-2-5 0,-4-6 0,-8-3 0,-8 2 0,-6 1 0,-7 2 0,-2 1 0,-3-1 0,-3 1 0,-2 1 0,0-1 0,-5 0 0,-7-1 0,-7 0 0,-6-2 0,1 3 0,-1-1 0,3 1 0,2 2 0,2 1 0,2 2 0,4 4 0,0 1 0,7 4 0,2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24575,'0'13'0,"0"-1"0,0 5 0,0-1 0,0-3 0,0 0 0,0-6 0,0-5 0,0-9 0,0-3 0,0-3 0,0 8 0,0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24575,'3'0'0,"-8"0"0,-8 0 0,-8 0 0,-3 0 0,1 0 0,2 0 0,-3 0 0,3 0 0,6 4 0,6 5 0,7 7 0,1 6 0,3 3 0,2-1 0,3-3 0,0-4 0,0-3 0,-2-3 0,-2-1 0,-1 0 0,-2-1 0,0 0 0,0 3 0,0 3 0,0 2 0,0 4 0,0-2 0,0 0 0,0-3 0,0-2 0,0-1 0,2-4 0,2-4 0,3-2 0,2-2 0,2-3 0,4-4 0,2-2 0,4-4 0,2 2 0,1 0 0,1 4 0,1 1 0,0 2 0,-1 2 0,-3 1 0,-3 0 0,-3-1 0,-3 1 0,-3 2 0,-5 2 0,-3 6 0,-2 2 0,0 6 0,0 2 0,0 4 0,-1 3 0,-4-2 0,-2-3 0,0-5 0,0-4 0,-3 0 0,-2 0 0,-9 0 0,-6 0 0,-4-1 0,-3-3 0,4-2 0,3-2 0,6-2 0,5 1 0,2-2 0,2 1 0,6-1 0,1-2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24575,'0'13'0,"0"15"0,0 9 0,0 16 0,0 18 0,0 5 0,0 9 0,0-8 0,0-22 0,0-10 0,0-13 0,0-10 0,0-2 0,0-8 0,0-13 0,0-11 0,0-16 0,0-11 0,0 4 0,0-19 0,0-5 0,0-6 0,0-6 0,0 17 0,0 10 0,0 10 0,0 10 0,0 7 0,0 8 0,0 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7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24575,'0'13'0,"0"14"0,0 17 0,0 16 0,0-1 0,0 5 0,0 0 0,0 1 0,0 1 0,0-9 0,0-10 0,0-7 0,0-7 0,0-5 0,0-2 0,0-3 0,0-3 0,0-4 0,0 0 0,0-10 0,0 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2.0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905 209 24575,'-2'-5'0,"-8"3"0,-7 0 0,-17 2 0,-8 0 0,-8 0 0,0 0 0,-3 0 0,-6 0 0,1 4 0,1 5 0,14 9 0,8 10 0,10 6 0,7 4 0,9 2 0,5-4 0,9-2 0,18-10 0,23-11 0,10-7 0,10-6 0,0 0 0,-10-2 0,-3-4 0,-13-12 0,-11-10 0,-6-9 0,-7-7 0,-8 3 0,-4-2 0,-7 3 0,-11 5 0,-14 7 0,-16 10 0,-22 8 0,-8 6 0,6 3 0,9 7 0,17 12 0,5 11 0,5 5 0,13-2 0,11-5 0,8-4 0,9-2 0,12-6 0,16-7 0,17-3 0,3-6 0,-2-7 0,-10-8 0,-11-9 0,-12-6 0,-10-3 0,-6 3 0,-11 6 0,-9 10 0,-16 7 0,-20 6 0,-13 2 0,-2 4 0,4 8 0,8 14 0,12 11 0,10 9 0,15 7 0,10-5 0,19-5 0,28-10 0,34-14 0,-23-13 0,3-1 0,0-3 0,-1-1 0,42-3 0,-17-7 0,-12-11 0,-4-11 0,-10-8 0,-14-1 0,-16-2 0,-12 5 0,-22 8 0,-26 6 0,-29 11 0,-18 6 0,34 4 0,-1 0 0,-46 2 0,3 13 0,4 16 0,22 15 0,9 9 0,20-6 0,18-2 0,13-2 0,5-4 0,17-3 0,25-10 0,29-9 0,26-6-506,-1-6 506,-4-12 0,-9-12-32,-14-15 32,-6-12 0,-19 0 0,-17-9 0,-12 3 0,-12 5 0,-14 6 0,-22 14 0,-29 3 0,-30 6-135,44 11 0,-2 1 135,0 2 0,-1 1 0,2 2 0,0 0 0,-45 0-220,6 1 220,13 7 0,17 17 0,19 15 0,16 12 0,15 2 768,26-2-768,23-5 0,18-8 0,23-9 0,7-12-378,8-6 378,-43-8 0,0-2 0,45-13 0,-9-21 0,-20-16 0,-20-14 0,-18-4 0,-14-1 0,-6 2 0,-20 7 0,-25 14 0,-29 21 0,-30 10-2992,42 12 1,-1 1 2991,-42 1 0,10 7-67,15 12 67,9 14 0,-2 18 0,13 11 0,16 5 0,15 5 0,20-7 0,29-4 0,31-6 0,-16-31 0,5-5-234,5-2 1,3-4 233,0-3 0,0-4 0,0-2 0,-1-3 0,43-13 0,-13-24 0,-21-16 0,-22-14 6365,-13-6-6365,-14 5 96,-5-5-96,-10 0 0,-19 11 0,-20 11 0,-27 18 0,-27 17-120,39 10 0,-1 4 120,-3 3 0,0 4 0,0 6 0,2 4 0,4 7 0,3 4-195,-29 35 195,14 14 0,18 4 0,18-4 0,9 1 0,15-10 0,14-8 0,24-1 0,32-9 0,-18-27 0,5-5-237,9-1 1,4-3 236,8-4 0,2-3 0,-3-1 0,1-3 0,-3 0 0,-2-2 0,-4-1 0,-3-1-145,-7-2 0,-2-2 145,-2-4 0,-3-5 0,28-23 0,-21-13 0,-21-2 0,-16-1 0,-14 0 0,-23 0 0,-27 0 0,-28 8 212,23 26 1,-4 4-213,-5 4 0,-3 3 0,-3 2 0,-1 3 0,0 1 0,0 3 0,9-1 0,3 3 206,-45 14-206,19 15 0,16 14 0,10 21 0,22 0 0,15 3 0,13-10 0,19-19 0,27-6 0,28-9 0,17-4 0,11-7-588,-5-7 588,3-17 0,-9-12 0,-16-17 932,-18-12-932,-22-3 290,-9-13-290,-11 2 0,-22 4 0,-30 7 0,-30 13 53,-18 9-53,39 19 0,-1 2 0,-45-4 0,-1 7 0,-2 3 0,14 3 0,10 1 0,15 3 0,18 5 0,16 19 0,11 14 0,18 15 0,19 9 574,15-12-574,16-9 0,9-10 0,-1-10 0,0-7 0,-2-6 0,-6-9 0,-11-12 0,-9-16 0,-10-16 0,-9-15 0,-5-3 0,-4 2 0,-9 7 0,-8 12 0,-10 14 0,-9 13 0,-6 9 0,-1 6 0,4 15 0,7 13 0,11 12 0,6 11 0,4 1 0,4 4 0,5 0 0,14-9 0,17-16 0,21-12 0,19-26 0,6-27 0,-6-21 0,-13-18 0,-19-1 0,-17 8 0,-9 10 0,-10 9 0,-5 14 0,-12 11 0,-24 10 0,-22 11 0,-16 9 0,-4 10 0,9 16 0,8 12 0,9 4 0,16 4 0,15-1 0,11 4 0,10-3 0,16-6 0,18-14 0,22-14 0,10-9 0,-5-6 0,5-4 0,-2-9 0,1-18 0,-2-21 0,-18-19 0,-14-12 0,-13-4 0,-12 4 0,-10-1 0,-22 11 0,-23 16 0,-28 17 0,-7 20 0,2 8 0,5 5 0,13 2 0,8 6 0,17 9 0,14 11 0,10 6 0,4 4 0,5-1 0,10-4 0,15-5 0,-9-12 0,8-6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4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716 217 24575,'5'-34'0,"-2"12"0,0 1 0,-8 13 0,-9 4 0,-15 2 0,-16 2 0,-16 0 0,-12 0 0,7 1 0,5 9 0,8 13 0,4 22 0,5 19 0,13 15 0,15 8 0,14 5-405,1 0 405,8-1 0,13-6 0,11-19 0,20-9 0,14-15 0,9-14 0,14-7 0,0-12 0,-1-6 0,-9-9 0,-11-21 0,-13-28 0,-17-24 0,-23 30 0,-3-3-410,-5-4 0,-3-2 410,1-2 0,-4-1 0,-5-2 0,-4 0 0,-2 8 0,-4 3 0,-29-38 0,-20 19 0,-8 18 0,-11 11 0,-5 17 0,-3 21 0,-4 32 0,45 0 0,2 9-732,-1 10 1,4 6 731,3 10 0,5 5 0,5 1 0,5 2 0,8-1 0,4 0 0,5-4 0,4-2-154,2-7 1,5-3 153,21 34 0,28-25 0,40-24-245,-38-28 0,2-4 245,5-2 0,1-4 0,4-5 0,-1-3 0,-5-3 0,-1-3 0,2-5 0,-2-4 0,-6-5 0,-3-5 0,-2-3 0,-2-3 0,-3-5 0,-3-2 316,-7 3 1,-5 0-317,7-39 1450,-23 14-1450,-21 10 334,-25 5-334,-28 20 0,-27 14 0,-5 11-405,1 10 405,15 10 0,12 22-33,9 26 33,15 15 0,9 10 0,14-4 0,11 1 0,8-8 0,22-14 0,28-18 0,34-23 0,-28-14 0,2-2 0,-2-3 0,0-3 0,-4-3 0,-1-3 0,38-16 0,-16-14 0,-10-2 0,-18 3 1365,-18 3-1365,-11 3 141,-5 2-141,-16 7 0,-23 8 0,-27 8 0,-16 4 0,-7 7 0,5 12 0,10 16 0,7 16 0,19 6 0,14 8 0,15-3 0,11-14 0,19-12 0,15-21 0,17-7 0,10-8 0,2-20 0,-2-22 0,-12-15 0,-15-14 0,-16 2 0,-12 4 0,-5 6 0,-12 14 0,-10 16 0,-13 15 0,-8 9 0,0 7 0,3 4 0,7 6 0,6 4 0,10 4 0,6-1 0,4 0 0,3-2 0,1-6 0,1-4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6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740 26 24575,'-10'-5'0,"-3"3"0,-7 0 0,-3 2 0,-6 0 0,-10 0 0,-10-1 0,-9 1 0,-1 11 0,1 18 0,7 28 0,7 27-326,27-36 1,4 2 325,4 2 0,2 1 0,3-2 0,2-2 0,2 36 0,1-21 0,13-22 0,19-19 0,25-9 0,21-14 0,10-22-507,-40-3 1,-1-7 506,-3-8 0,-3-4 0,-5-2 0,-4-1 248,-6 2 1,-5-1-249,0-32 0,-13-2 0,-5 12 0,-8 11 0,-17 20 0,-22 19 0,-17 7 0,-15 8 0,-7 3 0,-5 14 614,-6 17-614,47-5 0,2 7-374,-1 8 0,3 4 374,5 1 0,3 1 0,3 3 0,5 0-172,4-2 0,5 0 172,-3 38 0,7-7 0,9-15 402,8-20-402,12-18 0,17-15 0,13-23 0,12-25 0,4-31 80,-33 26 1,-3-4-81,1-1 0,-3-1 0,-4 2 0,-4-1 308,9-40-308,-8 5 0,-7 14 0,-5 17 0,-14 14 0,-14 13 0,-14 11 725,-15 8-725,-2 4 0,3 6 0,9 8 49,12 11-49,10 11 0,8 3 0,5 3 0,13-5 0,16-9 0,25-8 0,28-12 0,13-13 0,-3-11 0,-7-16 0,-12-13 0,-14-1 0,-11-1 0,-16 8 0,-14 11 0,-5 8 0,-8 11 0,-16 6 0,-17 6 0,-14 14 0,-12 13 0,2 14 0,3 8 0,6-1 0,13-2 0,10-4 0,12-6 0,7-6 0,5-9 0,2-7 0,1-4 0,2-3 0,2-2 0,2-3 0,-2-2 0,-1-2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8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394 23 24575,'1'-9'0,"-12"3"0,-16 2 0,-23 4 0,-6 3 0,-1 4 0,5 9 0,3 14 0,5 11 0,13 10 0,14 3 0,17-7 0,22-5 0,40-4 0,-15-23 0,5-4-660,12-1 1,3-3 659,7-2 0,-1-2 0,-8-3 0,-2 0 0,-6 0 0,-3 0 0,37 0 0,-22 0 0,-2 0 0,-14 0 0,-16 0 0,-14-4 0,-13-5 1319,-5-8-1319,-21-8 0,-22-5 0,-26-7 0,-15 4 0,-7 4-422,-1 10 422,0 11 0,8 5 0,13 3 0,11 0 0,10 6 0,4 8 0,14 9 422,9 11-422,11 6 0,10 0 0,18 0 0,22-4 0,18-6 0,14-6 0,2-8 0,-5-9 0,3-3 0,-10-12 0,-14-11 0,-14-15 0,-20-20 0,-7-3 0,-5-6 0,-7 3 0,-10 8 0,-13 2 0,-13 11 0,-11 13 0,-5 10 0,-1 11 0,9 8 0,3 22 0,11 24 0,12 22 0,7 3 0,13 1 0,2-15 0,11-13 0,12-6 0,16-16 0,7 1 0,2-6 0,0-4 0,-11-8 0,-6-14 0,-12-12 0,-12-14 0,-6-12 0,-2-2 0,-10-4 0,-10 2 0,-16 7 0,-8 11 0,-5 12 0,-2 9 0,2 6 0,-2 1 0,9 5 0,8 11 0,12 13 0,9 15 0,7 7 0,6 0 0,12-6 0,13-14 0,18-7 0,9-11 0,1-4 0,2-4 0,-13-7 0,-9-11 0,-12-13 0,-14-12 0,-1-4 0,-3 1 0,-12 10 0,-16 11 0,-15 11 0,-16 8 0,-2 2 0,5 3 0,4 9 0,11 9 0,12 9 0,10 5 0,10 2 0,8-2 0,-2-12 0,2-7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6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5315 425 24575,'-4'12'0,"-7"16"0,-15 23 0,-24 23 0,11-22 0,-6 3 0,-7 3 0,-6 0-1659,-8 6 1,-5 1 1658,20-19 0,-3-1 0,0 0 0,-2-3 0,-1-2 0,-1 0 0,-6 3 0,-1-1 0,-1-3 0,1-3 0,-1-2 0,0-3 0,1-2 0,0-3 0,-2-2 0,1-3 0,-2-2 0,0-2 0,-30 1 0,-1-5 0,1-3 0,-1-3 0,2-3 0,2-2 0,6-1 0,2-2 0,0 2 0,2-2 0,10 0 0,2-2 0,4-4 0,2-4-80,2-2 0,2-5 80,3-3 0,0-3 0,0 0 0,1 0 0,5 0 0,1 1 0,2-1 0,1 0 0,2 1 0,0-1 0,-4-1 0,1-1 0,1 1 0,1-1-221,0 3 1,1-1 220,1 1 0,0 0 0,-36-18 0,3 5 0,10-2 0,5 3 0,-2 1 0,11 3 0,4 6 0,2 0 2347,6 3-2347,-4-3 1040,3 1-1040,-2-4 531,0-3-531,-1-5 0,4-3 0,3 0 0,4-4 0,5 1 0,3 1 0,8 0 0,2 1 0,2 4 0,2 5 0,1 1 0,3-2 0,-1-3 0,-1-1 0,2-1 0,1 3 0,0 3 0,1 2 0,-3 5 0,2 5 0,4 4 0,1 6 0,1 1 0,-1 2 0,-2 2 0,-1 9 0,-5 14 0,-3 16 0,-4 14 0,-1 11 0,-2 8 0,-3 1 0,-2 1 0,-1-10 0,4-11 0,5-8 0,5-13 0,4-8 0,1-8 0,2-3 0,1 0 0,0-10 0,3-13 0,2-17 0,2-12 0,0-5 0,3 2 0,8 2 0,4 1 0,6 3 0,2 2 0,-2 0 0,1 4 0,-3 6 0,0 2 0,2 6 0,-3 4 0,0 1 0,-3 5 0,-4 2 0,0 2 0,0 3 0,-1-1 0,0 1 0,0 0 0,0 1 0,0 1 0,0 1 0,2 0 0,0 0 0,8 0 0,9 6 0,15 8 0,11 4 0,-1 4 0,4 0 0,-1 1 0,5 1 0,8 3 0,-1-3 0,-5-3 0,-7-2 0,-10-4 0,-7-1 0,-9-2 0,-8 1 0,-7-2 0,-4 0 0,-3 0 0,-4 3 0,-3 11 0,-2-13 0,0 6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24575,'-9'3'0,"-2"8"0,-11 20 0,-5 13 0,-13 43 0,20-40 0,1 1 0,4 3 0,2 1 0,1 2 0,5-2 0,4 25 0,0 9 0,3-16 0,5-6 0,15-5 0,26-17 0,25-10 0,11-15 0,7-12-435,0-5 435,-3 0 0,-6 0 0,-14 0 0,-11 0 0,-9-2 0,-5-7 0,-7-8 435,-10-10-435,-8-6 0,-7-4 0,-4-2 0,-7-2 0,-10-1 0,-13-1 0,-11-1 0,-19-1 0,-3 3 0,-7 5 0,3 7 0,7 4 0,-4 3 0,6 2 0,-1 2 0,9 4 0,8 1 0,8 3 0,14 4 0,6 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7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 24575,'-35'0'0,"4"0"0,-1 0 0,1 7 0,-1 19 0,-1 16 0,1 20 0,5 10 0,3 12-447,13-34 0,0 2 447,2 5 0,1 0 0,3-3 0,1-3 0,0 35-113,4-10 113,0-10 0,0 6 0,0-1 0,7-17 0,17-15 889,20-15-889,24-15 0,23-6-239,-41-3 0,1-3 239,2-2 0,-1-4 0,42-18 0,-15-12 0,-9-16 0,-10-5 0,-4-8 0,-14 3 0,-16 9 0,-12-1 0,-11-7 0,-1-12 0,-7-3 0,-17 2 0,-22 6 0,-17 10 0,-12 5 0,-1 10 0,2 8 0,3 3 0,31 18 0,11 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8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 24575,'-6'29'0,"-1"10"0,-3 15 0,1 15 0,5 13-759,1-31 0,2 2 759,0 2 0,0 1 0,1 0 0,-1-1 0,1-1 0,0-3 371,-1 33-371,14-5 281,18-20-281,23-19 0,19-18 0,10-16 0,7-5 0,-7-4 0,-10-7 0,-6-17 0,-5-19 0,1-15 0,-9-6 0,-16-5 0,-11-12 0,-10 0 0,-5-3 0,-12 6 0,-19 10 0,-17-3 0,-17 13 0,-7 12 0,1 10 0,4 12 0,6 5 770,8 6-770,9 6 0,16 3 0,5 5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56 145 19329,'-12'0'0,"2"1"2429,0 8-2429,3 12 0,0 24 0,2 17 0,1 21 0,3 2 0,1 0 0,0 7 0,0-11 0,0 15 0,0-15 0,7-10 893,10-8-893,25-16 463,12-8-463,16-15 0,-1-13 0,-9-11 1461,4 0-1461,-10 0 0,3-5 0,-5-9 0,-12-14 0,-5-14 0,-10-9 0,-7-15 0,-6-7 0,-7-4 0,-4-1 0,-5 2 0,-7 1 0,-8-4 0,-12 5 0,-8 5 0,1 10 0,-3 7 0,2 3 0,1 4 0,2 3 0,4 6 0,5 13 0,1 7 0,4 8 0,8 6 0,6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0 445 24575,'23'0'0,"20"-4"0,27-11 0,-22 2 0,5-1-2211,10-5 1,2-2 2210,3-4 0,4 0 0,20-3 0,4-1 0,-23 8 0,3-1 0,0 0-903,3 2 0,2 1 1,2 1 902,5-1 0,3 2 0,-1 1 0,-4 2 0,-1 2 0,0 2 0,2 2 0,0 1 0,1 2 0,6-1 0,3 1 0,-1 1-515,2 2 1,0 1-1,0 1 515,1-1 0,0 0 0,-1 1 0,-4-1 0,-1 1 0,-1 1 0,-7 0 0,0 2 0,-2 2 0,-5 0 0,0 2 0,-1 2-578,-3 1 0,0 3 0,-1 1 578,-4 2 0,-1 1 0,-2 2 191,25 7 1,-5 2-192,-13 0 0,-5-1 0,-16-5 0,-2 0 0,-3 1 0,-1-1 2022,44 20-2022,-44-20 0,0 2 0,2 2 0,-2 0 0,35 23 0,-12-4 0,-13-6 3225,-13-8-3225,-10-6 2703,-9-2-2703,-5-7 1619,-4-1-1619,-3-6 455,-1-3-455,-5-8 0,-9-9 0,-13-10-6784,-11-11 6784,-13-14 0,-5-8 0,-1-5 0,-4-2 0,5 7 0,3 6 0,7 10 0,6 7 6784,10 9-6784,4 8 0,7 8 0,15 10 0,17 15 0,11 9 0,7 6 0,2 5 0,-1 0 0,1-1 0,-5-6 0,-7-5 0,-9-4 0,0-1 0,-1 0 0,-2-1 0,-2 2 0,0 1 0,-1 1 0,-2-4 0,-1 0 0,-2-4 0,-4-2 0,-2-3 0,-4-2 0,-2-1 0,-2 1 0,-5 1 0,-9 1 0,-10 0 0,-8 1 0,-6 0 0,0 1 0,-1-1 0,4 0 0,4 0 0,7-1 0,11 0 0,6-6 0,7-1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4690 0 24575,'-14'0'0,"-11"0"0,-22 3 0,-44 21 0,21 2 0,-6 5-3213,-13 6 0,-5 5 3213,20-7 0,-1 3 0,-2 0 0,-5 3 0,-1 1 0,-1 1-670,17-8 0,0 0 0,0 0 0,0 1 670,0 0 0,0 1 0,0 0 0,0 0 0,0 0 0,0-1 0,0 0 0,0 1 0,-19 12 0,-1-1 0,1 0 0,0-2 0,1-1 0,-1 0 0,-2 2 0,-1-1 0,1-1-71,7-3 0,1-1 1,3-3 70,13-6 0,1-2 0,2 0-1849,-28 15 0,2-1 1849,11-6 0,2-2 0,12-6 0,1-1 640,1 1 0,2-1-640,-23 11 0,2 1 0,1 2 0,9-3 2515,9-4-2515,6-3 2031,10-5-2031,2 3 6584,4 0-6584,2 0 606,-1-4-606,5-5 0,3-4 0,4-2 0,6-1 0,2-2 0,1 0 0,0 0 0,1-2 0,3 1 0,-2-1 0,-1 1 0,-2 2 0,-1 3 0,-1 4 0,-2 3 0,-1 1 0,-3-3 0,4-1 0,0 0 0,3-3 0,3 0 0,-1-3 0,3-2 0,2-1 0,2-1 0,0-2 0,-1-3 0,0-2 0,-1-2 0,2-9 0,4-15 0,3-11 0,2-18 0,0-12 0,0-15 0,2-11-540,8-2 540,7 0 0,9 6 0,4 3 0,-4 17 0,0 11 0,-6 17 0,-3 12 0,-5 13 0,-6 20 540,-3 14-540,-5 19 0,-7 11 0,-5 6 0,-6 7 0,-2 0 0,0-4 0,0-5 0,3-9 0,5-7 0,4-7 0,3-4 0,1-7 0,0-2 0,3-2 0,0-5 0,3 2 0,0-3 0,0 1 0,0 1 0,2-4 0,8-4 0,18 1 0,16-2 0,16-1 0,12 0 0,2-4 0,6 1 0,-1-1 0,0 0 0,-6 0 0,-10 2 0,-14 4 0,-13 2 0,-8 3 0,-14-5 0,-3-1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0 411 24575,'21'0'0,"28"0"0,40 0 0,-28 0 0,4 0-4916,16 0 1,5 0 4618,10 0 1,6 0 296,-21 0 0,3 0 0,0 0-868,3 0 1,0 0 0,1 0 867,5 0 0,1 0 0,-1 0 152,-4 0 0,-2 0 1,0 0-153,0 0 0,0 0 0,0 0 0,3 0 0,1 0 0,-1 0 0,-4 0 0,-1 0 0,0 0 0,2 0 0,0 0 0,-4 0 0,19 0 0,-6 0-255,-13 0 0,-4 0 255,-7 0 0,-3 0 0,-6 0 0,-2 0 0,-2 0 0,-3 0 3161,36 0-3161,-20 0 0,-14 0 0,-8 0 5232,-10 0-5232,-12 0 3367,-5 0-3367,-1 0 1319,-3 0-1319,-2 0 0,-2 0 0,-5-2 0,-4-2 0,-5-5 0,-10-6 0,-16-7 0,-20-11 0,-32-14 0,31 20 0,-2-1-260,-2 0 0,0 0 260,2 2 0,2 1 0,-29-12 0,12 6 0,11 11 0,12 5 0,13 6 0,15 5 0,20 6 520,18 7-520,18 10 0,13 11 0,11 5 0,5 6 0,3 2 0,-3-3 0,-3 3 0,-13-7 0,-9-5 0,-11-1 0,-9-5 0,-6-2 0,-5-2 0,-6-1 0,-5 2 0,-2 2 0,-3-3 0,-5 1 0,-9-1 0,-11 2 0,-7 0 0,-3-3 0,1-3 0,5-4 0,3 0 0,4-1 0,-1 0 0,-2 0 0,10-5 0,4-2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30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2408 24575,'7'-2'0,"7"-6"0,6-8 0,6-2 0,12-8 0,8-5 0,6-6 0,1-4 0,-2 2 0,2-1 0,9-1 0,7-6 0,2 0 0,-30 19 0,2-1 0,39-27-483,-33 25 1,1 0 482,-3 2 0,-1 1 0,-1 3 0,-1 1-248,5-2 0,-1 1 248,38-18 0,-38 19 0,0 1 0,-2 0 0,-1 1 0,41-20 0,-4-1 0,-5 1 0,-7 4 0,-2-1 0,9-3 0,-1 1 0,7-5 0,-2-2 0,-7 7 0,4-4 0,-3 5 0,-3 2 0,-4 3 0,-3 4 0,-5 1 0,-1 0 0,-1 1 940,3 0-940,2 0 0,-3 0 521,1-1-521,-1 0 0,1 0 0,6-1 0,-4 0 0,-3 1 0,0 0 0,-4 1 0,3-1 0,1 0 0,-1 1 0,-4-1 0,-1 1 0,-4 4 0,-5 4 0,-6 5 0,-4 3 0,-6 2 0,-3 2 0,-2 1 0,-4 0 0,1 1 0,-1-1 0,2 2 0,-1 1 0,1 2 0,-1 0 0,-2 0 0,2-1 0,0-1 0,0 1 0,3 1 0,-3-2 0,-3 2 0,-3 0 0,-2 0 0,2 3 0,0-2 0,0 0 0,-1-1 0,-1 0 0,-4 0 0,-10 0 0,-20-2 0,-18-1 0,-36-5 0,-22-4-353,46 7 1,0-1 352,-2 0 0,2-1 0,-36-7-51,12 1 51,5 1 0,8 3 0,12 3 0,9 0 0,10 3 703,9-2-703,2 3 53,3 1-53,12 0 0,18 3 0,20 1 0,17 0 0,21 2 0,6 4 0,3 3 0,1 5 0,-16 0 0,-2 1 0,-10 1 0,-10 1 0,-8-1 0,-10-1 0,-5-2 0,-4-2 0,-4 1 0,-3-1 0,-4 0 0,-2 0 0,-3 0 0,0-1 0,0 0 0,0 0 0,0-1 0,0 0 0,-2 0 0,-3 0 0,-5-1 0,-6 1 0,-4 3 0,-4 2 0,-1 2 0,1-1 0,2 0 0,0-3 0,4 0 0,1-1 0,-1 0 0,6-1 0,2 0 0,3-2 0,2-1 0,-3 1 0,1 0 0,3-2 0,-1-2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3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5077 1034 24575,'-9'-4'0,"-4"-4"0,-6-6 0,-1-2 0,-9-8 0,0-4 0,-5 4 0,0 0 0,7 8 0,-4-1 0,-1-2 0,-1 0 0,-2-3 0,1 2 0,-1-1 0,-6 0 0,-14-4 0,-11-8 0,-15-6-679,-4-1 679,39 17 0,-1 0 0,2 1 0,-1 0 0,0-2 0,0-1 0,-1-1 0,0-1 0,3 1 0,-1 0 0,-3-2 0,-2 0 0,-6-1 0,-2 0 0,-2 2 0,-1 0 0,-2 3 0,1 1 0,6 4 0,1 1 0,-38-9 0,0 6 0,6 5 0,36 8 0,-2 1 0,-44-4 0,0 4 0,46 4 0,0 1 0,-43 1 0,40 0 0,-1 1 0,0 1 0,0 1 0,2 2 0,-1 1 0,-4 4 0,1 2 0,7 2 0,1 1 0,-47 15 0,4 4 0,11-8 0,-5 1 0,0-4 0,-4-3 0,-6 2 0,2 0 0,3 0 0,3-1 0,1-3 0,-3-1 0,2 1 0,1-1 0,2 1 0,8 1-48,3 5 48,5 0 0,6 3 0,2-1 0,11-5 0,7-1 0,4-4 677,6-3-677,0 0 50,4 1-50,5-1 0,4 0 0,4-3 0,6 0 0,1-3 0,3-7 0,2-8 0,2-15 0,7-12 0,5-4 0,14-20 0,3 1 0,-1 0 0,-2 4 0,-8 15 0,0 1 0,-3 5 0,0 6 0,-3 7 0,-3 5 0,-4 8 0,-2 10 0,-3 14 0,-6 15 0,-5 16 0,-7 9 0,-3 5 0,0-2 0,1-7 0,4-8 0,3-7 0,2-8 0,3-7 0,4-4 0,3-4 0,3-3 0,6-3 0,9-3 0,14-2 0,13-3 0,12 0 0,8 0 0,7 0 0,0 0 0,1 0 0,0 0 0,-10 0 0,-2 0 0,-10 2 0,-10 4 0,-5 2 0,-9 2 0,-5 1 0,-6-5 0,-5-1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45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5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4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870 968 24575,'0'37'0,"0"19"0,0 37-1229,0-37 1,0 3 1228,0 8 0,0 4 0,0 7 0,0 2-998,-2 5 0,0 1 998,3 10 0,2 3 0,1-31 0,2 1 0,2 0 0,2 1 0,1-1 0,3 0 0,2 2 0,1 0 0,2-1-536,-1-1 0,1-1 0,0-2 536,6 22 0,0-3 0,-2-7 0,0-3-512,-2-7 0,0-1 512,-2-4 0,0 1 0,0 1 0,-1 0 0,-1-3 0,0-1 0,-1-2 0,0-2 0,-2-5 0,0-2 254,2 2 0,0 0-254,0-4 0,1 0 0,15 37 0,3-3 0,-3-11 0,0 1 0,6 2 0,0-5 0,3 1 0,-5-9 1772,-1 0-1772,0-3 2849,-3-6-2849,7 5 0,0-2 0,9 11 0,5 3 983,3 9-983,-4-4 0,-5-8 0,-1 0 0,0-2 0,7 7 0,-3-4 0,2-5 0,2 3 0,-7-10 528,-2-3-528,2 1 0,-5-8 0,12 7 0,3 3 0,-1-3 0,5 1 0,1-4 0,11 1 0,8-1 0,-37-26 0,1 0 0,2-1 0,-1-3 0,39 11 0,-35-16 0,1-1-248,-2 0 1,1 0 247,5-1 0,0 0 0,-5-1 0,-1-1 0,41 6 0,-3-6 0,-6-2 0,10-3 0,-7-4 0,4 0 0,-5-1 0,0 0 0,-4 0 0,-4 0 0,-2 0 0,-4 0 434,-1 0-434,-2 0 0,1 0 0,-2 0 0,-8 0 506,-3-4-506,-2-7 0,3-6 0,9-7 0,0-4 0,1 0 0,-4 1 0,0 1 0,-2 4 0,0 2 0,0 1 0,-4 2 0,-1 1 0,-4-2 0,-1 0 0,-1-4 0,-5 0 0,-3 1 0,0-2 0,2-5 0,3-9 0,9-11 0,2-10 0,-1-8 0,3-8-434,-10 2 434,1-4 0,-1-1 0,-3 1 0,0-3 0,-4 7 0,-4 3 0,-6 7 0,-5 1 0,-3-6 0,0-12 0,-1-12 0,-11 42 0,-2-2-287,-1-2 1,-1-1 286,-2-1 0,-1 0 0,-1 2 0,-1-1 0,-1 2 0,-1 0 0,1-6 0,-1 0 0,0 4 0,0-1 0,0 0 0,0 0 0,0-44 0,0 19 0,0-5 0,0 1 0,0 2 0,0-2 0,0-3 0,0 2 0,0-4 0,0 1 0,0 1 0,0 36 0,0-2 0,0-1 0,0 0 0,0-6 0,0-1 0,-1-4 0,-2-1-654,0 0 1,-1-2 653,-1-5 0,1-1 0,-3-1 0,1-2 0,2-2 0,0 1 0,1 7 0,1 2 0,-2 6 0,0 2 0,0-36 277,-2 20-277,-3 9 0,1 9 0,-4-1 544,-2 1-544,-4 0 1365,-5-4-1365,-5-5 0,-6-6 0,-5-7-659,-7-3 659,18 38 0,0 1 0,-1 5 0,-2 0 0,-4-2 0,-3 0 0,-1 0 0,-2 2 0,-3 1 0,-2 1 0,2 2 0,-1 2 0,0 5 0,-1 4 0,-2 0 0,-1 2 0,-5 0 0,-2 2-815,-13-3 0,-3 2 815,-5 0 0,-4 2-1105,-8 0 1,-2 1 1104,-6 1 0,-2 1 0,30 6 0,0 1 0,0 0 0,-3 2 0,1 1 0,-1 1 0,2 0 0,0 1 0,0 0 0,-29-1 0,1 1 0,3 0 0,1 0 0,4 0 0,0 1 0,1 1 0,0 1 0,-4-1 0,-1 2 0,-3 0 0,0 2 0,3-2 0,0 2 0,-3 0 0,-2 1 0,30 0 0,-1 1 0,-1 0-860,-3 2 0,-1 1 0,-1 0 860,-7 1 0,-2 1 0,0 0 0,-3 1 0,1 1 0,-1 0 0,0 0 0,0 0 0,0 0 0,0 0 0,-1-1 0,1 0 0,2 0 0,1 0 0,0-1 0,-1 0 0,1-1 0,2 0 0,6-2 0,1 1 0,3-2 0,-17 2 0,3-2 0,6-2 0,4 0-82,11-2 0,1 0 82,3 0 0,0 0 236,2 0 1,6 0 0,-1 0 0,26 0-1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 24575,'-10'0'0,"-15"0"0,-14 0 0,-4 0 0,-11 0 0,3 0 0,-2 0 0,-3 0 0,12 0 0,6 0 0,5 0 0,5 0 0,0 0 0,-5 2 0,0 7 0,-1 12 0,3 15 0,3 19 0,3 14 0,6 12 0,7-3 0,8 4 0,3-3 0,1-1 0,0-2 0,0-14 0,0-14 0,0-16 0,0-8 0,8-8 0,15-1 0,18-5 0,16-5 0,4-3 0,1-2 0,1-2 0,-2-4 0,-5-4 0,-9-2 0,-14 1 0,-8 1 0,-7 2 0,-7 3 0,-4 3 0,-4 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24575,'0'14'0,"0"9"0,0 9 0,0 9 0,0-6 0,0 1 0,0-5 0,0-9 0,0-8 0,0-7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303 24575,'-15'-6'0,"-5"2"0,-11-3 0,-17-4 0,-15 0 0,-8 0 0,-12 3 0,-5 6-642,38 1 1,-2 1 641,-7 0 0,-1 0 0,-1 0 0,1 0 0,5 0 0,1 0 97,-45 0-97,7 3 0,8 10 0,5 3 0,15 8 0,16-2 0,2 1 959,-2 3-959,4 5 227,5 4-227,4 2 0,5 1 0,4 1 0,1 4 0,3 3 0,2 4 0,1-1 0,6 1 0,7-1 0,3 3 0,3 5 0,0-2 0,0-1 0,0-4 0,0 0 0,7 4 0,6 2 0,14 4 0,13-2 0,3-1 0,6-3 0,3-6 0,3 0 0,5-3 0,1-4 0,-5-5 0,-3-10 0,-8-4 0,-3-6 0,0-3 0,7 1 0,14-3 0,5-2 0,2-5 0,2-2 0,11-2 0,3 1 0,2-1-517,4-3 517,-4-8 0,-37 3 0,0-3 0,45-14 0,-13-3 0,6 0 0,-19 3 0,4 1 0,-3-3 0,-14-2 0,6-6 0,-6-1 0,-5 0 0,-5 1 517,-7 0-517,-7-1 0,-8 0 0,-6 1 0,-4-3 0,-3-7 0,1-6 0,-4-6 0,-2-4 0,-5 6 0,-2-3 0,0-2 0,-5-10 0,-9-10 0,-15-7-742,-20 1 742,19 44 0,-4 2 0,-4-1 0,-2 2 0,-3 1 0,0 1 0,3 5 0,-1 0 0,-7-1 0,-1 2 0,3 3 0,0 2 0,-4 2 0,-1 1 0,2 2 0,0 1 0,-46-7 0,43 14 0,1 2 0,-34-1 0,3 4 0,49 8 0,11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4601 1 24575,'-5'4'0,"-7"-2"0,-18 0 0,-24-2 0,-26 0 0,24 0 0,-5 0 0,-13 0 0,-5 0-1581,-6 0 1,-4 0 1580,23 0 0,-2 0 0,-1 0-582,-2 0 0,-1 0 1,0 0 581,0 0 0,0 0 0,-1 0 0,-2 0 0,0 0 0,1 0 0,3 0 0,1 0 0,3 0-480,-21 0 1,4 0 479,13 0 0,4 0 0,-31 0-558,20 0 558,1 2 1883,13 1-1883,5 0 2545,15 2-2545,6-2 1213,-2 3-1213,4-1 782,-7 2-782,-3-1 0,-3 1 0,-9 5 0,-1 5 0,-4 3 0,-7-1 0,0-2 0,3-3 0,-2 1 0,2 2 0,-10 5 0,0-1 0,2 2 0,6-1 0,9 0 0,-7 1 0,7-2 0,-4 3 0,4-1 0,3 6 0,6 0 0,5-2 0,0 4 0,4-4 0,-2 2 0,-1 1 0,2 1 0,-4 1 0,3 0 0,5-5 0,3-2 0,3-2 0,3 3 0,-2 0 0,3 2 0,2 1 0,2-1 0,5 2 0,4 0 0,2 3 0,4-1 0,2 4 0,2 6 0,3 5 0,2 10 0,0 3 0,1 3 0,6 12 0,13 4 0,14-2 0,18-4 0,11-11-647,11-2 647,-33-30 0,1 0 0,1-2 0,2 0 0,1-2 0,2 0 0,-2-2 0,1-2 0,39 18 0,-2-2 0,0-2 0,7 0 0,-41-17 0,3 0 0,2-1 0,2 0 0,0 0 0,1 0 0,1-1 0,0-1 0,-4-1 0,-1-1 0,-3-2 0,1 0 0,-1-1 0,0 1 0,0-2 0,1 0 0,1 0 0,0 0 0,45 8 0,-6-4 0,3 1 0,-12-2 0,4-3 0,1-4 0,-2-4 0,-34-1 0,2-1 0,0 1 0,1-1 0,2 0 0,2 0 0,1 0 0,1 0 0,0 0 0,0 0 0,1 0 0,0 0 0,-5 0 0,1 0 0,3 0 0,2 0 0,0 0 0,1 0 0,-3 0 0,1 0 0,2 0 0,-2 0 0,37 0 0,-45-2 0,-1 0 0,40-3 0,-8 1-163,-1 0 163,-12 4 0,7-2 0,-1-2 0,-6-1 0,-5-4 0,-1-1 0,-4-2 642,3-4-642,-1-1 168,1-3-168,4 0 0,-1 0 0,-1-3 0,-1-4 0,-8 0 0,-3 1 0,-4 1 0,-2 0 0,5-3 0,-1-4 0,-2 0 0,-7 1 0,-7-2 0,-8 1 0,-3-6 0,-3-7 0,-3-6 0,-3-4 0,-6 2 0,-4 4 0,-3 1 0,-3 4 0,0 2 0,0 1 0,0-2 0,-8-12 0,-4-1 0,-11-12 0,-5-2 0,-3 3 0,-3-5 0,4 11 0,-3 0 0,3 5 0,1 7 0,1 3 0,4 4 0,-1 4 0,0 4 0,-1 3 0,-2 0 0,-1 2 0,-3-4 0,0 1 0,-1 1 0,0-2 0,-3 2 0,-2 3 0,-6-3 0,-3 2 0,-5-4 0,0 0 0,1 1 0,-1-4 0,5 4 0,7 4 0,9 5 0,7 6 0,5 2 0,0 2 0,2 3 0,3 4 0,-1 2 0,9 3 0,-1 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966 9 24575,'-4'-4'0,"-5"1"0,-4 1 0,-6 2 0,-7 0 0,-10 0 0,-10 0 0,-12 0 0,-11 0 0,-7 0 0,-5 0 0,-1 0 0,3 6 0,7 12 0,13 8 0,8 15 0,8 8 0,5 4 0,1 10 0,13-9 0,6 3 0,6 0 0,5 0 0,3 7 0,2-4 0,1 0 0,11-1 0,16-3 0,19-7 0,12-16 0,4-11 0,6-7 0,6-6 0,4-2 0,-5-4 0,-15-3 0,-15 0 0,-12 0 0,-6 0 0,-5 0 0,-2 0 0,-5-2 0,-6 2 0,-3-2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24575,'7'0'0,"2"0"0,2 0 0,0 0 0,-1 0 0,-2 1 0,-2 9 0,-4 12 0,-2 10 0,0 9 0,-3-2 0,-2-2 0,-1-3 0,0-4 0,4-3 0,1-6 0,0-4 0,-1-6 0,2-5 0,4-3 0,10-2 0,7-1 0,3 0 0,-3 0 0,-5-2 0,-1 0 0,-2 0 0,2-2 0,2 1 0,-1 0 0,2 0 0,-10 3 0,-1-1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7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 24575,'2'0'0,"-12"0"0,-15 0 0,-11 0 0,-16 0 0,5 0 0,-13 0 0,-15 0 0,8 0 0,-11 0 0,9 7 0,8 12 0,-4 17 0,17 10 0,4 17 0,10 3 0,11 3 0,7 4 0,15 5 0,0-1 0,9-5 0,18-17 0,13-28 0,14-7 0,3-11 0,3-2 0,1-3 0,2-3 0,-5 0 0,-10-1 0,-8 0 0,-11 0 0,-7 0 0,-4 0 0,-6-2 0,-6 2 0,-3-2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24575,'8'0'0,"7"0"0,8 0 0,9 0 0,10 0 0,-2 0 0,-3 0 0,-9 0 0,-10 0 0,-5 0 0,-3 1 0,-5 5 0,-5 9 0,-5 5 0,-6 2 0,-7 0 0,-2-7 0,-1-1 0,4-1 0,4-3 0,5-1 0,3 0 0,3-1 0,5 0 0,4 0 0,4 2 0,3 0 0,-2 0 0,0-1 0,-1 3 0,-1 3 0,0 0 0,-2 0 0,-3-3 0,-1-2 0,-3-3 0,-3-2 0,-5-3 0,-6-2 0,5 0 0,1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24575,'23'0'0,"17"0"0,31 0 0,-22 0 0,3 0-410,1 0 1,3 0 409,9 0 0,2 0-569,6 0 1,1 0 568,-3 0 0,0 0 0,-1 0 0,-1 0 0,-7 0 0,-3 0-187,40 0 187,-8 0 0,-23 0 0,-24 0 0,-17 0 570,-17 0-570,-15 0 0,2 0 0,-7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24575,'19'0'0,"18"0"0,43 0 0,-27 0 0,3 0-945,8 0 1,2 0 944,5 0 0,2 0 0,0 0 0,-1 0 0,-7 0 0,0 0 0,0 0 0,-1 0 0,-9 0 0,-3 0 0,26 0 610,-15 0-610,-37 0 78,-4 0 0,-12 0 0,-4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 24575,'-1'-5'0,"6"3"0,10 0 0,14 2 0,28 0 0,19 2 0,14 4-398,-31-1 1,0 3 397,-3 0 0,0 2 0,-1 0 0,1 2 0,-2-1 0,-2 1-81,36 7 81,-6-1 0,-19-2 0,-16 0 0,-20-4 0,-7-4 792,-10-4-792,-6 0 84,-2 3-84,-2 1 0,0 4 0,0 4 0,-2 10 0,-6 12 0,-13 13 0,-20 20 0,12-27 0,-2 1-336,-3 1 0,-1 0 336,0 1 0,0 0 0,3-3 0,0 0 0,-27 31 0,5-3 0,12-18 0,12-20 0,9-8 0,8-11 0,1-4 0,1-3 0,6-6 0,1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 24575,'-28'0'0,"4"0"0,-5 0 0,-5 0 0,-5 0 0,-10 0 0,-1 0 0,-4 0 0,1 0 0,0 5 0,-1 10 0,5 18 0,-6 23 0,2 9 0,0 15-550,25-34 0,2 1 550,-1 5 0,1 2 0,-3 10 0,2 1 0,2 1 0,4-1 0,3-4 0,4 0 0,4-2 0,3-1-115,2 36 115,2-9 0,13-10 0,18-22 0,11-12 0,18-22 0,6-11 1093,2-8-1093,0 0 0,-12 0 122,-10 0-122,-7-1 0,-4-6 0,3-3 0,-1-2 0,0-4 0,1 2 0,0 1 0,-1 1 0,-1 5 0,-4 1 0,-4 0 0,-6 3 0,-3 0 0,-4 3 0,-7 0 0,-1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24575,'0'13'0,"0"6"0,0 10 0,0 8 0,0 4 0,0 0 0,0-2 0,0-5 0,0-4 0,0-5 0,0-6 0,0-4 0,0-7 0,0-4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23948,'16'0'0,"20"0"311,33 0-311,-20 0 0,3 0 0,7 0 0,2 0-754,6 0 0,2 0 754,4 0 0,-1 0 0,-4 0 0,-3 0 0,-3 0 0,-3 0-2,-5 0 1,-2 0 1,45 0 0,0 0 0,-5 0 0,-14 0 146,-18 0-146,-15 0 0,-12 0 0,-12 0 1206,-8 0-1206,-7-3 475,-12-4-475,-18-5 0,-18-6 0,-12-3 0,-6-4 0,-6-2 0,0 0 0,1 0 0,9 4 0,14 4 0,10 7 0,11 6 0,6 2 0,11 1 0,16 5 0,12 7 0,31 17 0,13 9 0,5 2 0,0-2 0,-21-10 0,-8-2 0,-12-3 0,-8-3 0,-6-3 0,-4-3 0,-1-1 0,-3 0 0,-2 0 0,-2-1 0,-3 1 0,-2-1 0,-1 1 0,0-1 0,0 1 0,-4 2 0,-7 2 0,-4 2 0,-4-1 0,1-2 0,1-1 0,0-1 0,2 0 0,3-2 0,4 1 0,2 0 0,0-3 0,1 1 0,2-1 0,-1 0 0,1 2 0,1-4 0,-1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0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859 10 24575,'-1'-5'0,"-11"3"0,-19 0 0,-39 2 0,-18 2-377,38 2 1,0 1 376,-2 5 0,2 3 0,-33 21 0,5 9 0,5 13 0,10 3 0,7 12 0,8 8 0,19 2 0,11 9 0,11-6 0,7 0 0,5-2 0,14-4 0,25 3 0,-11-43 0,6-4 0,7 0 0,4-4 0,4-2 0,2-3 0,1-3 0,2-3 0,-4-2 0,1-3 0,-5-4 0,0-1 0,41 1 144,-14-5-144,-10-4 0,-15-1 0,-14 0 0,-14 0 0,-8 0 141,-6 0 1,-6 0-1,-2 0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1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24575,'3'0'0,"11"0"0,17 0 0,12 0 0,6 0 0,-3 0 0,1 2 0,-3 4 0,-11 9 0,-7 13 0,-16 18 0,-4 13 0,-9 0 0,-9 3 0,-10-6 0,-2-6 0,0-6 0,7-12 0,5-9 0,4-8 0,13-5 0,10-6 0,8-2 0,14-2 0,5 0 0,10 0 0,5 0 0,2 0 0,0 0 0,-3 0 0,-2 0 0,-7 0 0,-8 0 0,-9 0 0,-16 0 0,-5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4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24575,'-2'1'0,"5"10"0,12 14 0,15 21 0,14 15 0,13 17 0,-22-33 0,1 1-360,-1-4 1,1-1 359,-1-1 0,1-2 0,31 30 0,-5-6 0,6 1 0,-6-9 0,-4-6 0,-9-9 177,-9-7-177,-1-2 0,-11-8 0,-5-6 0,-5 0 0,-2-4 0,1 0 542,-1 0-542,-3-1 0,-3-3 0,0-1 0,0-2 0,-1 0 0,1 0 0,-1-2 0,0-1 0,0-2 0,-2-2 0,-2-5 0,-5-5 0,-6-8 0,-9-15 0,-8-8 0,-6-4 0,0 0 0,2 9 0,3 2 0,3 3 0,4 7 0,1 4 0,2 6 0,3 6 0,4 11 0,9 13 0,10 12 0,12 8 0,6 2 0,2 1 0,1-1 0,-3-1 0,-3-5 0,-5-5 0,-7-7 0,-2-5 0,-4-3 0,-3-2 0,-2 0 0,-1 1 0,-1 0 0,-6 5 0,-8 4 0,-14 8 0,-13 6 0,-12 5 0,-2 2 0,1-3 0,5-5 0,9-5 0,6-7 0,10-4 0,5-4 0,6-4 0,5-3 0,1-1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5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709 10 24575,'-6'-5'0,"-8"3"0,-7 0 0,-7 2 0,-13 0 0,0 0 0,-5 0 0,-3 7 0,0 14 0,-10 23 0,-7 27-622,32-26 1,1 4 621,1 6 0,1 3 0,0 8 0,1 2 0,5-4 0,3 0 0,5-3 0,4-1-261,3-5 1,4-2 260,3 46 0,2-5 0,9-20 0,16-21 0,28-28 0,14-10 0,5-8 0,6-3 0,-5-4 1209,2 0-1209,-4 0 555,-14 0-555,-12 0 0,-9-4 0,-10-2 0,-7 1 0,-7-2 0,-3 2 0,-1 0 0,-3-1 0,2 2 0,-4 2 0,0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6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24575,'13'0'0,"4"0"0,8 0 0,11 0 0,1 0 0,-3 0 0,-5 0 0,-13 0 0,-3 4 0,-7 5 0,-4 6 0,-1 2 0,-1-2 0,0-2 0,-2 0 0,-3 3 0,-9 5 0,-8 7 0,-6 2 0,-1 0 0,3-3 0,4-6 0,2-3 0,5-5 0,7-2 0,4-3 0,6-1 0,11-2 0,10-3 0,7-2 0,6 0 0,-1 0 0,2 0 0,0 0 0,-3 0 0,-6 0 0,-6 2 0,-6 2 0,-6 2 0,-4 3 0,-4 1 0,-1 1 0,-1 4 0,-7 4 0,-10 2 0,-12 1 0,-6 0 0,1-1 0,1 0 0,3-1 0,-2-1 0,4-2 0,2-2 0,13-8 0,3-2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5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4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870 968 24575,'0'37'0,"0"19"0,0 37-1229,0-37 1,0 3 1228,0 8 0,0 4 0,0 7 0,0 2-998,-2 5 0,0 1 998,3 10 0,2 3 0,1-31 0,2 1 0,2 0 0,2 1 0,1-1 0,3 0 0,2 2 0,1 0 0,2-1-536,-1-1 0,1-1 0,0-2 536,6 22 0,0-3 0,-2-7 0,0-3-512,-2-7 0,0-1 512,-2-4 0,0 1 0,0 1 0,-1 0 0,-1-3 0,0-1 0,-1-2 0,0-2 0,-2-5 0,0-2 254,2 2 0,0 0-254,0-4 0,1 0 0,15 37 0,3-3 0,-3-11 0,0 1 0,6 2 0,0-5 0,3 1 0,-5-9 1772,-1 0-1772,0-3 2849,-3-6-2849,7 5 0,0-2 0,9 11 0,5 3 983,3 9-983,-4-4 0,-5-8 0,-1 0 0,0-2 0,7 7 0,-3-4 0,2-5 0,2 3 0,-7-10 528,-2-3-528,2 1 0,-5-8 0,12 7 0,3 3 0,-1-3 0,5 1 0,1-4 0,11 1 0,8-1 0,-37-26 0,1 0 0,2-1 0,-1-3 0,39 11 0,-35-16 0,1-1-248,-2 0 1,1 0 247,5-1 0,0 0 0,-5-1 0,-1-1 0,41 6 0,-3-6 0,-6-2 0,10-3 0,-7-4 0,4 0 0,-5-1 0,0 0 0,-4 0 0,-4 0 0,-2 0 0,-4 0 434,-1 0-434,-2 0 0,1 0 0,-2 0 0,-8 0 506,-3-4-506,-2-7 0,3-6 0,9-7 0,0-4 0,1 0 0,-4 1 0,0 1 0,-2 4 0,0 2 0,0 1 0,-4 2 0,-1 1 0,-4-2 0,-1 0 0,-1-4 0,-5 0 0,-3 1 0,0-2 0,2-5 0,3-9 0,9-11 0,2-10 0,-1-8 0,3-8-434,-10 2 434,1-4 0,-1-1 0,-3 1 0,0-3 0,-4 7 0,-4 3 0,-6 7 0,-5 1 0,-3-6 0,0-12 0,-1-12 0,-11 42 0,-2-2-287,-1-2 1,-1-1 286,-2-1 0,-1 0 0,-1 2 0,-1-1 0,-1 2 0,-1 0 0,1-6 0,-1 0 0,0 4 0,0-1 0,0 0 0,0 0 0,0-44 0,0 19 0,0-5 0,0 1 0,0 2 0,0-2 0,0-3 0,0 2 0,0-4 0,0 1 0,0 1 0,0 36 0,0-2 0,0-1 0,0 0 0,0-6 0,0-1 0,-1-4 0,-2-1-654,0 0 1,-1-2 653,-1-5 0,1-1 0,-3-1 0,1-2 0,2-2 0,0 1 0,1 7 0,1 2 0,-2 6 0,0 2 0,0-36 277,-2 20-277,-3 9 0,1 9 0,-4-1 544,-2 1-544,-4 0 1365,-5-4-1365,-5-5 0,-6-6 0,-5-7-659,-7-3 659,18 38 0,0 1 0,-1 5 0,-2 0 0,-4-2 0,-3 0 0,-1 0 0,-2 2 0,-3 1 0,-2 1 0,2 2 0,-1 2 0,0 5 0,-1 4 0,-2 0 0,-1 2 0,-5 0 0,-2 2-815,-13-3 0,-3 2 815,-5 0 0,-4 2-1105,-8 0 1,-2 1 1104,-6 1 0,-2 1 0,30 6 0,0 1 0,0 0 0,-3 2 0,1 1 0,-1 1 0,2 0 0,0 1 0,0 0 0,-29-1 0,1 1 0,3 0 0,1 0 0,4 0 0,0 1 0,1 1 0,0 1 0,-4-1 0,-1 2 0,-3 0 0,0 2 0,3-2 0,0 2 0,-3 0 0,-2 1 0,30 0 0,-1 1 0,-1 0-860,-3 2 0,-1 1 0,-1 0 860,-7 1 0,-2 1 0,0 0 0,-3 1 0,1 1 0,-1 0 0,0 0 0,0 0 0,0 0 0,0 0 0,-1-1 0,1 0 0,2 0 0,1 0 0,0-1 0,-1 0 0,1-1 0,2 0 0,6-2 0,1 1 0,3-2 0,-17 2 0,3-2 0,6-2 0,4 0-82,11-2 0,1 0 82,3 0 0,0 0 236,2 0 1,6 0 0,-1 0 0,26 0-1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 24575,'-10'0'0,"-15"0"0,-14 0 0,-4 0 0,-11 0 0,3 0 0,-2 0 0,-3 0 0,12 0 0,6 0 0,5 0 0,5 0 0,0 0 0,-5 2 0,0 7 0,-1 12 0,3 15 0,3 19 0,3 14 0,6 12 0,7-3 0,8 4 0,3-3 0,1-1 0,0-2 0,0-14 0,0-14 0,0-16 0,0-8 0,8-8 0,15-1 0,18-5 0,16-5 0,4-3 0,1-2 0,1-2 0,-2-4 0,-5-4 0,-9-2 0,-14 1 0,-8 1 0,-7 2 0,-7 3 0,-4 3 0,-4 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24575,'0'14'0,"0"9"0,0 9 0,0 9 0,0-6 0,0 1 0,0-5 0,0-9 0,0-8 0,0-7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303 24575,'-15'-6'0,"-5"2"0,-11-3 0,-17-4 0,-15 0 0,-8 0 0,-12 3 0,-5 6-642,38 1 1,-2 1 641,-7 0 0,-1 0 0,-1 0 0,1 0 0,5 0 0,1 0 97,-45 0-97,7 3 0,8 10 0,5 3 0,15 8 0,16-2 0,2 1 959,-2 3-959,4 5 227,5 4-227,4 2 0,5 1 0,4 1 0,1 4 0,3 3 0,2 4 0,1-1 0,6 1 0,7-1 0,3 3 0,3 5 0,0-2 0,0-1 0,0-4 0,0 0 0,7 4 0,6 2 0,14 4 0,13-2 0,3-1 0,6-3 0,3-6 0,3 0 0,5-3 0,1-4 0,-5-5 0,-3-10 0,-8-4 0,-3-6 0,0-3 0,7 1 0,14-3 0,5-2 0,2-5 0,2-2 0,11-2 0,3 1 0,2-1-517,4-3 517,-4-8 0,-37 3 0,0-3 0,45-14 0,-13-3 0,6 0 0,-19 3 0,4 1 0,-3-3 0,-14-2 0,6-6 0,-6-1 0,-5 0 0,-5 1 517,-7 0-517,-7-1 0,-8 0 0,-6 1 0,-4-3 0,-3-7 0,1-6 0,-4-6 0,-2-4 0,-5 6 0,-2-3 0,0-2 0,-5-10 0,-9-10 0,-15-7-742,-20 1 742,19 44 0,-4 2 0,-4-1 0,-2 2 0,-3 1 0,0 1 0,3 5 0,-1 0 0,-7-1 0,-1 2 0,3 3 0,0 2 0,-4 2 0,-1 1 0,2 2 0,0 1 0,-46-7 0,43 14 0,1 2 0,-34-1 0,3 4 0,49 8 0,11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4601 1 24575,'-5'4'0,"-7"-2"0,-18 0 0,-24-2 0,-26 0 0,24 0 0,-5 0 0,-13 0 0,-5 0-1581,-6 0 1,-4 0 1580,23 0 0,-2 0 0,-1 0-582,-2 0 0,-1 0 1,0 0 581,0 0 0,0 0 0,-1 0 0,-2 0 0,0 0 0,1 0 0,3 0 0,1 0 0,3 0-480,-21 0 1,4 0 479,13 0 0,4 0 0,-31 0-558,20 0 558,1 2 1883,13 1-1883,5 0 2545,15 2-2545,6-2 1213,-2 3-1213,4-1 782,-7 2-782,-3-1 0,-3 1 0,-9 5 0,-1 5 0,-4 3 0,-7-1 0,0-2 0,3-3 0,-2 1 0,2 2 0,-10 5 0,0-1 0,2 2 0,6-1 0,9 0 0,-7 1 0,7-2 0,-4 3 0,4-1 0,3 6 0,6 0 0,5-2 0,0 4 0,4-4 0,-2 2 0,-1 1 0,2 1 0,-4 1 0,3 0 0,5-5 0,3-2 0,3-2 0,3 3 0,-2 0 0,3 2 0,2 1 0,2-1 0,5 2 0,4 0 0,2 3 0,4-1 0,2 4 0,2 6 0,3 5 0,2 10 0,0 3 0,1 3 0,6 12 0,13 4 0,14-2 0,18-4 0,11-11-647,11-2 647,-33-30 0,1 0 0,1-2 0,2 0 0,1-2 0,2 0 0,-2-2 0,1-2 0,39 18 0,-2-2 0,0-2 0,7 0 0,-41-17 0,3 0 0,2-1 0,2 0 0,0 0 0,1 0 0,1-1 0,0-1 0,-4-1 0,-1-1 0,-3-2 0,1 0 0,-1-1 0,0 1 0,0-2 0,1 0 0,1 0 0,0 0 0,45 8 0,-6-4 0,3 1 0,-12-2 0,4-3 0,1-4 0,-2-4 0,-34-1 0,2-1 0,0 1 0,1-1 0,2 0 0,2 0 0,1 0 0,1 0 0,0 0 0,0 0 0,1 0 0,0 0 0,-5 0 0,1 0 0,3 0 0,2 0 0,0 0 0,1 0 0,-3 0 0,1 0 0,2 0 0,-2 0 0,37 0 0,-45-2 0,-1 0 0,40-3 0,-8 1-163,-1 0 163,-12 4 0,7-2 0,-1-2 0,-6-1 0,-5-4 0,-1-1 0,-4-2 642,3-4-642,-1-1 168,1-3-168,4 0 0,-1 0 0,-1-3 0,-1-4 0,-8 0 0,-3 1 0,-4 1 0,-2 0 0,5-3 0,-1-4 0,-2 0 0,-7 1 0,-7-2 0,-8 1 0,-3-6 0,-3-7 0,-3-6 0,-3-4 0,-6 2 0,-4 4 0,-3 1 0,-3 4 0,0 2 0,0 1 0,0-2 0,-8-12 0,-4-1 0,-11-12 0,-5-2 0,-3 3 0,-3-5 0,4 11 0,-3 0 0,3 5 0,1 7 0,1 3 0,4 4 0,-1 4 0,0 4 0,-1 3 0,-2 0 0,-1 2 0,-3-4 0,0 1 0,-1 1 0,0-2 0,-3 2 0,-2 3 0,-6-3 0,-3 2 0,-5-4 0,0 0 0,1 1 0,-1-4 0,5 4 0,7 4 0,9 5 0,7 6 0,5 2 0,0 2 0,2 3 0,3 4 0,-1 2 0,9 3 0,-1 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966 9 24575,'-4'-4'0,"-5"1"0,-4 1 0,-6 2 0,-7 0 0,-10 0 0,-10 0 0,-12 0 0,-11 0 0,-7 0 0,-5 0 0,-1 0 0,3 6 0,7 12 0,13 8 0,8 15 0,8 8 0,5 4 0,1 10 0,13-9 0,6 3 0,6 0 0,5 0 0,3 7 0,2-4 0,1 0 0,11-1 0,16-3 0,19-7 0,12-16 0,4-11 0,6-7 0,6-6 0,4-2 0,-5-4 0,-15-3 0,-15 0 0,-12 0 0,-6 0 0,-5 0 0,-2 0 0,-5-2 0,-6 2 0,-3-2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24575,'7'0'0,"2"0"0,2 0 0,0 0 0,-1 0 0,-2 1 0,-2 9 0,-4 12 0,-2 10 0,0 9 0,-3-2 0,-2-2 0,-1-3 0,0-4 0,4-3 0,1-6 0,0-4 0,-1-6 0,2-5 0,4-3 0,10-2 0,7-1 0,3 0 0,-3 0 0,-5-2 0,-1 0 0,-2 0 0,2-2 0,2 1 0,-1 0 0,2 0 0,-10 3 0,-1-1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7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 24575,'2'0'0,"-12"0"0,-15 0 0,-11 0 0,-16 0 0,5 0 0,-13 0 0,-15 0 0,8 0 0,-11 0 0,9 7 0,8 12 0,-4 17 0,17 10 0,4 17 0,10 3 0,11 3 0,7 4 0,15 5 0,0-1 0,9-5 0,18-17 0,13-28 0,14-7 0,3-11 0,3-2 0,1-3 0,2-3 0,-5 0 0,-10-1 0,-8 0 0,-11 0 0,-7 0 0,-4 0 0,-6-2 0,-6 2 0,-3-2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24575,'8'0'0,"7"0"0,8 0 0,9 0 0,10 0 0,-2 0 0,-3 0 0,-9 0 0,-10 0 0,-5 0 0,-3 1 0,-5 5 0,-5 9 0,-5 5 0,-6 2 0,-7 0 0,-2-7 0,-1-1 0,4-1 0,4-3 0,5-1 0,3 0 0,3-1 0,5 0 0,4 0 0,4 2 0,3 0 0,-2 0 0,0-1 0,-1 3 0,-1 3 0,0 0 0,-2 0 0,-3-3 0,-1-2 0,-3-3 0,-3-2 0,-5-3 0,-6-2 0,5 0 0,1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24575,'23'0'0,"17"0"0,31 0 0,-22 0 0,3 0-410,1 0 1,3 0 409,9 0 0,2 0-569,6 0 1,1 0 568,-3 0 0,0 0 0,-1 0 0,-1 0 0,-7 0 0,-3 0-187,40 0 187,-8 0 0,-23 0 0,-24 0 0,-17 0 570,-17 0-570,-15 0 0,2 0 0,-7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24575,'19'0'0,"18"0"0,43 0 0,-27 0 0,3 0-945,8 0 1,2 0 944,5 0 0,2 0 0,0 0 0,-1 0 0,-7 0 0,0 0 0,0 0 0,-1 0 0,-9 0 0,-3 0 0,26 0 610,-15 0-610,-37 0 78,-4 0 0,-12 0 0,-4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 24575,'-1'-5'0,"6"3"0,10 0 0,14 2 0,28 0 0,19 2 0,14 4-398,-31-1 1,0 3 397,-3 0 0,0 2 0,-1 0 0,1 2 0,-2-1 0,-2 1-81,36 7 81,-6-1 0,-19-2 0,-16 0 0,-20-4 0,-7-4 792,-10-4-792,-6 0 84,-2 3-84,-2 1 0,0 4 0,0 4 0,-2 10 0,-6 12 0,-13 13 0,-20 20 0,12-27 0,-2 1-336,-3 1 0,-1 0 336,0 1 0,0 0 0,3-3 0,0 0 0,-27 31 0,5-3 0,12-18 0,12-20 0,9-8 0,8-11 0,1-4 0,1-3 0,6-6 0,1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 24575,'-28'0'0,"4"0"0,-5 0 0,-5 0 0,-5 0 0,-10 0 0,-1 0 0,-4 0 0,1 0 0,0 5 0,-1 10 0,5 18 0,-6 23 0,2 9 0,0 15-550,25-34 0,2 1 550,-1 5 0,1 2 0,-3 10 0,2 1 0,2 1 0,4-1 0,3-4 0,4 0 0,4-2 0,3-1-115,2 36 115,2-9 0,13-10 0,18-22 0,11-12 0,18-22 0,6-11 1093,2-8-1093,0 0 0,-12 0 122,-10 0-122,-7-1 0,-4-6 0,3-3 0,-1-2 0,0-4 0,1 2 0,0 1 0,-1 1 0,-1 5 0,-4 1 0,-4 0 0,-6 3 0,-3 0 0,-4 3 0,-7 0 0,-1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24575,'0'13'0,"0"6"0,0 10 0,0 8 0,0 4 0,0 0 0,0-2 0,0-5 0,0-4 0,0-5 0,0-6 0,0-4 0,0-7 0,0-4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23948,'16'0'0,"20"0"311,33 0-311,-20 0 0,3 0 0,7 0 0,2 0-754,6 0 0,2 0 754,4 0 0,-1 0 0,-4 0 0,-3 0 0,-3 0 0,-3 0-2,-5 0 1,-2 0 1,45 0 0,0 0 0,-5 0 0,-14 0 146,-18 0-146,-15 0 0,-12 0 0,-12 0 1206,-8 0-1206,-7-3 475,-12-4-475,-18-5 0,-18-6 0,-12-3 0,-6-4 0,-6-2 0,0 0 0,1 0 0,9 4 0,14 4 0,10 7 0,11 6 0,6 2 0,11 1 0,16 5 0,12 7 0,31 17 0,13 9 0,5 2 0,0-2 0,-21-10 0,-8-2 0,-12-3 0,-8-3 0,-6-3 0,-4-3 0,-1-1 0,-3 0 0,-2 0 0,-2-1 0,-3 1 0,-2-1 0,-1 1 0,0-1 0,0 1 0,-4 2 0,-7 2 0,-4 2 0,-4-1 0,1-2 0,1-1 0,0-1 0,2 0 0,3-2 0,4 1 0,2 0 0,0-3 0,1 1 0,2-1 0,-1 0 0,1 2 0,1-4 0,-1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4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24575,'-2'1'0,"5"10"0,12 14 0,15 21 0,14 15 0,13 17 0,-22-33 0,1 1-360,-1-4 1,1-1 359,-1-1 0,1-2 0,31 30 0,-5-6 0,6 1 0,-6-9 0,-4-6 0,-9-9 177,-9-7-177,-1-2 0,-11-8 0,-5-6 0,-5 0 0,-2-4 0,1 0 542,-1 0-542,-3-1 0,-3-3 0,0-1 0,0-2 0,-1 0 0,1 0 0,-1-2 0,0-1 0,0-2 0,-2-2 0,-2-5 0,-5-5 0,-6-8 0,-9-15 0,-8-8 0,-6-4 0,0 0 0,2 9 0,3 2 0,3 3 0,4 7 0,1 4 0,2 6 0,3 6 0,4 11 0,9 13 0,10 12 0,12 8 0,6 2 0,2 1 0,1-1 0,-3-1 0,-3-5 0,-5-5 0,-7-7 0,-2-5 0,-4-3 0,-3-2 0,-2 0 0,-1 1 0,-1 0 0,-6 5 0,-8 4 0,-14 8 0,-13 6 0,-12 5 0,-2 2 0,1-3 0,5-5 0,9-5 0,6-7 0,10-4 0,5-4 0,6-4 0,5-3 0,1-1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0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8.7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685 9 24575,'-4'-4'0,"-8"1"0,-13 1 0,-14 2 0,-5 0 0,-4 0 0,-8 0 0,-7 0 0,-6 0 0,-1 8 0,9 12 0,3 18 0,7 22 0,10 13 0,14 14 0,14 5-436,9 4 436,4-11 0,0 1 0,5-12 0,9-16 0,12-5 0,15-21 0,15-3 0,9-6 0,6-10 436,1-6-436,-3-8 0,-4-7 0,-6-6 0,-9-7 0,-10 1 0,-11 3 0,-10 4 0,-4 3 0,-6 3 0,-2 1 0,-2 4 0,-3 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9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24575,'8'0'0,"10"0"0,13 0 0,8 0 0,9 0 0,1 0 0,-2 0 0,-6 0 0,-14 0 0,-11 0 0,-7 10 0,-4 12 0,-6 11 0,-11 10 0,-9-2 0,-5 3 0,-3-4 0,7-8 0,1-6 0,7-10 0,17-5 0,9-4 0,20-5 0,15-2 0,4 0 0,10 0 0,-3 0 0,-2 0 0,-1 0 0,-11 0 0,-7 0 0,-9 0 0,-10 0 0,-7 0 0,-5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0.7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881 0 24575,'-15'0'0,"-9"0"0,-20 0 0,-15 0 0,-17 0 0,-10 0 0,0 0 0,-3 3 0,14 9 0,6 18 0,9 22 0,3 19-570,30-26 0,2 3 570,3 2 0,4 1 0,2-1 0,4-1 10,-2 46-10,7 4 0,8-7 0,12-1 0,27-15 0,30-30 0,-23-26 0,4-5 0,1-3 0,0-4 0,1-3 0,-1-2 0,44 0 0,-13-3 0,-5 0 0,-20 0 0,-6 0 0,-14 0 0,-10 0 212,-10 0 0,-10 0 1,-3 0-1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1.9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24575,'22'0'0,"1"0"0,11 0 0,2 0 0,-1 0 0,-7 0 0,2 0 0,-1 0 0,-3 0 0,0 0 0,-14 4 0,-4 4 0,-4 2 0,-2 3 0,-2 2 0,0 2 0,0 1 0,0 7 0,-3 1 0,-7 5 0,-8-3 0,-5-4 0,-2-4 0,4-6 0,5-1 0,5-3 0,6-1 0,3 0 0,2 0 0,1-1 0,7 1 0,8-1 0,9 4 0,4 4 0,1 2 0,-4 3 0,-3 1 0,-3-1 0,-6 0 0,-3 3 0,-5 1 0,-4-1 0,-6-1 0,-9-2 0,-8-2 0,-12-1 0,-3-2 0,0-3 0,1-1 0,7-1 0,12-4 0,5-3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4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870 968 24575,'0'37'0,"0"19"0,0 37-1229,0-37 1,0 3 1228,0 8 0,0 4 0,0 7 0,0 2-998,-2 5 0,0 1 998,3 10 0,2 3 0,1-31 0,2 1 0,2 0 0,2 1 0,1-1 0,3 0 0,2 2 0,1 0 0,2-1-536,-1-1 0,1-1 0,0-2 536,6 22 0,0-3 0,-2-7 0,0-3-512,-2-7 0,0-1 512,-2-4 0,0 1 0,0 1 0,-1 0 0,-1-3 0,0-1 0,-1-2 0,0-2 0,-2-5 0,0-2 254,2 2 0,0 0-254,0-4 0,1 0 0,15 37 0,3-3 0,-3-11 0,0 1 0,6 2 0,0-5 0,3 1 0,-5-9 1772,-1 0-1772,0-3 2849,-3-6-2849,7 5 0,0-2 0,9 11 0,5 3 983,3 9-983,-4-4 0,-5-8 0,-1 0 0,0-2 0,7 7 0,-3-4 0,2-5 0,2 3 0,-7-10 528,-2-3-528,2 1 0,-5-8 0,12 7 0,3 3 0,-1-3 0,5 1 0,1-4 0,11 1 0,8-1 0,-37-26 0,1 0 0,2-1 0,-1-3 0,39 11 0,-35-16 0,1-1-248,-2 0 1,1 0 247,5-1 0,0 0 0,-5-1 0,-1-1 0,41 6 0,-3-6 0,-6-2 0,10-3 0,-7-4 0,4 0 0,-5-1 0,0 0 0,-4 0 0,-4 0 0,-2 0 0,-4 0 434,-1 0-434,-2 0 0,1 0 0,-2 0 0,-8 0 506,-3-4-506,-2-7 0,3-6 0,9-7 0,0-4 0,1 0 0,-4 1 0,0 1 0,-2 4 0,0 2 0,0 1 0,-4 2 0,-1 1 0,-4-2 0,-1 0 0,-1-4 0,-5 0 0,-3 1 0,0-2 0,2-5 0,3-9 0,9-11 0,2-10 0,-1-8 0,3-8-434,-10 2 434,1-4 0,-1-1 0,-3 1 0,0-3 0,-4 7 0,-4 3 0,-6 7 0,-5 1 0,-3-6 0,0-12 0,-1-12 0,-11 42 0,-2-2-287,-1-2 1,-1-1 286,-2-1 0,-1 0 0,-1 2 0,-1-1 0,-1 2 0,-1 0 0,1-6 0,-1 0 0,0 4 0,0-1 0,0 0 0,0 0 0,0-44 0,0 19 0,0-5 0,0 1 0,0 2 0,0-2 0,0-3 0,0 2 0,0-4 0,0 1 0,0 1 0,0 36 0,0-2 0,0-1 0,0 0 0,0-6 0,0-1 0,-1-4 0,-2-1-654,0 0 1,-1-2 653,-1-5 0,1-1 0,-3-1 0,1-2 0,2-2 0,0 1 0,1 7 0,1 2 0,-2 6 0,0 2 0,0-36 277,-2 20-277,-3 9 0,1 9 0,-4-1 544,-2 1-544,-4 0 1365,-5-4-1365,-5-5 0,-6-6 0,-5-7-659,-7-3 659,18 38 0,0 1 0,-1 5 0,-2 0 0,-4-2 0,-3 0 0,-1 0 0,-2 2 0,-3 1 0,-2 1 0,2 2 0,-1 2 0,0 5 0,-1 4 0,-2 0 0,-1 2 0,-5 0 0,-2 2-815,-13-3 0,-3 2 815,-5 0 0,-4 2-1105,-8 0 1,-2 1 1104,-6 1 0,-2 1 0,30 6 0,0 1 0,0 0 0,-3 2 0,1 1 0,-1 1 0,2 0 0,0 1 0,0 0 0,-29-1 0,1 1 0,3 0 0,1 0 0,4 0 0,0 1 0,1 1 0,0 1 0,-4-1 0,-1 2 0,-3 0 0,0 2 0,3-2 0,0 2 0,-3 0 0,-2 1 0,30 0 0,-1 1 0,-1 0-860,-3 2 0,-1 1 0,-1 0 860,-7 1 0,-2 1 0,0 0 0,-3 1 0,1 1 0,-1 0 0,0 0 0,0 0 0,0 0 0,0 0 0,-1-1 0,1 0 0,2 0 0,1 0 0,0-1 0,-1 0 0,1-1 0,2 0 0,6-2 0,1 1 0,3-2 0,-17 2 0,3-2 0,6-2 0,4 0-82,11-2 0,1 0 82,3 0 0,0 0 236,2 0 1,6 0 0,-1 0 0,26 0-1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 24575,'-10'0'0,"-15"0"0,-14 0 0,-4 0 0,-11 0 0,3 0 0,-2 0 0,-3 0 0,12 0 0,6 0 0,5 0 0,5 0 0,0 0 0,-5 2 0,0 7 0,-1 12 0,3 15 0,3 19 0,3 14 0,6 12 0,7-3 0,8 4 0,3-3 0,1-1 0,0-2 0,0-14 0,0-14 0,0-16 0,0-8 0,8-8 0,15-1 0,18-5 0,16-5 0,4-3 0,1-2 0,1-2 0,-2-4 0,-5-4 0,-9-2 0,-14 1 0,-8 1 0,-7 2 0,-7 3 0,-4 3 0,-4 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24575,'0'14'0,"0"9"0,0 9 0,0 9 0,0-6 0,0 1 0,0-5 0,0-9 0,0-8 0,0-7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303 24575,'-15'-6'0,"-5"2"0,-11-3 0,-17-4 0,-15 0 0,-8 0 0,-12 3 0,-5 6-642,38 1 1,-2 1 641,-7 0 0,-1 0 0,-1 0 0,1 0 0,5 0 0,1 0 97,-45 0-97,7 3 0,8 10 0,5 3 0,15 8 0,16-2 0,2 1 959,-2 3-959,4 5 227,5 4-227,4 2 0,5 1 0,4 1 0,1 4 0,3 3 0,2 4 0,1-1 0,6 1 0,7-1 0,3 3 0,3 5 0,0-2 0,0-1 0,0-4 0,0 0 0,7 4 0,6 2 0,14 4 0,13-2 0,3-1 0,6-3 0,3-6 0,3 0 0,5-3 0,1-4 0,-5-5 0,-3-10 0,-8-4 0,-3-6 0,0-3 0,7 1 0,14-3 0,5-2 0,2-5 0,2-2 0,11-2 0,3 1 0,2-1-517,4-3 517,-4-8 0,-37 3 0,0-3 0,45-14 0,-13-3 0,6 0 0,-19 3 0,4 1 0,-3-3 0,-14-2 0,6-6 0,-6-1 0,-5 0 0,-5 1 517,-7 0-517,-7-1 0,-8 0 0,-6 1 0,-4-3 0,-3-7 0,1-6 0,-4-6 0,-2-4 0,-5 6 0,-2-3 0,0-2 0,-5-10 0,-9-10 0,-15-7-742,-20 1 742,19 44 0,-4 2 0,-4-1 0,-2 2 0,-3 1 0,0 1 0,3 5 0,-1 0 0,-7-1 0,-1 2 0,3 3 0,0 2 0,-4 2 0,-1 1 0,2 2 0,0 1 0,-46-7 0,43 14 0,1 2 0,-34-1 0,3 4 0,49 8 0,11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4601 1 24575,'-5'4'0,"-7"-2"0,-18 0 0,-24-2 0,-26 0 0,24 0 0,-5 0 0,-13 0 0,-5 0-1581,-6 0 1,-4 0 1580,23 0 0,-2 0 0,-1 0-582,-2 0 0,-1 0 1,0 0 581,0 0 0,0 0 0,-1 0 0,-2 0 0,0 0 0,1 0 0,3 0 0,1 0 0,3 0-480,-21 0 1,4 0 479,13 0 0,4 0 0,-31 0-558,20 0 558,1 2 1883,13 1-1883,5 0 2545,15 2-2545,6-2 1213,-2 3-1213,4-1 782,-7 2-782,-3-1 0,-3 1 0,-9 5 0,-1 5 0,-4 3 0,-7-1 0,0-2 0,3-3 0,-2 1 0,2 2 0,-10 5 0,0-1 0,2 2 0,6-1 0,9 0 0,-7 1 0,7-2 0,-4 3 0,4-1 0,3 6 0,6 0 0,5-2 0,0 4 0,4-4 0,-2 2 0,-1 1 0,2 1 0,-4 1 0,3 0 0,5-5 0,3-2 0,3-2 0,3 3 0,-2 0 0,3 2 0,2 1 0,2-1 0,5 2 0,4 0 0,2 3 0,4-1 0,2 4 0,2 6 0,3 5 0,2 10 0,0 3 0,1 3 0,6 12 0,13 4 0,14-2 0,18-4 0,11-11-647,11-2 647,-33-30 0,1 0 0,1-2 0,2 0 0,1-2 0,2 0 0,-2-2 0,1-2 0,39 18 0,-2-2 0,0-2 0,7 0 0,-41-17 0,3 0 0,2-1 0,2 0 0,0 0 0,1 0 0,1-1 0,0-1 0,-4-1 0,-1-1 0,-3-2 0,1 0 0,-1-1 0,0 1 0,0-2 0,1 0 0,1 0 0,0 0 0,45 8 0,-6-4 0,3 1 0,-12-2 0,4-3 0,1-4 0,-2-4 0,-34-1 0,2-1 0,0 1 0,1-1 0,2 0 0,2 0 0,1 0 0,1 0 0,0 0 0,0 0 0,1 0 0,0 0 0,-5 0 0,1 0 0,3 0 0,2 0 0,0 0 0,1 0 0,-3 0 0,1 0 0,2 0 0,-2 0 0,37 0 0,-45-2 0,-1 0 0,40-3 0,-8 1-163,-1 0 163,-12 4 0,7-2 0,-1-2 0,-6-1 0,-5-4 0,-1-1 0,-4-2 642,3-4-642,-1-1 168,1-3-168,4 0 0,-1 0 0,-1-3 0,-1-4 0,-8 0 0,-3 1 0,-4 1 0,-2 0 0,5-3 0,-1-4 0,-2 0 0,-7 1 0,-7-2 0,-8 1 0,-3-6 0,-3-7 0,-3-6 0,-3-4 0,-6 2 0,-4 4 0,-3 1 0,-3 4 0,0 2 0,0 1 0,0-2 0,-8-12 0,-4-1 0,-11-12 0,-5-2 0,-3 3 0,-3-5 0,4 11 0,-3 0 0,3 5 0,1 7 0,1 3 0,4 4 0,-1 4 0,0 4 0,-1 3 0,-2 0 0,-1 2 0,-3-4 0,0 1 0,-1 1 0,0-2 0,-3 2 0,-2 3 0,-6-3 0,-3 2 0,-5-4 0,0 0 0,1 1 0,-1-4 0,5 4 0,7 4 0,9 5 0,7 6 0,5 2 0,0 2 0,2 3 0,3 4 0,-1 2 0,9 3 0,-1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966 9 24575,'-4'-4'0,"-5"1"0,-4 1 0,-6 2 0,-7 0 0,-10 0 0,-10 0 0,-12 0 0,-11 0 0,-7 0 0,-5 0 0,-1 0 0,3 6 0,7 12 0,13 8 0,8 15 0,8 8 0,5 4 0,1 10 0,13-9 0,6 3 0,6 0 0,5 0 0,3 7 0,2-4 0,1 0 0,11-1 0,16-3 0,19-7 0,12-16 0,4-11 0,6-7 0,6-6 0,4-2 0,-5-4 0,-15-3 0,-15 0 0,-12 0 0,-6 0 0,-5 0 0,-2 0 0,-5-2 0,-6 2 0,-3-2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24575,'7'0'0,"2"0"0,2 0 0,0 0 0,-1 0 0,-2 1 0,-2 9 0,-4 12 0,-2 10 0,0 9 0,-3-2 0,-2-2 0,-1-3 0,0-4 0,4-3 0,1-6 0,0-4 0,-1-6 0,2-5 0,4-3 0,10-2 0,7-1 0,3 0 0,-3 0 0,-5-2 0,-1 0 0,-2 0 0,2-2 0,2 1 0,-1 0 0,2 0 0,-10 3 0,-1-1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7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 24575,'2'0'0,"-12"0"0,-15 0 0,-11 0 0,-16 0 0,5 0 0,-13 0 0,-15 0 0,8 0 0,-11 0 0,9 7 0,8 12 0,-4 17 0,17 10 0,4 17 0,10 3 0,11 3 0,7 4 0,15 5 0,0-1 0,9-5 0,18-17 0,13-28 0,14-7 0,3-11 0,3-2 0,1-3 0,2-3 0,-5 0 0,-10-1 0,-8 0 0,-11 0 0,-7 0 0,-4 0 0,-6-2 0,-6 2 0,-3-2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24575,'8'0'0,"7"0"0,8 0 0,9 0 0,10 0 0,-2 0 0,-3 0 0,-9 0 0,-10 0 0,-5 0 0,-3 1 0,-5 5 0,-5 9 0,-5 5 0,-6 2 0,-7 0 0,-2-7 0,-1-1 0,4-1 0,4-3 0,5-1 0,3 0 0,3-1 0,5 0 0,4 0 0,4 2 0,3 0 0,-2 0 0,0-1 0,-1 3 0,-1 3 0,0 0 0,-2 0 0,-3-3 0,-1-2 0,-3-3 0,-3-2 0,-5-3 0,-6-2 0,5 0 0,1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24575,'23'0'0,"17"0"0,31 0 0,-22 0 0,3 0-410,1 0 1,3 0 409,9 0 0,2 0-569,6 0 1,1 0 568,-3 0 0,0 0 0,-1 0 0,-1 0 0,-7 0 0,-3 0-187,40 0 187,-8 0 0,-23 0 0,-24 0 0,-17 0 570,-17 0-570,-15 0 0,2 0 0,-7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24575,'19'0'0,"18"0"0,43 0 0,-27 0 0,3 0-945,8 0 1,2 0 944,5 0 0,2 0 0,0 0 0,-1 0 0,-7 0 0,0 0 0,0 0 0,-1 0 0,-9 0 0,-3 0 0,26 0 610,-15 0-610,-37 0 78,-4 0 0,-12 0 0,-4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 24575,'-1'-5'0,"6"3"0,10 0 0,14 2 0,28 0 0,19 2 0,14 4-398,-31-1 1,0 3 397,-3 0 0,0 2 0,-1 0 0,1 2 0,-2-1 0,-2 1-81,36 7 81,-6-1 0,-19-2 0,-16 0 0,-20-4 0,-7-4 792,-10-4-792,-6 0 84,-2 3-84,-2 1 0,0 4 0,0 4 0,-2 10 0,-6 12 0,-13 13 0,-20 20 0,12-27 0,-2 1-336,-3 1 0,-1 0 336,0 1 0,0 0 0,3-3 0,0 0 0,-27 31 0,5-3 0,12-18 0,12-20 0,9-8 0,8-11 0,1-4 0,1-3 0,6-6 0,1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 24575,'-28'0'0,"4"0"0,-5 0 0,-5 0 0,-5 0 0,-10 0 0,-1 0 0,-4 0 0,1 0 0,0 5 0,-1 10 0,5 18 0,-6 23 0,2 9 0,0 15-550,25-34 0,2 1 550,-1 5 0,1 2 0,-3 10 0,2 1 0,2 1 0,4-1 0,3-4 0,4 0 0,4-2 0,3-1-115,2 36 115,2-9 0,13-10 0,18-22 0,11-12 0,18-22 0,6-11 1093,2-8-1093,0 0 0,-12 0 122,-10 0-122,-7-1 0,-4-6 0,3-3 0,-1-2 0,0-4 0,1 2 0,0 1 0,-1 1 0,-1 5 0,-4 1 0,-4 0 0,-6 3 0,-3 0 0,-4 3 0,-7 0 0,-1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24575,'0'13'0,"0"6"0,0 10 0,0 8 0,0 4 0,0 0 0,0-2 0,0-5 0,0-4 0,0-5 0,0-6 0,0-4 0,0-7 0,0-4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23948,'16'0'0,"20"0"311,33 0-311,-20 0 0,3 0 0,7 0 0,2 0-754,6 0 0,2 0 754,4 0 0,-1 0 0,-4 0 0,-3 0 0,-3 0 0,-3 0-2,-5 0 1,-2 0 1,45 0 0,0 0 0,-5 0 0,-14 0 146,-18 0-146,-15 0 0,-12 0 0,-12 0 1206,-8 0-1206,-7-3 475,-12-4-475,-18-5 0,-18-6 0,-12-3 0,-6-4 0,-6-2 0,0 0 0,1 0 0,9 4 0,14 4 0,10 7 0,11 6 0,6 2 0,11 1 0,16 5 0,12 7 0,31 17 0,13 9 0,5 2 0,0-2 0,-21-10 0,-8-2 0,-12-3 0,-8-3 0,-6-3 0,-4-3 0,-1-1 0,-3 0 0,-2 0 0,-2-1 0,-3 1 0,-2-1 0,-1 1 0,0-1 0,0 1 0,-4 2 0,-7 2 0,-4 2 0,-4-1 0,1-2 0,1-1 0,0-1 0,2 0 0,3-2 0,4 1 0,2 0 0,0-3 0,1 1 0,2-1 0,-1 0 0,1 2 0,1-4 0,-1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4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24575,'-2'1'0,"5"10"0,12 14 0,15 21 0,14 15 0,13 17 0,-22-33 0,1 1-360,-1-4 1,1-1 359,-1-1 0,1-2 0,31 30 0,-5-6 0,6 1 0,-6-9 0,-4-6 0,-9-9 177,-9-7-177,-1-2 0,-11-8 0,-5-6 0,-5 0 0,-2-4 0,1 0 542,-1 0-542,-3-1 0,-3-3 0,0-1 0,0-2 0,-1 0 0,1 0 0,-1-2 0,0-1 0,0-2 0,-2-2 0,-2-5 0,-5-5 0,-6-8 0,-9-15 0,-8-8 0,-6-4 0,0 0 0,2 9 0,3 2 0,3 3 0,4 7 0,1 4 0,2 6 0,3 6 0,4 11 0,9 13 0,10 12 0,12 8 0,6 2 0,2 1 0,1-1 0,-3-1 0,-3-5 0,-5-5 0,-7-7 0,-2-5 0,-4-3 0,-3-2 0,-2 0 0,-1 1 0,-1 0 0,-6 5 0,-8 4 0,-14 8 0,-13 6 0,-12 5 0,-2 2 0,1-3 0,5-5 0,9-5 0,6-7 0,10-4 0,5-4 0,6-4 0,5-3 0,1-1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0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8.7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685 9 24575,'-4'-4'0,"-8"1"0,-13 1 0,-14 2 0,-5 0 0,-4 0 0,-8 0 0,-7 0 0,-6 0 0,-1 8 0,9 12 0,3 18 0,7 22 0,10 13 0,14 14 0,14 5-436,9 4 436,4-11 0,0 1 0,5-12 0,9-16 0,12-5 0,15-21 0,15-3 0,9-6 0,6-10 436,1-6-436,-3-8 0,-4-7 0,-6-6 0,-9-7 0,-10 1 0,-11 3 0,-10 4 0,-4 3 0,-6 3 0,-2 1 0,-2 4 0,-3 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9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24575,'8'0'0,"10"0"0,13 0 0,8 0 0,9 0 0,1 0 0,-2 0 0,-6 0 0,-14 0 0,-11 0 0,-7 10 0,-4 12 0,-6 11 0,-11 10 0,-9-2 0,-5 3 0,-3-4 0,7-8 0,1-6 0,7-10 0,17-5 0,9-4 0,20-5 0,15-2 0,4 0 0,10 0 0,-3 0 0,-2 0 0,-1 0 0,-11 0 0,-7 0 0,-9 0 0,-10 0 0,-7 0 0,-5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0.7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881 0 24575,'-15'0'0,"-9"0"0,-20 0 0,-15 0 0,-17 0 0,-10 0 0,0 0 0,-3 3 0,14 9 0,6 18 0,9 22 0,3 19-570,30-26 0,2 3 570,3 2 0,4 1 0,2-1 0,4-1 10,-2 46-10,7 4 0,8-7 0,12-1 0,27-15 0,30-30 0,-23-26 0,4-5 0,1-3 0,0-4 0,1-3 0,-1-2 0,44 0 0,-13-3 0,-5 0 0,-20 0 0,-6 0 0,-14 0 0,-10 0 212,-10 0 0,-10 0 1,-3 0-1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1.9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24575,'22'0'0,"1"0"0,11 0 0,2 0 0,-1 0 0,-7 0 0,2 0 0,-1 0 0,-3 0 0,0 0 0,-14 4 0,-4 4 0,-4 2 0,-2 3 0,-2 2 0,0 2 0,0 1 0,0 7 0,-3 1 0,-7 5 0,-8-3 0,-5-4 0,-2-4 0,4-6 0,5-1 0,5-3 0,6-1 0,3 0 0,2 0 0,1-1 0,7 1 0,8-1 0,9 4 0,4 4 0,1 2 0,-4 3 0,-3 1 0,-3-1 0,-6 0 0,-3 3 0,-5 1 0,-4-1 0,-6-1 0,-9-2 0,-8-2 0,-12-1 0,-3-2 0,0-3 0,1-1 0,7-1 0,12-4 0,5-3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1122 10 24575,'-22'-5'0,"-4"1"0,1 4 0,-12 0 0,-12 0 0,-3 0 0,-7 0 0,-12 0 0,3 0 0,-6 0 0,1 0 0,6 6 0,-6 13 0,2 24-4447,10 26 4447,8 15 0,28-35 0,2 4-652,0 6 1,2 4 651,-4 14 0,2 6 0,7-20 0,2 3 0,1 2-740,2 5 1,0 1 0,3 1 739,0 4 0,1 1 0,2 1 0,2 0 0,2 2 0,0-2 0,-1 0 0,1 0 0,2-2 0,1-2 0,2-1 0,3-1-466,2-6 1,3-1 0,4-3 465,14 23 0,9-4 0,9-5 0,8-5 0,7-8 0,5-5 0,7-4 0,5-7 0,6-9 0,3-6 0,6-5 0,1-6 509,-3-4 1,1-5-510,1-5 0,1-1 0,-3-2 0,1-1 0,3-3 0,1-1 0,-30-3 0,2 0 0,-1-2 0,-1-2 0,0-2 0,-1-2-151,30-10 0,-2-5 151,-10-5 0,-5-6 0,-6-4 0,-5-6 0,-8-2 0,-4-4 536,-6-3 0,-3-4-536,-5-6 0,-4-2 0,-6-2 0,-4-1 0,-4-3 0,-5-1 0,-3 1 0,-4 1 0,-3 9 0,-3 1 0,-2-4 0,-1 2 0,-2 11 0,-1 1 0,-1-1 0,0 0 683,1 0 1,-2 2-684,-10-42 0,2 40 0,-2 0 0,-5 4 0,-3 1 0,-3-3 0,-1 1 0,-18-35 0,17 40 0,-2 1 0,-22-34 0,-4 5 0,-6-1 0,5 10 0,-7-1 0,0 5 0,-11 2 0,1 7 0,1 8 0,1 10 0,9 8 0,-10 2 2428,3 1-2428,-2 0 1942,3 3-1942,8 0 1480,1 3-1480,4 2 358,4 1-358,2 4 0,3 2 0,4 3 0,4 3 0,8 0 0,13 0 0,5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1608 24575,'31'-7'0,"17"-11"0,42-25 0,-26 12 0,6-4-2152,-12 5 0,3-2 1,3-1 2151,12-6 0,4-2 0,2 0-823,-14 6 0,1 0 1,1 0-1,1-1 823,6-2 0,3-1 0,-1 1 0,0 0 0,-4 3 0,0 0 0,0 1 0,-1 0-169,-2 2 0,0-1 1,-1 1-1,0 2 169,19-8 0,-2 2 0,0 0 0,-4 2 0,-1 0 0,0 0-566,0 1 0,1 1 0,-1 0 566,-5 3 0,0 1 0,-2 1 275,-7 2 0,-1 1 0,-4 3-275,13-3 0,-4 3 1387,-9 2 1,-3 1-1388,31-5 0,-20 6 3040,-3 1-3040,-21 10 3046,-11 3-3046,-5-4 1804,-10 1-1804,-13 1 629,-21 0-629,-20 4 0,-17-4 0,-22 0 0,-12-2 0,-1-1 0,-3 1 0,18-1 0,8-1 0,3 2 0,15 2 0,9 2 0,20 2 0,20 1 0,26 5 0,29 4 0,12 6 0,11 4 0,0-1 0,-3 2 0,-6-2 0,-12-1 0,-12-2 0,-15-3 0,-12-1 0,-7 2 0,-9 5 0,-2 3 0,-16 10 0,-12 5 0,-10-2 0,-9 4 0,-1 0 0,-1 3 0,0 0 0,7-5 0,9-8 0,9-7 0,9-8 0,5-6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0 24575,'-64'20'0,"1"6"0,-16 19 0,32-6 0,0 6 0,-2 8 0,2 4-1641,-1 8 0,3 3 1641,2 5 0,5 1 0,10-1 0,7 2 0,1 5 0,5 1 0,3 4 0,5 2 0,2 2 0,4-1 0,0-4 0,1-2 0,0-4 0,3-1 0,6-8 0,4-3 0,5-10 0,7-3 0,8-2 0,8-4 0,17 3 0,6-4 0,5-2 0,4-4 0,11 0 0,4-3-981,4-4 0,3-5 981,0-8 0,2-5-426,-26-5 1,3-1-1,-1-2 426,1-1 0,1-2 0,0-1 0,1-1 0,-1 0 0,1-2 0,0-1 0,0-1 0,-2-2 0,-5-3 0,-1-2 0,-1-3-733,29-12 1,-4-6 732,-8-9 0,-5-6 0,-9-4 0,-5-5 0,-4-4 0,-5-1 0,-11 3 0,-5-2 0,-7 4 0,-5 0 324,-6 0 1,-4-1-325,-5 3 0,-3-1 0,-1-4 0,-2-1 0,-3 1 0,-3 1 0,-5 1 0,-5 2 0,-4 0 0,-6 2 0,-7 0 0,-5 1 0,-7 1 0,-3 0 0,-5 1 0,-2 1 373,-6 0 1,-3 1-374,-4 0 0,-2 2 0,-3-1 0,-2 2 0,-3 0 0,-1 2 0,1 2 0,1 1 0,1 2 0,1 2 0,10 6 0,2 3 0,8 3 0,1 2 2270,-39-10-2270,5 9 0,-8 0 0,8 7 0,12 5 1896,16 4-1896,9 3 674,12 1-674,10 1 0,10 0 0,7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24575,'-21'0'0,"10"0"0,9 0 0,28 7 0,40 13 0,-16-2 0,6 4 0,19 8 0,4 1-1642,0 0 0,3 1 1642,-7-4 0,5 1 0,4 0-957,-11-4 1,2 0 0,3 0 0,2 0 956,9 2 0,3 1 0,2-1 0,1 2-810,-8-4 0,3 1 0,1 1 0,-1-1 0,-3-2 810,9 2 0,-3-2 0,0 0 0,2 0 0,-14-4 0,2 0 0,0 0 0,0 0 0,-2-2 0,13 3 0,-2-1 0,0 0 0,-2-1-542,-4-1 0,-1-1 0,-1 1 0,1-1 542,1 1 0,0 1 0,-1-2 0,-4 0 0,4 0 0,-4-2 0,-1 2 0,3 1 0,-1 1 0,-2-2 41,-11-2 0,-2-2 0,-2 1-41,23 6 0,-3-1 888,-3 0 0,-4-1-888,-11-2 0,-2 0 1819,-5-1 1,-2-1-1820,35 7 3848,-30-6-3848,-21-5 1996,-16-4-1996,-12-6 1483,-13-13-1483,-18-19 0,-20-18 0,-21-17-271,24 28 1,-2-1 270,-5-3 0,-1 1 0,1 1 0,-1 2 0,2 3 0,0 2-70,-33-29 70,12 12 0,10 7 0,13 13 0,13 11 0,12 10 0,7 7 0,18 14 999,21 15-999,28 21 0,-21-17 0,1 3-343,7 3 1,0 0 342,1 0 0,0 0 0,-2-3 0,-1 0 0,1-1 0,-1-1 0,-4-3 0,0 1 0,36 29-14,-15-6 14,-15-10 0,-16-10 0,-11-7 0,-7-3 0,-6 1 0,-2 2 759,-3 5-759,-12 4 14,-16 4-14,-16 1 0,-27 3 0,-6-5 0,-2 0 0,-2-1 0,17-9 0,6 2 0,13-8 0,12-5 0,10-4 0,10-7 0,4-2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21 24575,'-26'-10'0,"-1"5"0,-7 0 0,-3 5 0,-1-1 0,-2 8 0,-7 17 0,-5 20 0,-8 31-672,26-29 0,2 5 672,1 9 0,3 5 0,2 11 0,4 5-994,3 5 1,4 3 993,4 4 0,3 1 0,3-7 0,1-1 0,1-1 0,2-1 0,1 2 0,3-1 0,5 2 0,7 0 0,7 3 0,8-1 0,11-5 0,8-4 0,7-8 0,7-5 0,2-8 0,5-7 0,4-10 0,4-7 0,8-8 0,3-6 0,7-5 0,1-4-798,-28-5 0,0-3 1,1-2 797,1-1 0,1-3 0,0-3 0,-2-2 0,1-4 0,-2-3 0,2-4 0,0-5 0,-1-3 0,0-5 0,-1-4 0,-2-3 0,-2-1 0,-1-2 0,-4-1 0,21-19 0,-6-1 0,-9 4 0,-4-1-565,-9 2 0,-4-1 565,-8 2 0,-4-3 81,-3 0 1,-4-2-82,-6 0 0,-6 1 0,-5 1 0,-4 0 0,-2 0 0,-4 1 0,-9-2 0,-6 1 0,-9 0 0,-8 1 0,-8-2 0,-8 3 66,-9-2 1,-6 2-67,-5 0 0,-4 4 0,-5 1 0,-3 2 0,1 3 0,-1 3 0,1 4 0,0 4 0,-1 4 0,0 4 0,6 5 0,1 3 0,-1 3 0,-1 3 585,2 1 1,0 2-586,2 2 0,1 2 0,0 0 0,2 2 362,4 1 0,2 2-362,5 0 0,3 2 0,-44-1 826,8 0-826,18 3 1750,15 4-1750,19 0 0,15-1 0,10-3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1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24575,'22'0'0,"28"0"0,0 0 0,8 0-3587,22 0 0,9 0 3587,-15 0 0,4 0 0,4 0 0,12 0 0,5 0 0,3 0-1081,-17 0 1,3 0 0,1 0-1,2 0 1081,-13 0 0,1 0 0,2 0 0,1 0 0,2 0 0,-1 0 0,3 0 0,1 0 0,2 0 0,-1 0 0,-2 0-267,-1 0 0,-1 0 0,1 0 0,-1 0 0,-2 0 1,-1 0 266,8 0 0,-2 0 0,-2 0 0,-1 0 0,-1 0-313,8 0 0,0 0 0,-5 0 0,-7 0 313,22 0 0,-7 0 322,4 0 0,-2 0-322,-3 0 0,-5 0 1408,-15 0 0,-4 0-1408,-5 0 0,-4 0 4751,27 0-4751,-31 0 2926,-23 0-2926,-14 0 0,-12 0 0,-2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24575,'3'0'0,"12"0"0,21 0 0,23 5 0,19 6 0,16 6 0,-43-5 0,0 0 0,-1 1 0,-2-1 0,38 12 0,-19-5 0,-21-4 0,-15-5 0,-15-3 0,-6-3 0,-3 2 0,-1 1 0,-3 2 0,-5 7 0,-4-1 0,-10 7 0,-6 1 0,-9-2 0,-1 0 0,3-4 0,2 2 0,3-3 0,1 1 0,2-2 0,4 0 0,4 5 0,8-9 0,-2 2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19 23135,'-2'-9'0,"-3"3"707,-4 2-707,-5 4 241,-5 0-241,-4 0 122,-6 0-122,-8 0 370,-3 4-370,-6 14 0,-4 23 0,5 22 0,2 27-761,25-36 1,3 4 760,4 9 0,2 4 0,1 7 0,3 2 0,1 5 0,3 0-1018,2 1 0,4-1 1018,8-5 0,8 0 0,14 6 0,10-3 0,8-7 0,8-5 0,-13-25 0,4-3 0,2-2 0,26 17 0,6-6-977,-19-18 0,2-3 1,2-1 976,4 1 0,0-1 0,3-1 0,3 0 0,2-1 0,1-3 0,3-1 0,2-3 0,0-2 0,-5-5 0,0-2 0,0-1 0,5-1 0,0-1 0,-2-2 0,-5-2 0,-2-2 0,-1 0-417,-10 0 0,-1 0 0,-3-3 417,17-4 0,-5-4 244,-12-3 1,-5-5-245,-10-3 0,-4-4 1592,34-30-1592,-25-1 0,-14-14 3104,-17-2-3104,-10-6 0,-7-5 0,-15-3 841,-11-14-841,3 45 0,-5 0 0,-6-5 0,-4 0 0,-5-3 0,-3 0-390,-4-1 1,-4 2 389,-2 0 0,-4 1 0,-1 5 0,-2 2 0,0 3 0,-2 2 0,-3 2 0,0 3 0,1 3 0,-1 2 0,3 4 0,-1 1-365,1 1 0,1 3 365,7 3 0,1 2 0,-35-12 0,-3 2 0,1 12 0,37 10 0,0 2 0,-1 0 0,0 3-343,-41 2 343,40 3 0,-1 0 0,-46 0 0,48 1 0,-1 0 0,-43 0 0,16 2 0,0 7 0,9 8 829,5 5-829,5 7 0,4 3 0,6 2 1514,10 0-1514,6-4 203,9-4 1,10-12 0,5-4-1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1345 24575,'-4'1'0,"1"-22"0,1-16 0,2-27 0,0-8 0,0-8 0,8-17-4252,1 45 1,2 0 4251,0 2 0,5 0 0,11-10 0,5-1 353,4-1 0,3 1-353,5-1 0,3 0 0,5-4 0,1 3 0,-8 17 0,1 5-206,0 3 1,1 4 205,0 5 0,1 5 0,0 6 0,2 3 0,1 3 0,2 4 0,2 3 0,2 2 0,-1 3 0,0 0 0,-4 0 0,0 0 0,1 0 0,0 2 0,-2 5 0,1 3 0,2 6 0,0 5 0,3 6 0,-2 5 0,-2 6 0,-2 3-378,0 6 0,-3 3 378,-4 3 0,-4 1 0,-3-1 0,-3 0 2516,-5-3 1,-3 1-2517,-4 3 0,-2 1 0,-2-2 0,-2 1 0,-1 7 0,-1 2 0,-4 1 0,-3-1 0,-1-6 0,-3 0 0,0 2 0,-2-1 0,-4-4 0,-4-2 0,-10 36 0,-18-2 0,-10-14 0,-15 8 0,22-35 0,-2 0 0,2-7 0,0-1 0,-4 1 0,0-2 1224,-32 18-1224,6-9 0,-1-5 595,11-9-595,8-7 1206,9-5-1206,12-5 794,7-3-794,7-4 112,3-2-112,3-3 0,2-6 0,3-8 0,2-8 0,1-11 0,1-8 0,0-7 0,0-3 0,3-4 0,2-1 0,5 4 0,6 3 0,4 7 0,2 6 0,0 5 0,-3 7 0,-4 6 0,-3 6 0,-3 3 0,-1 2 0,-1 4 0,-2 11 0,-3 13 0,-10 19 0,-10 16 0,-3 2 0,-5 2 0,4-6 0,4-6 0,-1-2 0,5-4 0,3-9 0,3-4 0,3-7 0,1-5 0,3-5 0,1-3 0,0-1 0,-1 2 0,15 1 0,11 4 0,17 0 0,19 3 0,-1 1 0,5 0 0,-4-1 0,-3-1 0,4-1 0,-1 3 0,-4-1 0,-7-4 0,-9 0 0,-9-4 0,-7-3 0,-8-1 0,-6-3 0,-5-2 0,-2-1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51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1030 24575,'-5'-2'0,"3"-11"0,0-13 0,2-21 0,0-19 0,0-16 0,0-15-611,3 45 0,4 0 611,2-3 0,4 1 0,5 1 0,5 1 0,7 0 0,5 3 0,1 4 0,4 4 0,4 4 0,2 5 0,-2 5 0,0 4 0,43-8 0,4 10 0,3 10 0,-43 8 0,0 0 0,0 1 0,0 2-87,49-2 87,-50 5 0,-1 2 0,1 4 0,-1 2 0,42 20 0,-43-9 0,-2 4 0,-1 2 0,-1 3 0,0 4 0,0 3 0,-2 4 0,-1 1 0,-4 3 0,-3 2 0,-1 2 0,-3 1 0,-2 0 0,-3 1 0,-1-3 0,-3-1 0,14 44 0,-8 1 0,-16-44 0,-1 2 0,0 5 0,-1 0 0,-2-5 0,0 1 0,-2 5 0,-1 0 0,-1-6 0,-1 0 0,-1 4 0,0 1 0,-1 0 0,0-2 0,-5 33 0,-11-2 0,-18-12 0,-15-1 0,-19-9 0,-12-13 0,5-20 0,4-12 0,7-8 0,-2-8 0,-6-2 0,-5 0 0,8-2 0,3-6 905,7-6-905,5-10 404,4-3-404,9 0 0,0-3 0,5 2 0,1 1 0,0 1 0,4 6 0,4 4 0,6 4 0,5 5 0,3 0 0,2 3 0,0 0 0,1 2 0,2-1 0,2-3 0,8-6 0,12-10 0,8-4 0,24-17 0,7-2 0,4-3 0,3 3 0,-15 11 0,0 3 0,-13 8 0,-7 4 0,-8 6 0,-6 3 0,0 3 0,-6 2 0,-9 4 0,-18 12 0,-11 9 0,-27 23 0,-12 14 0,5 0 0,0 0 0,18-10 0,7-6 0,0 1 0,9-9 0,7-7 0,7-5 0,6-6 0,4-2 0,5-3 0,6 1 0,10-4 0,7 0 0,11 1 0,1 1 0,2 6 0,6 5 0,3 8 0,5 5 0,-2 5 0,-2-1 0,-6 4 0,-5-1 0,-4-3 0,-7-2 0,-4-7 0,-3-5 0,-6-4 0,-3-11 0,-3-4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1045 8 24575,'-20'-4'0,"-4"1"0,0 3 0,-10 0 0,-12 0 0,-3 0 0,-6 0 0,-11 0 0,3 0 0,-6 0 0,1 0 0,6 5 0,-6 11 0,2 21-4447,9 23 4447,8 11 0,25-29 0,3 3-652,0 6 1,0 3 651,-1 12 0,0 5 0,7-17 0,2 3 0,1 1-740,1 4 1,2 2 0,1 0 739,0 4 0,2 0 0,2 1 0,1 1 0,2 1 0,0-1 0,-1-1 0,1 0 0,2-1 0,1-2 0,2-1 0,2-1-466,3-5 1,2-1 0,3-2 465,14 20 0,8-5 0,10-3 0,6-5 0,6-6 0,6-5 0,6-3 0,4-6 0,6-8 0,3-5 0,5-5 0,2-4 509,-3-4 1,0-4-510,2-4 0,0-2 0,-2-1 0,0-1 0,3-2 0,2-2 0,-28-1 0,0-1 0,1-2 0,-2-1 0,1-2 0,-2-2-151,29-8 0,-4-5 151,-8-3 0,-3-6 0,-8-4 0,-4-4 0,-7-2 0,-4-4 536,-5-2 0,-4-4-536,-3-5 0,-5-2 0,-5 0 0,-4-2 0,-4-3 0,-4-1 0,-3 2 0,-4 0 0,-3 8 0,-2 0 0,-2-2 0,-2 1 0,-1 9 0,-1 2 0,-1-2 0,0 0 683,1 1 1,-2 1-684,-9-36 0,2 35 0,-3-1 0,-4 4 0,-3 1 0,-2-3 0,-1 1 0,-18-30 0,16 34 0,-1 1 0,-20-28 0,-5 3 0,-4-1 0,3 10 0,-6-2 0,1 4 0,-12 2 0,2 7 0,0 6 0,2 8 0,8 8 0,-9 1 2428,3 1-2428,-3 0 1942,4 3-1942,6-1 1480,2 3-1480,4 2 358,4 1-358,0 3 0,4 2 0,4 2 0,4 3 0,6 0 0,13 0 0,5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1377 24575,'29'-5'0,"15"-12"0,40-19 0,-24 9 0,5-3-2152,-11 4 0,3-1 1,2-1 2151,13-6 0,2 0 0,2-2-823,-13 7 0,2-1 1,0-1-1,1 1 823,6-3 0,2 0 0,0 0 0,0 1 0,-4 1 0,0 2 0,-1 0 0,0 0-169,-2 1 0,0 0 1,0 1-1,-1 0 169,17-5 0,0 1 0,-2 1 0,-3 0 0,0 1 0,-1 0-566,1 1 0,0 0 0,-1 1 566,-4 2 0,-1 1 0,-1 1 275,-7 2 0,0 0 0,-4 3-275,11-2 0,-3 2 1387,-8 1 1,-3 2-1388,28-5 0,-17 6 3040,-4 0-3040,-20 9 3046,-9 2-3046,-6-3 1804,-8 2-1804,-12-2 629,-21 2-629,-17 3 0,-17-3 0,-21 0 0,-10-2 0,-1 0 0,-3-1 0,17 1 0,7-2 0,3 1 0,14 4 0,8 0 0,19 2 0,19 1 0,24 4 0,26 4 0,12 5 0,11 3 0,-1-1 0,-3 2 0,-4-1 0,-13-2 0,-11 0 0,-13-4 0,-12-1 0,-6 2 0,-8 5 0,-3 2 0,-14 9 0,-12 3 0,-8-1 0,-10 4 0,1 0 0,-3 1 0,1 2 0,7-6 0,8-6 0,8-5 0,8-9 0,6-4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634 0 24575,'-60'17'0,"2"5"0,-15 17 0,29-6 0,0 6 0,-2 6 0,2 4-1641,0 7 0,2 2 1641,1 4 0,6 2 0,10-1 0,4 1 0,3 4 0,4 1 0,3 5 0,4 0 0,3 2 0,3-1 0,0-3 0,1-2 0,0-2 0,3-3 0,5-5 0,5-4 0,3-8 0,7-3 0,8-1 0,7-3 0,16 1 0,6-2 0,4-3 0,4-3 0,10 1 0,4-3-981,4-4 0,3-5 981,-1-5 0,2-5-426,-23-4 1,1-2-1,0-1 426,2-1 0,-1-1 0,1-2 0,0 0 0,1-1 0,0-1 0,-1 0 0,1-2 0,-2-1 0,-4-3 0,-2-2 0,-1-3-733,28-9 1,-4-6 732,-8-7 0,-5-5 0,-8-5 0,-4-3 0,-4-3 0,-5-2 0,-10 3 0,-5-1 0,-7 2 0,-3 0 324,-6 1 1,-5 0-325,-4 1 0,-2-1 0,-2-2 0,-2-2 0,-2 2 0,-3-1 0,-5 2 0,-4 1 0,-4 1 0,-6 1 0,-6 1 0,-5 0 0,-6 1 0,-4 0 0,-3 1 0,-3 1 373,-6-1 1,-2 2-374,-3 0 0,-3 1 0,-3 0 0,-1 0 0,-3 2 0,-1 1 0,1 1 0,1 2 0,0 1 0,2 2 0,9 5 0,2 3 0,7 2 0,2 2 2270,-38-9-2270,6 8 0,-9 0 0,10 6 0,9 4 1896,15 4-1896,10 2 674,10 2-674,9-1 0,10 1 0,6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24575,'-20'0'0,"9"0"0,10 0 0,25 6 0,38 11 0,-15-1 0,5 2 0,18 8 0,3 0-1642,0 1 0,4 0 1642,-7-3 0,4 1 0,4 0-957,-10-4 1,3 1 0,1-1 0,3 1 956,8 1 0,2 1 0,2-1 0,3 1-810,-10-2 0,4 1 0,1 0 0,-2-1 0,-1-2 810,7 3 0,-2-2 0,0-1 0,1 1 0,-12-4 0,1 0 0,0 0 0,0 0 0,-2-1 0,13 2 0,-2-1 0,-1-1 0,0 1-542,-5-2 0,-1 0 0,-1 0 0,1 0 542,1 0 0,0 1 0,-1-1 0,-3 0 0,3-1 0,-4-1 0,0 1 0,2 2 0,0 0 0,-2-1 41,-11-3 0,-2 0 0,-1 0-41,21 5 0,-3 0 888,-3-1 0,-3-1-888,-11-1 0,-1-1 1819,-5 0 1,-2-1-1820,32 6 3848,-27-5-3848,-19-5 1996,-16-2-1996,-12-6 1483,-11-12-1483,-16-15 0,-20-16 0,-19-14-271,23 23 1,-3 1 270,-4-4 0,-2 0 0,2 2 0,0 2 0,0 2 0,1 2-70,-31-25 70,11 10 0,9 7 0,13 10 0,12 10 0,10 9 0,8 5 0,16 12 999,20 14-999,26 16 0,-20-12 0,2 1-343,5 3 1,1 0 342,0 0 0,1-1 0,-3-1 0,1-1 0,-1-1 0,0-1 0,-3-1 0,-2-1 0,35 26-14,-14-5 14,-15-9 0,-14-9 0,-10-5 0,-7-4 0,-6 2 0,-1 1 759,-3 5-759,-12 4 14,-14 2-14,-15 1 0,-26 3 0,-5-4 0,-2-1 0,-1 0 0,16-7 0,4 0 0,13-6 0,11-4 0,9-4 0,10-5 0,3-2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18 24575,'-25'-8'0,"1"3"0,-8 1 0,-3 4 0,0-1 0,-3 7 0,-6 15 0,-4 17 0,-7 25-672,23-23 0,2 4 672,1 7 0,3 4 0,2 11 0,4 3-994,2 5 1,3 2 993,5 4 0,3 0 0,2-5 0,2-1 0,0-2 0,2 0 0,1 1 0,3 1 0,4 0 0,7 0 0,7 4 0,7-2 0,10-4 0,7-4 0,8-6 0,5-5 0,3-6 0,4-7 0,4-8 0,3-6 0,8-6 0,4-7 0,5-2 0,2-5-798,-28-5 0,2-1 1,0-2 797,2-2 0,0-1 0,-1-3 0,0-3 0,-1-2 0,0-3 0,2-4 0,-1-3 0,-1-4 0,0-3 0,-1-4 0,-1-2 0,-3-1 0,-1-3 0,-2 0 0,18-16 0,-5-1 0,-8 3 0,-5 0-565,-7 1 0,-5-1 565,-7 2 0,-3-2 81,-3-1 1,-4-1-82,-7 0 0,-4 0 0,-5 1 0,-4 1 0,-1 0 0,-4 0 0,-8-1 0,-7 0 0,-7 0 0,-8 2 0,-8-2 0,-7 1 66,-8 0 1,-6 1-67,-4 1 0,-5 2 0,-4 1 0,-2 2 0,0 3 0,-1 3 0,2 3 0,-2 3 0,1 3 0,-1 4 0,6 5 0,1 2 0,-2 2 0,1 3 585,0 1 1,1 1-586,2 3 0,1 0 0,0 2 0,0 0 362,6 2 0,1 1-362,5 1 0,2 0 0,-40 0 826,7 1-826,17 2 1750,13 2-1750,18 1 0,15 0 0,8-3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1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24575,'21'0'0,"26"0"0,0 0 0,7 0-3587,20 0 0,9 0 3587,-14 0 0,4 0 0,3 0 0,12 0 0,4 0 0,3 0-1081,-16 0 1,3 0 0,1 0-1,2 0 1081,-12 0 0,0 0 0,2 0 0,1 0 0,3 0 0,-2 0 0,3 0 0,2 0 0,0 0 0,0 0 0,-1 0-267,-3 0 0,1 0 0,0 0 0,-1 0 0,-1 0 1,-2 0 266,8 0 0,-2 0 0,-1 0 0,-2 0 0,-2 0-313,10 0 0,-2 0 0,-4 0 0,-6 0 313,20 0 0,-6 0 322,3 0 0,-1 0-322,-5 0 0,-2 0 1408,-15 0 0,-3 0-1408,-6 0 0,-3 0 4751,25 0-4751,-29 0 2926,-22 0-2926,-12 0 0,-11 0 0,-2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24575,'3'0'0,"11"0"0,20 0 0,20 4 0,19 5 0,15 6 0,-41-5 0,1 1 0,-2 0 0,-1-1 0,35 11 0,-18-5 0,-19-3 0,-14-5 0,-14-2 0,-6-2 0,-2 1 0,-2 1 0,-2 2 0,-4 5 0,-6 0 0,-7 6 0,-6 0 0,-9 0 0,-1-1 0,3-4 0,1 2 0,4-2 0,0 1 0,3-3 0,3 2 0,4 3 0,7-8 0,-1 2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16 23135,'-2'-8'0,"-2"4"707,-5 0-707,-4 4 241,-4 0-241,-5 0 122,-5 0-122,-7 0 370,-4 4-370,-5 11 0,-3 20 0,4 19 0,3 23-761,21-31 1,5 4 760,2 7 0,3 4 0,1 6 0,1 1 0,3 5 0,2 0-1018,1 1 0,6-2 1018,5-3 0,9 0 0,13 4 0,9-2 0,7-6 0,8-4 0,-12-22 0,3-1 0,2-3 0,25 14 0,5-4-977,-18-16 0,3-3 1,1 0 976,3 1 0,2-1 0,1-1 0,4-1 0,1 0 0,1-3 0,4 0 0,0-3 0,1-2 0,-5-3 0,0-3 0,1-1 0,3-1 0,1 0 0,-1-2 0,-6-2 0,-1-1 0,-2-1-417,-8 1 0,-2 0 0,-3-3 417,17-3 0,-5-5 244,-12-1 1,-4-4-245,-10-4 0,-3-2 1592,31-27-1592,-22 0 0,-14-13 3104,-16-1-3104,-8-4 0,-8-6 0,-14-1 841,-9-14-841,2 40 0,-4-1 0,-6-3 0,-4-1 0,-5-2 0,-2 0-390,-5-1 1,-2 1 389,-3 0 0,-3 2 0,-1 4 0,-2 1 0,-1 3 0,-1 2 0,-2 2 0,-2 2 0,2 2 0,0 3 0,1 2 0,1 2-365,0 1 0,1 1 365,6 4 0,1 1 0,-32-10 0,-3 2 0,1 10 0,35 9 0,-2 1 0,1 1 0,0 1-343,-39 3 343,37 2 0,0 0 0,-43 0 0,44 1 0,0 0 0,-41 0 0,15 2 0,0 6 0,9 6 829,5 5-829,4 5 0,3 4 0,7 1 1514,8 0-1514,7-3 203,8-4 1,8-10 0,6-3-1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1152 24575,'-4'0'0,"2"-18"0,0-13 0,2-24 0,0-7 0,0-6 0,8-15-4252,0 39 1,2-1 4251,1 2 0,3 0 0,11-8 0,5-2 353,4 1 0,2-1-353,5 0 0,3 0 0,4-4 0,1 4 0,-6 13 0,0 5-206,0 3 1,0 2 205,1 6 0,0 3 0,1 5 0,2 4 0,1 2 0,0 3 0,4 2 0,1 3 0,-1 1 0,0 2 0,-3-2 0,-1 2 0,1-1 0,1 2 0,-2 3 0,0 4 0,2 5 0,1 4 0,1 5 0,-1 4 0,-1 6 0,-2 2-378,-1 5 0,-2 3 378,-4 2 0,-3 2 0,-4-2 0,-3 0 2516,-4-2 1,-3 1-2517,-3 3 0,-2 0 0,-3-2 0,-1 1 0,0 7 0,-3 0 0,-3 2 0,-1-1 0,-4-5 0,0-1 0,-1 3 0,-3-1 0,-3-4 0,-3-1 0,-10 30 0,-16-2 0,-10-10 0,-15 5 0,22-29 0,-2-1 0,2-5 0,-1-2 0,-3 2 0,0-2 1224,-30 15-1224,6-8 0,-2-4 595,11-7-595,8-7 1206,8-3-1206,11-5 794,6-3-794,7-2 112,3-3-112,3-2 0,1-6 0,3-6 0,2-7 0,2-10 0,0-6 0,0-7 0,0-2 0,2-3 0,3-2 0,5 5 0,4 1 0,5 7 0,1 5 0,1 4 0,-4 6 0,-2 6 0,-4 4 0,-3 3 0,0 2 0,-2 3 0,-1 10 0,-3 10 0,-10 17 0,-9 14 0,-3 2 0,-3 0 0,2-4 0,4-4 0,0-3 0,3-4 0,5-7 0,0-4 0,5-5 0,1-5 0,2-4 0,0-2 0,1-2 0,0 3 0,13 0 0,10 3 0,16 1 0,18 2 0,-2 1 0,7 0 0,-6-1 0,-2-1 0,4 0 0,-2 2 0,-2-1 0,-8-3 0,-7-1 0,-9-3 0,-7-2 0,-7-1 0,-6-3 0,-4-1 0,-2-1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51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9 882 24575,'-4'-1'0,"2"-10"0,0-12 0,2-17 0,0-17 0,0-13 0,0-13-611,3 39 0,3-1 611,2-2 0,4 0 0,5 2 0,5 0 0,6 1 0,4 2 0,2 4 0,3 2 0,4 5 0,2 3 0,-2 5 0,0 4 0,40-8 0,4 9 0,3 9 0,-41 6 0,0 0 0,1 2 0,-1 0-87,46 0 87,-46 4 0,-1 1 0,1 3 0,-2 3 0,40 16 0,-41-7 0,0 4 0,-3 1 0,0 2 0,1 4 0,-2 3 0,0 2 0,-3 3 0,-2 1 0,-3 2 0,-2 2 0,-2 0 0,-2 2 0,-2-1 0,-2-3 0,-2 1 0,12 37 0,-6 0 0,-16-37 0,-1 2 0,0 4 0,-1 0 0,-1-4 0,-1 0 0,-1 5 0,-1-1 0,-1-4 0,-1 0 0,-1 4 0,-1-1 0,1 1 0,-1-2 0,-5 29 0,-10-2 0,-17-11 0,-13 0 0,-19-9 0,-10-10 0,4-16 0,4-12 0,6-7 0,-2-6 0,-5-2 0,-4 0 0,6-2 0,4-5 905,6-5-905,5-8 404,4-3-404,7-1 0,1-1 0,5 1 0,-1 1 0,2 1 0,3 5 0,4 3 0,6 4 0,4 3 0,2 2 0,3 1 0,0 1 0,1 1 0,1 0 0,3-4 0,7-4 0,11-9 0,7-4 0,24-13 0,4-3 0,6-1 0,1 1 0,-13 9 0,0 4 0,-12 6 0,-6 4 0,-9 5 0,-4 2 0,-2 3 0,-4 2 0,-8 4 0,-18 9 0,-10 8 0,-25 20 0,-11 12 0,5-1 0,-1 1 0,18-9 0,6-4 0,0-1 0,8-6 0,7-7 0,6-4 0,6-5 0,4-2 0,4-2 0,5 0 0,11-3 0,6 0 0,10 1 0,0 1 0,3 4 0,5 6 0,3 5 0,5 6 0,-2 3 0,-2 0 0,-6 3 0,-3-1 0,-6-2 0,-5-2 0,-4-6 0,-3-4 0,-5-4 0,-4-9 0,-2-4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AB5D6-BA88-1A49-9D8C-5F4CA97AC56F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399FE-4CDC-5043-B418-39DA6CFF3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4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FB8C-E482-023E-0088-EF220B30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F6C0-8A0F-05D5-5245-0B299EF4D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21075-37C7-46AF-E22C-CD297E97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3270-33E4-78CF-B2A7-1C671D33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0CD7-C428-D8F0-62E6-4809B66D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7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6C42-BB29-52C3-3EB5-FAD9EB23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4076-65F3-92B1-7B72-136D9DAA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3F003-A1BF-30AE-39C6-9224C5DC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7F93-ABF6-910D-2741-E662BF80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8F2D3-4F70-A780-3557-BE4111A8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913F-ABDC-559D-0F01-CD067233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123F3-BBCF-90E4-3AEC-6B477AE1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A347D-2BDE-1340-F91B-BAA8B8EB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8B123-9334-A701-BC8D-0864571E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19F42-42A8-BF72-41E7-27FA96F5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9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C983-C78A-445F-DDF0-A2D1552A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A4C9-6793-AE96-AFF4-86B7E72D1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8BD0F-8187-4868-055E-17147B6C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C207-9BDD-434A-CA0F-2ED76B90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4E41-4E9C-FBC4-7A6D-3A31CF92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6DCAB-D4D9-6F16-499E-AC7CB867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E959-5E64-F6C0-F67A-690E5444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8FE6-A41F-66E0-D8EC-326CBBFDB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E8BB1-2D1D-8CAF-55C9-24186D3D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6353D-8E65-DE2F-03B6-0E118A30D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0AE9F-02BA-3C9C-3B3D-2B20E7471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CD8A3-3219-015E-9255-8C0840CB7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332BC-8F2B-A869-5984-9E8440EE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6E279-7227-5FA4-6186-7E96BD47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0E72-538E-611B-5B92-AC61B200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C5E6B-0D9C-5934-9366-79BA6211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D5A2-9FEE-892E-20B5-329DF51D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68E71-2D9B-C1D6-DAAC-5A465DE6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AB35F-B22D-D6A0-81D0-F3DD0C62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9E946-33C4-5D01-D9E2-56D1DD54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3E27-0224-A091-65AB-81F3893B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5DEA-E81E-3677-5C8B-A2359565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7127-2B0C-A497-023F-6182EA0D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AC2C-E5FB-3690-153F-A72ADDB88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DB268-D089-CD93-1888-2392371F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06CE-4DD5-FDBB-9A0C-688E5F06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12AB2-61B9-C0EB-B320-54F467D5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1E05-CDB1-99CD-C306-EDF3B92A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2150A-1A75-A9FE-6285-9BD73990A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CE73-9ADA-F812-1A90-F98F3FF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663AB-7DD8-4A56-BEB5-EC3AD2D2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24889-4009-4985-7E51-284F4A2B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E04F4-B481-2686-F70E-CB238CD5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9B3-01AB-E3CB-6130-CDEABFAB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0DB2A-9F46-8FB5-BF99-6F1EE8E77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CC48-FC88-219B-3A5C-A8CDDE1F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F297-8464-B9AA-E3DA-796A37D6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9E6C-5558-FB9C-DAC9-6F984816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5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83B3A-3755-8FB8-30F0-8288B1FFB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FFE4-EDFB-A67E-1743-304FE98A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27EB-A5A2-287D-8EF1-599D3C4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435C-705C-601E-E94C-932C203F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1A8F-C4CC-A578-829A-C807FE3A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0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D0CC3-158A-0084-1D43-6DD4D652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CBE8-26E2-DE7D-A80C-B2C0B1346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17F1C-14AD-448E-42F8-40BE5EB66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0BCB8-C2AA-A94E-9118-86D8515C5E32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90E4-D9E5-09F2-3B79-C52E688D8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DBC3-448C-61BC-764A-F631F7991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117" Type="http://schemas.openxmlformats.org/officeDocument/2006/relationships/image" Target="../media/image183.png"/><Relationship Id="rId21" Type="http://schemas.openxmlformats.org/officeDocument/2006/relationships/customXml" Target="../ink/ink10.xml"/><Relationship Id="rId42" Type="http://schemas.openxmlformats.org/officeDocument/2006/relationships/image" Target="../media/image49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62.png"/><Relationship Id="rId84" Type="http://schemas.openxmlformats.org/officeDocument/2006/relationships/image" Target="../media/image70.png"/><Relationship Id="rId89" Type="http://schemas.openxmlformats.org/officeDocument/2006/relationships/customXml" Target="../ink/ink44.xml"/><Relationship Id="rId112" Type="http://schemas.openxmlformats.org/officeDocument/2006/relationships/image" Target="../media/image84.png"/><Relationship Id="rId16" Type="http://schemas.openxmlformats.org/officeDocument/2006/relationships/image" Target="../media/image10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57.png"/><Relationship Id="rId74" Type="http://schemas.openxmlformats.org/officeDocument/2006/relationships/image" Target="../media/image65.png"/><Relationship Id="rId79" Type="http://schemas.openxmlformats.org/officeDocument/2006/relationships/customXml" Target="../ink/ink39.xml"/><Relationship Id="rId102" Type="http://schemas.openxmlformats.org/officeDocument/2006/relationships/image" Target="../media/image79.png"/><Relationship Id="rId5" Type="http://schemas.openxmlformats.org/officeDocument/2006/relationships/customXml" Target="../ink/ink2.xml"/><Relationship Id="rId90" Type="http://schemas.openxmlformats.org/officeDocument/2006/relationships/image" Target="../media/image73.png"/><Relationship Id="rId95" Type="http://schemas.openxmlformats.org/officeDocument/2006/relationships/customXml" Target="../ink/ink47.xml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52.png"/><Relationship Id="rId64" Type="http://schemas.openxmlformats.org/officeDocument/2006/relationships/image" Target="../media/image60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80" Type="http://schemas.openxmlformats.org/officeDocument/2006/relationships/image" Target="../media/image68.png"/><Relationship Id="rId85" Type="http://schemas.openxmlformats.org/officeDocument/2006/relationships/customXml" Target="../ink/ink42.xml"/><Relationship Id="rId12" Type="http://schemas.openxmlformats.org/officeDocument/2006/relationships/image" Target="../media/image81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82.png"/><Relationship Id="rId54" Type="http://schemas.openxmlformats.org/officeDocument/2006/relationships/image" Target="../media/image55.png"/><Relationship Id="rId70" Type="http://schemas.openxmlformats.org/officeDocument/2006/relationships/image" Target="../media/image63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49" Type="http://schemas.openxmlformats.org/officeDocument/2006/relationships/customXml" Target="../ink/ink24.xml"/><Relationship Id="rId114" Type="http://schemas.openxmlformats.org/officeDocument/2006/relationships/image" Target="../media/image85.png"/><Relationship Id="rId10" Type="http://schemas.openxmlformats.org/officeDocument/2006/relationships/image" Target="../media/image710.png"/><Relationship Id="rId31" Type="http://schemas.openxmlformats.org/officeDocument/2006/relationships/customXml" Target="../ink/ink15.xml"/><Relationship Id="rId44" Type="http://schemas.openxmlformats.org/officeDocument/2006/relationships/image" Target="../media/image50.png"/><Relationship Id="rId52" Type="http://schemas.openxmlformats.org/officeDocument/2006/relationships/image" Target="../media/image54.png"/><Relationship Id="rId60" Type="http://schemas.openxmlformats.org/officeDocument/2006/relationships/image" Target="../media/image58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67.png"/><Relationship Id="rId81" Type="http://schemas.openxmlformats.org/officeDocument/2006/relationships/customXml" Target="../ink/ink40.xml"/><Relationship Id="rId86" Type="http://schemas.openxmlformats.org/officeDocument/2006/relationships/image" Target="../media/image71.png"/><Relationship Id="rId94" Type="http://schemas.openxmlformats.org/officeDocument/2006/relationships/image" Target="../media/image75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1180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0.png"/><Relationship Id="rId50" Type="http://schemas.openxmlformats.org/officeDocument/2006/relationships/image" Target="../media/image53.png"/><Relationship Id="rId55" Type="http://schemas.openxmlformats.org/officeDocument/2006/relationships/customXml" Target="../ink/ink27.xml"/><Relationship Id="rId76" Type="http://schemas.openxmlformats.org/officeDocument/2006/relationships/image" Target="../media/image66.png"/><Relationship Id="rId97" Type="http://schemas.openxmlformats.org/officeDocument/2006/relationships/customXml" Target="../ink/ink48.xml"/><Relationship Id="rId104" Type="http://schemas.openxmlformats.org/officeDocument/2006/relationships/image" Target="../media/image80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74.png"/><Relationship Id="rId2" Type="http://schemas.openxmlformats.org/officeDocument/2006/relationships/image" Target="../media/image1150.png"/><Relationship Id="rId29" Type="http://schemas.openxmlformats.org/officeDocument/2006/relationships/customXml" Target="../ink/ink14.xml"/><Relationship Id="rId24" Type="http://schemas.openxmlformats.org/officeDocument/2006/relationships/image" Target="../media/image14.png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66" Type="http://schemas.openxmlformats.org/officeDocument/2006/relationships/image" Target="../media/image61.png"/><Relationship Id="rId87" Type="http://schemas.openxmlformats.org/officeDocument/2006/relationships/customXml" Target="../ink/ink43.xml"/><Relationship Id="rId110" Type="http://schemas.openxmlformats.org/officeDocument/2006/relationships/image" Target="../media/image83.png"/><Relationship Id="rId115" Type="http://schemas.openxmlformats.org/officeDocument/2006/relationships/image" Target="../media/image181.png"/><Relationship Id="rId61" Type="http://schemas.openxmlformats.org/officeDocument/2006/relationships/customXml" Target="../ink/ink30.xml"/><Relationship Id="rId82" Type="http://schemas.openxmlformats.org/officeDocument/2006/relationships/image" Target="../media/image69.png"/><Relationship Id="rId19" Type="http://schemas.openxmlformats.org/officeDocument/2006/relationships/customXml" Target="../ink/ink9.xml"/><Relationship Id="rId14" Type="http://schemas.openxmlformats.org/officeDocument/2006/relationships/image" Target="../media/image9.png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56" Type="http://schemas.openxmlformats.org/officeDocument/2006/relationships/image" Target="../media/image56.png"/><Relationship Id="rId77" Type="http://schemas.openxmlformats.org/officeDocument/2006/relationships/customXml" Target="../ink/ink38.xml"/><Relationship Id="rId100" Type="http://schemas.openxmlformats.org/officeDocument/2006/relationships/image" Target="../media/image78.png"/><Relationship Id="rId105" Type="http://schemas.openxmlformats.org/officeDocument/2006/relationships/customXml" Target="../ink/ink52.xml"/><Relationship Id="rId8" Type="http://schemas.openxmlformats.org/officeDocument/2006/relationships/image" Target="../media/image610.png"/><Relationship Id="rId51" Type="http://schemas.openxmlformats.org/officeDocument/2006/relationships/customXml" Target="../ink/ink25.xml"/><Relationship Id="rId72" Type="http://schemas.openxmlformats.org/officeDocument/2006/relationships/image" Target="../media/image64.png"/><Relationship Id="rId93" Type="http://schemas.openxmlformats.org/officeDocument/2006/relationships/customXml" Target="../ink/ink46.xml"/><Relationship Id="rId98" Type="http://schemas.openxmlformats.org/officeDocument/2006/relationships/image" Target="../media/image77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51.png"/><Relationship Id="rId67" Type="http://schemas.openxmlformats.org/officeDocument/2006/relationships/customXml" Target="../ink/ink33.xml"/><Relationship Id="rId116" Type="http://schemas.openxmlformats.org/officeDocument/2006/relationships/image" Target="../media/image182.png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62" Type="http://schemas.openxmlformats.org/officeDocument/2006/relationships/image" Target="../media/image59.png"/><Relationship Id="rId83" Type="http://schemas.openxmlformats.org/officeDocument/2006/relationships/customXml" Target="../ink/ink41.xml"/><Relationship Id="rId88" Type="http://schemas.openxmlformats.org/officeDocument/2006/relationships/image" Target="../media/image72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22.png"/><Relationship Id="rId57" Type="http://schemas.openxmlformats.org/officeDocument/2006/relationships/customXml" Target="../ink/ink28.xml"/><Relationship Id="rId106" Type="http://schemas.openxmlformats.org/officeDocument/2006/relationships/image" Target="../media/image8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.png"/><Relationship Id="rId121" Type="http://schemas.openxmlformats.org/officeDocument/2006/relationships/image" Target="../media/image5.png"/><Relationship Id="rId120" Type="http://schemas.openxmlformats.org/officeDocument/2006/relationships/image" Target="../media/image4.emf"/><Relationship Id="rId116" Type="http://schemas.openxmlformats.org/officeDocument/2006/relationships/image" Target="../media/image182.png"/><Relationship Id="rId2" Type="http://schemas.openxmlformats.org/officeDocument/2006/relationships/image" Target="../media/image1150.png"/><Relationship Id="rId1" Type="http://schemas.openxmlformats.org/officeDocument/2006/relationships/slideLayout" Target="../slideLayouts/slideLayout2.xml"/><Relationship Id="rId123" Type="http://schemas.openxmlformats.org/officeDocument/2006/relationships/image" Target="../media/image7.png"/><Relationship Id="rId119" Type="http://schemas.openxmlformats.org/officeDocument/2006/relationships/image" Target="../media/image3.png"/><Relationship Id="rId122" Type="http://schemas.openxmlformats.org/officeDocument/2006/relationships/image" Target="../media/image6.png"/><Relationship Id="rId118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0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5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0.png"/><Relationship Id="rId4" Type="http://schemas.openxmlformats.org/officeDocument/2006/relationships/customXml" Target="../ink/ink6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0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0.png"/><Relationship Id="rId18" Type="http://schemas.openxmlformats.org/officeDocument/2006/relationships/customXml" Target="../ink/ink70.xml"/><Relationship Id="rId26" Type="http://schemas.openxmlformats.org/officeDocument/2006/relationships/customXml" Target="../ink/ink74.xml"/><Relationship Id="rId21" Type="http://schemas.openxmlformats.org/officeDocument/2006/relationships/image" Target="../media/image203.png"/><Relationship Id="rId34" Type="http://schemas.openxmlformats.org/officeDocument/2006/relationships/customXml" Target="../ink/ink78.xml"/><Relationship Id="rId7" Type="http://schemas.openxmlformats.org/officeDocument/2006/relationships/image" Target="../media/image196.png"/><Relationship Id="rId12" Type="http://schemas.openxmlformats.org/officeDocument/2006/relationships/customXml" Target="../ink/ink67.xml"/><Relationship Id="rId17" Type="http://schemas.openxmlformats.org/officeDocument/2006/relationships/image" Target="../media/image2010.png"/><Relationship Id="rId25" Type="http://schemas.openxmlformats.org/officeDocument/2006/relationships/image" Target="../media/image205.png"/><Relationship Id="rId33" Type="http://schemas.openxmlformats.org/officeDocument/2006/relationships/image" Target="../media/image209.png"/><Relationship Id="rId2" Type="http://schemas.openxmlformats.org/officeDocument/2006/relationships/customXml" Target="../ink/ink62.xml"/><Relationship Id="rId16" Type="http://schemas.openxmlformats.org/officeDocument/2006/relationships/customXml" Target="../ink/ink69.xml"/><Relationship Id="rId20" Type="http://schemas.openxmlformats.org/officeDocument/2006/relationships/customXml" Target="../ink/ink71.xml"/><Relationship Id="rId29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.xml"/><Relationship Id="rId11" Type="http://schemas.openxmlformats.org/officeDocument/2006/relationships/image" Target="../media/image1980.png"/><Relationship Id="rId24" Type="http://schemas.openxmlformats.org/officeDocument/2006/relationships/customXml" Target="../ink/ink73.xml"/><Relationship Id="rId32" Type="http://schemas.openxmlformats.org/officeDocument/2006/relationships/customXml" Target="../ink/ink77.xml"/><Relationship Id="rId37" Type="http://schemas.openxmlformats.org/officeDocument/2006/relationships/image" Target="../media/image211.png"/><Relationship Id="rId5" Type="http://schemas.openxmlformats.org/officeDocument/2006/relationships/image" Target="../media/image195.png"/><Relationship Id="rId15" Type="http://schemas.openxmlformats.org/officeDocument/2006/relationships/image" Target="../media/image2000.png"/><Relationship Id="rId23" Type="http://schemas.openxmlformats.org/officeDocument/2006/relationships/image" Target="../media/image204.png"/><Relationship Id="rId28" Type="http://schemas.openxmlformats.org/officeDocument/2006/relationships/customXml" Target="../ink/ink75.xml"/><Relationship Id="rId36" Type="http://schemas.openxmlformats.org/officeDocument/2006/relationships/customXml" Target="../ink/ink79.xml"/><Relationship Id="rId10" Type="http://schemas.openxmlformats.org/officeDocument/2006/relationships/customXml" Target="../ink/ink66.xml"/><Relationship Id="rId19" Type="http://schemas.openxmlformats.org/officeDocument/2006/relationships/image" Target="../media/image202.png"/><Relationship Id="rId31" Type="http://schemas.openxmlformats.org/officeDocument/2006/relationships/image" Target="../media/image208.png"/><Relationship Id="rId4" Type="http://schemas.openxmlformats.org/officeDocument/2006/relationships/customXml" Target="../ink/ink63.xml"/><Relationship Id="rId9" Type="http://schemas.openxmlformats.org/officeDocument/2006/relationships/image" Target="../media/image1970.png"/><Relationship Id="rId14" Type="http://schemas.openxmlformats.org/officeDocument/2006/relationships/customXml" Target="../ink/ink68.xml"/><Relationship Id="rId22" Type="http://schemas.openxmlformats.org/officeDocument/2006/relationships/customXml" Target="../ink/ink72.xml"/><Relationship Id="rId27" Type="http://schemas.openxmlformats.org/officeDocument/2006/relationships/image" Target="../media/image206.png"/><Relationship Id="rId30" Type="http://schemas.openxmlformats.org/officeDocument/2006/relationships/customXml" Target="../ink/ink76.xml"/><Relationship Id="rId35" Type="http://schemas.openxmlformats.org/officeDocument/2006/relationships/image" Target="../media/image210.png"/><Relationship Id="rId8" Type="http://schemas.openxmlformats.org/officeDocument/2006/relationships/customXml" Target="../ink/ink65.xml"/><Relationship Id="rId3" Type="http://schemas.openxmlformats.org/officeDocument/2006/relationships/image" Target="../media/image194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0.png"/><Relationship Id="rId18" Type="http://schemas.openxmlformats.org/officeDocument/2006/relationships/customXml" Target="../ink/ink88.xml"/><Relationship Id="rId26" Type="http://schemas.openxmlformats.org/officeDocument/2006/relationships/customXml" Target="../ink/ink92.xml"/><Relationship Id="rId39" Type="http://schemas.openxmlformats.org/officeDocument/2006/relationships/image" Target="../media/image212.png"/><Relationship Id="rId21" Type="http://schemas.openxmlformats.org/officeDocument/2006/relationships/image" Target="../media/image203.png"/><Relationship Id="rId34" Type="http://schemas.openxmlformats.org/officeDocument/2006/relationships/customXml" Target="../ink/ink96.xml"/><Relationship Id="rId42" Type="http://schemas.openxmlformats.org/officeDocument/2006/relationships/customXml" Target="../ink/ink100.xml"/><Relationship Id="rId7" Type="http://schemas.openxmlformats.org/officeDocument/2006/relationships/image" Target="../media/image196.png"/><Relationship Id="rId2" Type="http://schemas.openxmlformats.org/officeDocument/2006/relationships/customXml" Target="../ink/ink80.xml"/><Relationship Id="rId16" Type="http://schemas.openxmlformats.org/officeDocument/2006/relationships/customXml" Target="../ink/ink87.xml"/><Relationship Id="rId29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.xml"/><Relationship Id="rId11" Type="http://schemas.openxmlformats.org/officeDocument/2006/relationships/image" Target="../media/image1980.png"/><Relationship Id="rId24" Type="http://schemas.openxmlformats.org/officeDocument/2006/relationships/customXml" Target="../ink/ink91.xml"/><Relationship Id="rId32" Type="http://schemas.openxmlformats.org/officeDocument/2006/relationships/customXml" Target="../ink/ink95.xml"/><Relationship Id="rId37" Type="http://schemas.openxmlformats.org/officeDocument/2006/relationships/image" Target="../media/image211.png"/><Relationship Id="rId40" Type="http://schemas.openxmlformats.org/officeDocument/2006/relationships/customXml" Target="../ink/ink99.xml"/><Relationship Id="rId45" Type="http://schemas.openxmlformats.org/officeDocument/2006/relationships/image" Target="../media/image215.png"/><Relationship Id="rId5" Type="http://schemas.openxmlformats.org/officeDocument/2006/relationships/image" Target="../media/image195.png"/><Relationship Id="rId15" Type="http://schemas.openxmlformats.org/officeDocument/2006/relationships/image" Target="../media/image2000.png"/><Relationship Id="rId23" Type="http://schemas.openxmlformats.org/officeDocument/2006/relationships/image" Target="../media/image204.png"/><Relationship Id="rId28" Type="http://schemas.openxmlformats.org/officeDocument/2006/relationships/customXml" Target="../ink/ink93.xml"/><Relationship Id="rId36" Type="http://schemas.openxmlformats.org/officeDocument/2006/relationships/customXml" Target="../ink/ink97.xml"/><Relationship Id="rId10" Type="http://schemas.openxmlformats.org/officeDocument/2006/relationships/customXml" Target="../ink/ink84.xml"/><Relationship Id="rId19" Type="http://schemas.openxmlformats.org/officeDocument/2006/relationships/image" Target="../media/image202.png"/><Relationship Id="rId31" Type="http://schemas.openxmlformats.org/officeDocument/2006/relationships/image" Target="../media/image208.png"/><Relationship Id="rId44" Type="http://schemas.openxmlformats.org/officeDocument/2006/relationships/customXml" Target="../ink/ink101.xml"/><Relationship Id="rId4" Type="http://schemas.openxmlformats.org/officeDocument/2006/relationships/customXml" Target="../ink/ink81.xml"/><Relationship Id="rId9" Type="http://schemas.openxmlformats.org/officeDocument/2006/relationships/image" Target="../media/image1970.png"/><Relationship Id="rId14" Type="http://schemas.openxmlformats.org/officeDocument/2006/relationships/customXml" Target="../ink/ink86.xml"/><Relationship Id="rId22" Type="http://schemas.openxmlformats.org/officeDocument/2006/relationships/customXml" Target="../ink/ink90.xml"/><Relationship Id="rId27" Type="http://schemas.openxmlformats.org/officeDocument/2006/relationships/image" Target="../media/image206.png"/><Relationship Id="rId30" Type="http://schemas.openxmlformats.org/officeDocument/2006/relationships/customXml" Target="../ink/ink94.xml"/><Relationship Id="rId35" Type="http://schemas.openxmlformats.org/officeDocument/2006/relationships/image" Target="../media/image210.png"/><Relationship Id="rId43" Type="http://schemas.openxmlformats.org/officeDocument/2006/relationships/image" Target="../media/image214.png"/><Relationship Id="rId8" Type="http://schemas.openxmlformats.org/officeDocument/2006/relationships/customXml" Target="../ink/ink83.xml"/><Relationship Id="rId3" Type="http://schemas.openxmlformats.org/officeDocument/2006/relationships/image" Target="../media/image1940.png"/><Relationship Id="rId12" Type="http://schemas.openxmlformats.org/officeDocument/2006/relationships/customXml" Target="../ink/ink85.xml"/><Relationship Id="rId17" Type="http://schemas.openxmlformats.org/officeDocument/2006/relationships/image" Target="../media/image2010.png"/><Relationship Id="rId25" Type="http://schemas.openxmlformats.org/officeDocument/2006/relationships/image" Target="../media/image205.png"/><Relationship Id="rId33" Type="http://schemas.openxmlformats.org/officeDocument/2006/relationships/image" Target="../media/image209.png"/><Relationship Id="rId38" Type="http://schemas.openxmlformats.org/officeDocument/2006/relationships/customXml" Target="../ink/ink98.xml"/><Relationship Id="rId20" Type="http://schemas.openxmlformats.org/officeDocument/2006/relationships/customXml" Target="../ink/ink89.xml"/><Relationship Id="rId41" Type="http://schemas.openxmlformats.org/officeDocument/2006/relationships/image" Target="../media/image2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customXml" Target="../ink/ink107.xml"/><Relationship Id="rId18" Type="http://schemas.openxmlformats.org/officeDocument/2006/relationships/image" Target="../media/image228.png"/><Relationship Id="rId3" Type="http://schemas.openxmlformats.org/officeDocument/2006/relationships/customXml" Target="../ink/ink102.xml"/><Relationship Id="rId21" Type="http://schemas.openxmlformats.org/officeDocument/2006/relationships/customXml" Target="../ink/ink111.xml"/><Relationship Id="rId7" Type="http://schemas.openxmlformats.org/officeDocument/2006/relationships/customXml" Target="../ink/ink104.xml"/><Relationship Id="rId12" Type="http://schemas.openxmlformats.org/officeDocument/2006/relationships/image" Target="../media/image225.png"/><Relationship Id="rId17" Type="http://schemas.openxmlformats.org/officeDocument/2006/relationships/customXml" Target="../ink/ink109.xml"/><Relationship Id="rId2" Type="http://schemas.openxmlformats.org/officeDocument/2006/relationships/image" Target="../media/image43.png"/><Relationship Id="rId16" Type="http://schemas.openxmlformats.org/officeDocument/2006/relationships/image" Target="../media/image227.png"/><Relationship Id="rId20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11" Type="http://schemas.openxmlformats.org/officeDocument/2006/relationships/customXml" Target="../ink/ink106.xml"/><Relationship Id="rId5" Type="http://schemas.openxmlformats.org/officeDocument/2006/relationships/customXml" Target="../ink/ink103.xml"/><Relationship Id="rId15" Type="http://schemas.openxmlformats.org/officeDocument/2006/relationships/customXml" Target="../ink/ink108.xml"/><Relationship Id="rId23" Type="http://schemas.openxmlformats.org/officeDocument/2006/relationships/image" Target="../media/image44.png"/><Relationship Id="rId10" Type="http://schemas.openxmlformats.org/officeDocument/2006/relationships/image" Target="../media/image224.png"/><Relationship Id="rId19" Type="http://schemas.openxmlformats.org/officeDocument/2006/relationships/customXml" Target="../ink/ink110.xml"/><Relationship Id="rId4" Type="http://schemas.openxmlformats.org/officeDocument/2006/relationships/image" Target="../media/image221.png"/><Relationship Id="rId9" Type="http://schemas.openxmlformats.org/officeDocument/2006/relationships/customXml" Target="../ink/ink105.xml"/><Relationship Id="rId14" Type="http://schemas.openxmlformats.org/officeDocument/2006/relationships/image" Target="../media/image226.png"/><Relationship Id="rId22" Type="http://schemas.openxmlformats.org/officeDocument/2006/relationships/image" Target="../media/image2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.xml"/><Relationship Id="rId13" Type="http://schemas.openxmlformats.org/officeDocument/2006/relationships/image" Target="../media/image236.png"/><Relationship Id="rId18" Type="http://schemas.openxmlformats.org/officeDocument/2006/relationships/customXml" Target="../ink/ink120.xml"/><Relationship Id="rId26" Type="http://schemas.openxmlformats.org/officeDocument/2006/relationships/customXml" Target="../ink/ink124.xml"/><Relationship Id="rId3" Type="http://schemas.openxmlformats.org/officeDocument/2006/relationships/image" Target="../media/image231.png"/><Relationship Id="rId21" Type="http://schemas.openxmlformats.org/officeDocument/2006/relationships/image" Target="../media/image240.png"/><Relationship Id="rId7" Type="http://schemas.openxmlformats.org/officeDocument/2006/relationships/image" Target="../media/image233.png"/><Relationship Id="rId12" Type="http://schemas.openxmlformats.org/officeDocument/2006/relationships/customXml" Target="../ink/ink117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2" Type="http://schemas.openxmlformats.org/officeDocument/2006/relationships/customXml" Target="../ink/ink112.xml"/><Relationship Id="rId16" Type="http://schemas.openxmlformats.org/officeDocument/2006/relationships/customXml" Target="../ink/ink119.xml"/><Relationship Id="rId20" Type="http://schemas.openxmlformats.org/officeDocument/2006/relationships/customXml" Target="../ink/ink121.xml"/><Relationship Id="rId29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4.xml"/><Relationship Id="rId11" Type="http://schemas.openxmlformats.org/officeDocument/2006/relationships/image" Target="../media/image235.png"/><Relationship Id="rId24" Type="http://schemas.openxmlformats.org/officeDocument/2006/relationships/customXml" Target="../ink/ink123.xml"/><Relationship Id="rId5" Type="http://schemas.openxmlformats.org/officeDocument/2006/relationships/image" Target="../media/image232.png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125.xml"/><Relationship Id="rId10" Type="http://schemas.openxmlformats.org/officeDocument/2006/relationships/customXml" Target="../ink/ink116.xml"/><Relationship Id="rId19" Type="http://schemas.openxmlformats.org/officeDocument/2006/relationships/image" Target="../media/image239.png"/><Relationship Id="rId31" Type="http://schemas.openxmlformats.org/officeDocument/2006/relationships/image" Target="../media/image204.png"/><Relationship Id="rId4" Type="http://schemas.openxmlformats.org/officeDocument/2006/relationships/customXml" Target="../ink/ink113.xml"/><Relationship Id="rId9" Type="http://schemas.openxmlformats.org/officeDocument/2006/relationships/image" Target="../media/image234.png"/><Relationship Id="rId14" Type="http://schemas.openxmlformats.org/officeDocument/2006/relationships/customXml" Target="../ink/ink118.xml"/><Relationship Id="rId22" Type="http://schemas.openxmlformats.org/officeDocument/2006/relationships/customXml" Target="../ink/ink122.xml"/><Relationship Id="rId27" Type="http://schemas.openxmlformats.org/officeDocument/2006/relationships/image" Target="../media/image243.png"/><Relationship Id="rId30" Type="http://schemas.openxmlformats.org/officeDocument/2006/relationships/customXml" Target="../ink/ink126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9.xml"/><Relationship Id="rId21" Type="http://schemas.openxmlformats.org/officeDocument/2006/relationships/image" Target="../media/image240.png"/><Relationship Id="rId42" Type="http://schemas.openxmlformats.org/officeDocument/2006/relationships/customXml" Target="../ink/ink147.xml"/><Relationship Id="rId47" Type="http://schemas.openxmlformats.org/officeDocument/2006/relationships/image" Target="../media/image254.png"/><Relationship Id="rId63" Type="http://schemas.openxmlformats.org/officeDocument/2006/relationships/image" Target="../media/image262.png"/><Relationship Id="rId68" Type="http://schemas.openxmlformats.org/officeDocument/2006/relationships/customXml" Target="../ink/ink160.xml"/><Relationship Id="rId7" Type="http://schemas.openxmlformats.org/officeDocument/2006/relationships/image" Target="../media/image233.png"/><Relationship Id="rId2" Type="http://schemas.openxmlformats.org/officeDocument/2006/relationships/customXml" Target="../ink/ink127.xml"/><Relationship Id="rId16" Type="http://schemas.openxmlformats.org/officeDocument/2006/relationships/customXml" Target="../ink/ink134.xml"/><Relationship Id="rId29" Type="http://schemas.openxmlformats.org/officeDocument/2006/relationships/image" Target="../media/image245.png"/><Relationship Id="rId11" Type="http://schemas.openxmlformats.org/officeDocument/2006/relationships/image" Target="../media/image235.png"/><Relationship Id="rId24" Type="http://schemas.openxmlformats.org/officeDocument/2006/relationships/customXml" Target="../ink/ink138.xml"/><Relationship Id="rId32" Type="http://schemas.openxmlformats.org/officeDocument/2006/relationships/customXml" Target="../ink/ink142.xml"/><Relationship Id="rId37" Type="http://schemas.openxmlformats.org/officeDocument/2006/relationships/image" Target="../media/image249.png"/><Relationship Id="rId40" Type="http://schemas.openxmlformats.org/officeDocument/2006/relationships/customXml" Target="../ink/ink146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155.xml"/><Relationship Id="rId66" Type="http://schemas.openxmlformats.org/officeDocument/2006/relationships/customXml" Target="../ink/ink159.xml"/><Relationship Id="rId5" Type="http://schemas.openxmlformats.org/officeDocument/2006/relationships/image" Target="../media/image232.png"/><Relationship Id="rId61" Type="http://schemas.openxmlformats.org/officeDocument/2006/relationships/image" Target="../media/image261.png"/><Relationship Id="rId19" Type="http://schemas.openxmlformats.org/officeDocument/2006/relationships/image" Target="../media/image239.png"/><Relationship Id="rId14" Type="http://schemas.openxmlformats.org/officeDocument/2006/relationships/customXml" Target="../ink/ink133.xml"/><Relationship Id="rId22" Type="http://schemas.openxmlformats.org/officeDocument/2006/relationships/customXml" Target="../ink/ink137.xml"/><Relationship Id="rId27" Type="http://schemas.openxmlformats.org/officeDocument/2006/relationships/image" Target="../media/image243.png"/><Relationship Id="rId30" Type="http://schemas.openxmlformats.org/officeDocument/2006/relationships/customXml" Target="../ink/ink141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150.xml"/><Relationship Id="rId56" Type="http://schemas.openxmlformats.org/officeDocument/2006/relationships/customXml" Target="../ink/ink154.xml"/><Relationship Id="rId64" Type="http://schemas.openxmlformats.org/officeDocument/2006/relationships/customXml" Target="../ink/ink158.xml"/><Relationship Id="rId69" Type="http://schemas.openxmlformats.org/officeDocument/2006/relationships/image" Target="../media/image244.png"/><Relationship Id="rId8" Type="http://schemas.openxmlformats.org/officeDocument/2006/relationships/customXml" Target="../ink/ink130.xml"/><Relationship Id="rId51" Type="http://schemas.openxmlformats.org/officeDocument/2006/relationships/image" Target="../media/image256.png"/><Relationship Id="rId3" Type="http://schemas.openxmlformats.org/officeDocument/2006/relationships/image" Target="../media/image231.png"/><Relationship Id="rId12" Type="http://schemas.openxmlformats.org/officeDocument/2006/relationships/customXml" Target="../ink/ink132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7.png"/><Relationship Id="rId38" Type="http://schemas.openxmlformats.org/officeDocument/2006/relationships/customXml" Target="../ink/ink145.xml"/><Relationship Id="rId46" Type="http://schemas.openxmlformats.org/officeDocument/2006/relationships/customXml" Target="../ink/ink149.xml"/><Relationship Id="rId59" Type="http://schemas.openxmlformats.org/officeDocument/2006/relationships/image" Target="../media/image260.png"/><Relationship Id="rId67" Type="http://schemas.openxmlformats.org/officeDocument/2006/relationships/image" Target="../media/image264.png"/><Relationship Id="rId20" Type="http://schemas.openxmlformats.org/officeDocument/2006/relationships/customXml" Target="../ink/ink136.xml"/><Relationship Id="rId41" Type="http://schemas.openxmlformats.org/officeDocument/2006/relationships/image" Target="../media/image251.png"/><Relationship Id="rId54" Type="http://schemas.openxmlformats.org/officeDocument/2006/relationships/customXml" Target="../ink/ink153.xml"/><Relationship Id="rId62" Type="http://schemas.openxmlformats.org/officeDocument/2006/relationships/customXml" Target="../ink/ink1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9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140.xml"/><Relationship Id="rId36" Type="http://schemas.openxmlformats.org/officeDocument/2006/relationships/customXml" Target="../ink/ink144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10" Type="http://schemas.openxmlformats.org/officeDocument/2006/relationships/customXml" Target="../ink/ink131.xml"/><Relationship Id="rId31" Type="http://schemas.openxmlformats.org/officeDocument/2006/relationships/image" Target="../media/image246.png"/><Relationship Id="rId44" Type="http://schemas.openxmlformats.org/officeDocument/2006/relationships/customXml" Target="../ink/ink148.xml"/><Relationship Id="rId52" Type="http://schemas.openxmlformats.org/officeDocument/2006/relationships/customXml" Target="../ink/ink152.xml"/><Relationship Id="rId60" Type="http://schemas.openxmlformats.org/officeDocument/2006/relationships/customXml" Target="../ink/ink156.xml"/><Relationship Id="rId65" Type="http://schemas.openxmlformats.org/officeDocument/2006/relationships/image" Target="../media/image263.png"/><Relationship Id="rId4" Type="http://schemas.openxmlformats.org/officeDocument/2006/relationships/customXml" Target="../ink/ink128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135.xml"/><Relationship Id="rId39" Type="http://schemas.openxmlformats.org/officeDocument/2006/relationships/image" Target="../media/image250.png"/><Relationship Id="rId34" Type="http://schemas.openxmlformats.org/officeDocument/2006/relationships/customXml" Target="../ink/ink143.xml"/><Relationship Id="rId50" Type="http://schemas.openxmlformats.org/officeDocument/2006/relationships/customXml" Target="../ink/ink151.xml"/><Relationship Id="rId55" Type="http://schemas.openxmlformats.org/officeDocument/2006/relationships/image" Target="../media/image258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3.xml"/><Relationship Id="rId21" Type="http://schemas.openxmlformats.org/officeDocument/2006/relationships/image" Target="../media/image240.png"/><Relationship Id="rId42" Type="http://schemas.openxmlformats.org/officeDocument/2006/relationships/customXml" Target="../ink/ink181.xml"/><Relationship Id="rId47" Type="http://schemas.openxmlformats.org/officeDocument/2006/relationships/image" Target="../media/image254.png"/><Relationship Id="rId63" Type="http://schemas.openxmlformats.org/officeDocument/2006/relationships/image" Target="../media/image265.png"/><Relationship Id="rId68" Type="http://schemas.openxmlformats.org/officeDocument/2006/relationships/customXml" Target="../ink/ink194.xml"/><Relationship Id="rId7" Type="http://schemas.openxmlformats.org/officeDocument/2006/relationships/image" Target="../media/image233.png"/><Relationship Id="rId2" Type="http://schemas.openxmlformats.org/officeDocument/2006/relationships/customXml" Target="../ink/ink161.xml"/><Relationship Id="rId16" Type="http://schemas.openxmlformats.org/officeDocument/2006/relationships/customXml" Target="../ink/ink168.xml"/><Relationship Id="rId29" Type="http://schemas.openxmlformats.org/officeDocument/2006/relationships/image" Target="../media/image245.png"/><Relationship Id="rId11" Type="http://schemas.openxmlformats.org/officeDocument/2006/relationships/image" Target="../media/image235.png"/><Relationship Id="rId24" Type="http://schemas.openxmlformats.org/officeDocument/2006/relationships/customXml" Target="../ink/ink172.xml"/><Relationship Id="rId32" Type="http://schemas.openxmlformats.org/officeDocument/2006/relationships/customXml" Target="../ink/ink176.xml"/><Relationship Id="rId37" Type="http://schemas.openxmlformats.org/officeDocument/2006/relationships/image" Target="../media/image249.png"/><Relationship Id="rId40" Type="http://schemas.openxmlformats.org/officeDocument/2006/relationships/customXml" Target="../ink/ink180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189.xml"/><Relationship Id="rId66" Type="http://schemas.openxmlformats.org/officeDocument/2006/relationships/customXml" Target="../ink/ink193.xml"/><Relationship Id="rId5" Type="http://schemas.openxmlformats.org/officeDocument/2006/relationships/image" Target="../media/image232.png"/><Relationship Id="rId61" Type="http://schemas.openxmlformats.org/officeDocument/2006/relationships/image" Target="../media/image244.png"/><Relationship Id="rId19" Type="http://schemas.openxmlformats.org/officeDocument/2006/relationships/image" Target="../media/image239.png"/><Relationship Id="rId14" Type="http://schemas.openxmlformats.org/officeDocument/2006/relationships/customXml" Target="../ink/ink167.xml"/><Relationship Id="rId22" Type="http://schemas.openxmlformats.org/officeDocument/2006/relationships/customXml" Target="../ink/ink171.xml"/><Relationship Id="rId27" Type="http://schemas.openxmlformats.org/officeDocument/2006/relationships/image" Target="../media/image243.png"/><Relationship Id="rId30" Type="http://schemas.openxmlformats.org/officeDocument/2006/relationships/customXml" Target="../ink/ink175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184.xml"/><Relationship Id="rId56" Type="http://schemas.openxmlformats.org/officeDocument/2006/relationships/customXml" Target="../ink/ink188.xml"/><Relationship Id="rId64" Type="http://schemas.openxmlformats.org/officeDocument/2006/relationships/customXml" Target="../ink/ink192.xml"/><Relationship Id="rId69" Type="http://schemas.openxmlformats.org/officeDocument/2006/relationships/image" Target="../media/image268.png"/><Relationship Id="rId8" Type="http://schemas.openxmlformats.org/officeDocument/2006/relationships/customXml" Target="../ink/ink164.xml"/><Relationship Id="rId51" Type="http://schemas.openxmlformats.org/officeDocument/2006/relationships/image" Target="../media/image256.png"/><Relationship Id="rId3" Type="http://schemas.openxmlformats.org/officeDocument/2006/relationships/image" Target="../media/image231.png"/><Relationship Id="rId12" Type="http://schemas.openxmlformats.org/officeDocument/2006/relationships/customXml" Target="../ink/ink166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7.png"/><Relationship Id="rId38" Type="http://schemas.openxmlformats.org/officeDocument/2006/relationships/customXml" Target="../ink/ink179.xml"/><Relationship Id="rId46" Type="http://schemas.openxmlformats.org/officeDocument/2006/relationships/customXml" Target="../ink/ink183.xml"/><Relationship Id="rId59" Type="http://schemas.openxmlformats.org/officeDocument/2006/relationships/image" Target="../media/image262.png"/><Relationship Id="rId67" Type="http://schemas.openxmlformats.org/officeDocument/2006/relationships/image" Target="../media/image267.png"/><Relationship Id="rId20" Type="http://schemas.openxmlformats.org/officeDocument/2006/relationships/customXml" Target="../ink/ink170.xml"/><Relationship Id="rId41" Type="http://schemas.openxmlformats.org/officeDocument/2006/relationships/image" Target="../media/image251.png"/><Relationship Id="rId54" Type="http://schemas.openxmlformats.org/officeDocument/2006/relationships/customXml" Target="../ink/ink187.xml"/><Relationship Id="rId62" Type="http://schemas.openxmlformats.org/officeDocument/2006/relationships/customXml" Target="../ink/ink1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3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174.xml"/><Relationship Id="rId36" Type="http://schemas.openxmlformats.org/officeDocument/2006/relationships/customXml" Target="../ink/ink178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10" Type="http://schemas.openxmlformats.org/officeDocument/2006/relationships/customXml" Target="../ink/ink165.xml"/><Relationship Id="rId31" Type="http://schemas.openxmlformats.org/officeDocument/2006/relationships/image" Target="../media/image246.png"/><Relationship Id="rId44" Type="http://schemas.openxmlformats.org/officeDocument/2006/relationships/customXml" Target="../ink/ink182.xml"/><Relationship Id="rId52" Type="http://schemas.openxmlformats.org/officeDocument/2006/relationships/customXml" Target="../ink/ink186.xml"/><Relationship Id="rId60" Type="http://schemas.openxmlformats.org/officeDocument/2006/relationships/customXml" Target="../ink/ink190.xml"/><Relationship Id="rId65" Type="http://schemas.openxmlformats.org/officeDocument/2006/relationships/image" Target="../media/image266.png"/><Relationship Id="rId4" Type="http://schemas.openxmlformats.org/officeDocument/2006/relationships/customXml" Target="../ink/ink162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169.xml"/><Relationship Id="rId39" Type="http://schemas.openxmlformats.org/officeDocument/2006/relationships/image" Target="../media/image250.png"/><Relationship Id="rId34" Type="http://schemas.openxmlformats.org/officeDocument/2006/relationships/customXml" Target="../ink/ink177.xml"/><Relationship Id="rId50" Type="http://schemas.openxmlformats.org/officeDocument/2006/relationships/customXml" Target="../ink/ink185.xml"/><Relationship Id="rId55" Type="http://schemas.openxmlformats.org/officeDocument/2006/relationships/image" Target="../media/image258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7.xml"/><Relationship Id="rId21" Type="http://schemas.openxmlformats.org/officeDocument/2006/relationships/image" Target="../media/image240.png"/><Relationship Id="rId42" Type="http://schemas.openxmlformats.org/officeDocument/2006/relationships/customXml" Target="../ink/ink215.xml"/><Relationship Id="rId47" Type="http://schemas.openxmlformats.org/officeDocument/2006/relationships/image" Target="../media/image254.png"/><Relationship Id="rId63" Type="http://schemas.openxmlformats.org/officeDocument/2006/relationships/image" Target="../media/image265.png"/><Relationship Id="rId68" Type="http://schemas.openxmlformats.org/officeDocument/2006/relationships/customXml" Target="../ink/ink228.xml"/><Relationship Id="rId7" Type="http://schemas.openxmlformats.org/officeDocument/2006/relationships/image" Target="../media/image233.png"/><Relationship Id="rId2" Type="http://schemas.openxmlformats.org/officeDocument/2006/relationships/customXml" Target="../ink/ink195.xml"/><Relationship Id="rId16" Type="http://schemas.openxmlformats.org/officeDocument/2006/relationships/customXml" Target="../ink/ink202.xml"/><Relationship Id="rId29" Type="http://schemas.openxmlformats.org/officeDocument/2006/relationships/image" Target="../media/image245.png"/><Relationship Id="rId11" Type="http://schemas.openxmlformats.org/officeDocument/2006/relationships/image" Target="../media/image235.png"/><Relationship Id="rId24" Type="http://schemas.openxmlformats.org/officeDocument/2006/relationships/customXml" Target="../ink/ink206.xml"/><Relationship Id="rId32" Type="http://schemas.openxmlformats.org/officeDocument/2006/relationships/customXml" Target="../ink/ink210.xml"/><Relationship Id="rId37" Type="http://schemas.openxmlformats.org/officeDocument/2006/relationships/image" Target="../media/image249.png"/><Relationship Id="rId40" Type="http://schemas.openxmlformats.org/officeDocument/2006/relationships/customXml" Target="../ink/ink214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223.xml"/><Relationship Id="rId66" Type="http://schemas.openxmlformats.org/officeDocument/2006/relationships/customXml" Target="../ink/ink227.xml"/><Relationship Id="rId5" Type="http://schemas.openxmlformats.org/officeDocument/2006/relationships/image" Target="../media/image232.png"/><Relationship Id="rId61" Type="http://schemas.openxmlformats.org/officeDocument/2006/relationships/image" Target="../media/image244.png"/><Relationship Id="rId19" Type="http://schemas.openxmlformats.org/officeDocument/2006/relationships/image" Target="../media/image239.png"/><Relationship Id="rId14" Type="http://schemas.openxmlformats.org/officeDocument/2006/relationships/customXml" Target="../ink/ink201.xml"/><Relationship Id="rId22" Type="http://schemas.openxmlformats.org/officeDocument/2006/relationships/customXml" Target="../ink/ink205.xml"/><Relationship Id="rId27" Type="http://schemas.openxmlformats.org/officeDocument/2006/relationships/image" Target="../media/image243.png"/><Relationship Id="rId30" Type="http://schemas.openxmlformats.org/officeDocument/2006/relationships/customXml" Target="../ink/ink209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218.xml"/><Relationship Id="rId56" Type="http://schemas.openxmlformats.org/officeDocument/2006/relationships/customXml" Target="../ink/ink222.xml"/><Relationship Id="rId64" Type="http://schemas.openxmlformats.org/officeDocument/2006/relationships/customXml" Target="../ink/ink226.xml"/><Relationship Id="rId69" Type="http://schemas.openxmlformats.org/officeDocument/2006/relationships/image" Target="../media/image268.png"/><Relationship Id="rId8" Type="http://schemas.openxmlformats.org/officeDocument/2006/relationships/customXml" Target="../ink/ink198.xml"/><Relationship Id="rId51" Type="http://schemas.openxmlformats.org/officeDocument/2006/relationships/image" Target="../media/image256.png"/><Relationship Id="rId3" Type="http://schemas.openxmlformats.org/officeDocument/2006/relationships/image" Target="../media/image231.png"/><Relationship Id="rId12" Type="http://schemas.openxmlformats.org/officeDocument/2006/relationships/customXml" Target="../ink/ink200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7.png"/><Relationship Id="rId38" Type="http://schemas.openxmlformats.org/officeDocument/2006/relationships/customXml" Target="../ink/ink213.xml"/><Relationship Id="rId46" Type="http://schemas.openxmlformats.org/officeDocument/2006/relationships/customXml" Target="../ink/ink217.xml"/><Relationship Id="rId59" Type="http://schemas.openxmlformats.org/officeDocument/2006/relationships/image" Target="../media/image262.png"/><Relationship Id="rId67" Type="http://schemas.openxmlformats.org/officeDocument/2006/relationships/image" Target="../media/image267.png"/><Relationship Id="rId20" Type="http://schemas.openxmlformats.org/officeDocument/2006/relationships/customXml" Target="../ink/ink204.xml"/><Relationship Id="rId41" Type="http://schemas.openxmlformats.org/officeDocument/2006/relationships/image" Target="../media/image251.png"/><Relationship Id="rId54" Type="http://schemas.openxmlformats.org/officeDocument/2006/relationships/customXml" Target="../ink/ink221.xml"/><Relationship Id="rId62" Type="http://schemas.openxmlformats.org/officeDocument/2006/relationships/customXml" Target="../ink/ink225.xml"/><Relationship Id="rId70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7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208.xml"/><Relationship Id="rId36" Type="http://schemas.openxmlformats.org/officeDocument/2006/relationships/customXml" Target="../ink/ink212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10" Type="http://schemas.openxmlformats.org/officeDocument/2006/relationships/customXml" Target="../ink/ink199.xml"/><Relationship Id="rId31" Type="http://schemas.openxmlformats.org/officeDocument/2006/relationships/image" Target="../media/image246.png"/><Relationship Id="rId44" Type="http://schemas.openxmlformats.org/officeDocument/2006/relationships/customXml" Target="../ink/ink216.xml"/><Relationship Id="rId52" Type="http://schemas.openxmlformats.org/officeDocument/2006/relationships/customXml" Target="../ink/ink220.xml"/><Relationship Id="rId60" Type="http://schemas.openxmlformats.org/officeDocument/2006/relationships/customXml" Target="../ink/ink224.xml"/><Relationship Id="rId65" Type="http://schemas.openxmlformats.org/officeDocument/2006/relationships/image" Target="../media/image266.png"/><Relationship Id="rId4" Type="http://schemas.openxmlformats.org/officeDocument/2006/relationships/customXml" Target="../ink/ink196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203.xml"/><Relationship Id="rId39" Type="http://schemas.openxmlformats.org/officeDocument/2006/relationships/image" Target="../media/image250.png"/><Relationship Id="rId34" Type="http://schemas.openxmlformats.org/officeDocument/2006/relationships/customXml" Target="../ink/ink211.xml"/><Relationship Id="rId50" Type="http://schemas.openxmlformats.org/officeDocument/2006/relationships/customXml" Target="../ink/ink219.xml"/><Relationship Id="rId55" Type="http://schemas.openxmlformats.org/officeDocument/2006/relationships/image" Target="../media/image2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2.xml"/><Relationship Id="rId13" Type="http://schemas.openxmlformats.org/officeDocument/2006/relationships/image" Target="../media/image276.png"/><Relationship Id="rId18" Type="http://schemas.openxmlformats.org/officeDocument/2006/relationships/customXml" Target="../ink/ink237.xml"/><Relationship Id="rId3" Type="http://schemas.openxmlformats.org/officeDocument/2006/relationships/image" Target="../media/image271.png"/><Relationship Id="rId21" Type="http://schemas.openxmlformats.org/officeDocument/2006/relationships/image" Target="../media/image280.png"/><Relationship Id="rId7" Type="http://schemas.openxmlformats.org/officeDocument/2006/relationships/image" Target="../media/image273.png"/><Relationship Id="rId12" Type="http://schemas.openxmlformats.org/officeDocument/2006/relationships/customXml" Target="../ink/ink234.xml"/><Relationship Id="rId17" Type="http://schemas.openxmlformats.org/officeDocument/2006/relationships/image" Target="../media/image278.png"/><Relationship Id="rId2" Type="http://schemas.openxmlformats.org/officeDocument/2006/relationships/customXml" Target="../ink/ink229.xml"/><Relationship Id="rId16" Type="http://schemas.openxmlformats.org/officeDocument/2006/relationships/customXml" Target="../ink/ink236.xml"/><Relationship Id="rId20" Type="http://schemas.openxmlformats.org/officeDocument/2006/relationships/customXml" Target="../ink/ink2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1.xml"/><Relationship Id="rId11" Type="http://schemas.openxmlformats.org/officeDocument/2006/relationships/image" Target="../media/image275.png"/><Relationship Id="rId5" Type="http://schemas.openxmlformats.org/officeDocument/2006/relationships/image" Target="../media/image272.png"/><Relationship Id="rId15" Type="http://schemas.openxmlformats.org/officeDocument/2006/relationships/image" Target="../media/image277.png"/><Relationship Id="rId10" Type="http://schemas.openxmlformats.org/officeDocument/2006/relationships/customXml" Target="../ink/ink233.xml"/><Relationship Id="rId19" Type="http://schemas.openxmlformats.org/officeDocument/2006/relationships/image" Target="../media/image279.png"/><Relationship Id="rId4" Type="http://schemas.openxmlformats.org/officeDocument/2006/relationships/customXml" Target="../ink/ink230.xml"/><Relationship Id="rId9" Type="http://schemas.openxmlformats.org/officeDocument/2006/relationships/image" Target="../media/image274.png"/><Relationship Id="rId14" Type="http://schemas.openxmlformats.org/officeDocument/2006/relationships/customXml" Target="../ink/ink23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2.xml"/><Relationship Id="rId13" Type="http://schemas.openxmlformats.org/officeDocument/2006/relationships/image" Target="../media/image286.png"/><Relationship Id="rId18" Type="http://schemas.openxmlformats.org/officeDocument/2006/relationships/customXml" Target="../ink/ink247.xml"/><Relationship Id="rId3" Type="http://schemas.openxmlformats.org/officeDocument/2006/relationships/image" Target="../media/image281.png"/><Relationship Id="rId21" Type="http://schemas.openxmlformats.org/officeDocument/2006/relationships/image" Target="../media/image290.png"/><Relationship Id="rId7" Type="http://schemas.openxmlformats.org/officeDocument/2006/relationships/image" Target="../media/image283.png"/><Relationship Id="rId12" Type="http://schemas.openxmlformats.org/officeDocument/2006/relationships/customXml" Target="../ink/ink244.xml"/><Relationship Id="rId17" Type="http://schemas.openxmlformats.org/officeDocument/2006/relationships/image" Target="../media/image288.png"/><Relationship Id="rId2" Type="http://schemas.openxmlformats.org/officeDocument/2006/relationships/customXml" Target="../ink/ink239.xml"/><Relationship Id="rId16" Type="http://schemas.openxmlformats.org/officeDocument/2006/relationships/customXml" Target="../ink/ink246.xml"/><Relationship Id="rId20" Type="http://schemas.openxmlformats.org/officeDocument/2006/relationships/customXml" Target="../ink/ink2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1.xml"/><Relationship Id="rId11" Type="http://schemas.openxmlformats.org/officeDocument/2006/relationships/image" Target="../media/image285.png"/><Relationship Id="rId5" Type="http://schemas.openxmlformats.org/officeDocument/2006/relationships/image" Target="../media/image282.png"/><Relationship Id="rId15" Type="http://schemas.openxmlformats.org/officeDocument/2006/relationships/image" Target="../media/image287.png"/><Relationship Id="rId10" Type="http://schemas.openxmlformats.org/officeDocument/2006/relationships/customXml" Target="../ink/ink243.xml"/><Relationship Id="rId19" Type="http://schemas.openxmlformats.org/officeDocument/2006/relationships/image" Target="../media/image289.png"/><Relationship Id="rId4" Type="http://schemas.openxmlformats.org/officeDocument/2006/relationships/customXml" Target="../ink/ink240.xml"/><Relationship Id="rId9" Type="http://schemas.openxmlformats.org/officeDocument/2006/relationships/image" Target="../media/image284.png"/><Relationship Id="rId14" Type="http://schemas.openxmlformats.org/officeDocument/2006/relationships/customXml" Target="../ink/ink24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788F-A189-8CAD-3740-DB70F511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100" y="1122363"/>
            <a:ext cx="11671300" cy="2387600"/>
          </a:xfrm>
        </p:spPr>
        <p:txBody>
          <a:bodyPr>
            <a:normAutofit/>
          </a:bodyPr>
          <a:lstStyle/>
          <a:p>
            <a:r>
              <a:rPr lang="en-US" sz="5500" dirty="0"/>
              <a:t>Markov chains + trajectory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8001F-C2EB-BB4D-D453-D8DC762AA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117997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F538-DA07-7929-6D9D-5BAAB0A7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5" y="85365"/>
            <a:ext cx="1192458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Last time: diffusion maps, a random walk based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  <a:blipFill>
                <a:blip r:embed="rId2"/>
                <a:stretch>
                  <a:fillRect l="-1206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5D0D2AE9-FAC4-E5A2-DB4D-F6EE2552DA09}"/>
              </a:ext>
            </a:extLst>
          </p:cNvPr>
          <p:cNvSpPr txBox="1"/>
          <p:nvPr/>
        </p:nvSpPr>
        <p:spPr>
          <a:xfrm>
            <a:off x="138805" y="2320754"/>
            <a:ext cx="1192458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/>
              <a:t>Big idea: </a:t>
            </a:r>
            <a:r>
              <a:rPr lang="en-US" sz="2600" dirty="0"/>
              <a:t>Probability transition matrix P</a:t>
            </a:r>
            <a:r>
              <a:rPr lang="en-US" sz="2600" baseline="30000" dirty="0"/>
              <a:t>t</a:t>
            </a:r>
            <a:r>
              <a:rPr lang="en-US" sz="2600" dirty="0"/>
              <a:t> models </a:t>
            </a:r>
            <a:r>
              <a:rPr lang="en-US" sz="2600" b="1" dirty="0"/>
              <a:t>all length-t paths</a:t>
            </a:r>
            <a:endParaRPr lang="en-US" sz="2600" dirty="0"/>
          </a:p>
          <a:p>
            <a:r>
              <a:rPr lang="en-US" sz="2200" dirty="0"/>
              <a:t>Vertices </a:t>
            </a:r>
            <a:r>
              <a:rPr lang="en-US" sz="2200" dirty="0" err="1"/>
              <a:t>x,y</a:t>
            </a:r>
            <a:r>
              <a:rPr lang="en-US" sz="2200" dirty="0"/>
              <a:t> are close if a walker starting at either x or y will end up at same vertices in length-t path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3330003-C16A-D057-FA9F-B144FE008398}"/>
                  </a:ext>
                </a:extLst>
              </p14:cNvPr>
              <p14:cNvContentPartPr/>
              <p14:nvPr/>
            </p14:nvContentPartPr>
            <p14:xfrm>
              <a:off x="4342026" y="4419548"/>
              <a:ext cx="36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3330003-C16A-D057-FA9F-B144FE008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5906" y="441342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347E78F-59ED-9A86-897E-B966D51BFA8B}"/>
              </a:ext>
            </a:extLst>
          </p:cNvPr>
          <p:cNvGrpSpPr/>
          <p:nvPr/>
        </p:nvGrpSpPr>
        <p:grpSpPr>
          <a:xfrm>
            <a:off x="339436" y="4562403"/>
            <a:ext cx="4654687" cy="2300614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1D9E0DD-3076-096F-40AA-11C99F1691E5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9D5586-F445-9D77-7542-51BCF71FE73D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555D402-5543-68DD-1E3C-8C0A37781616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23DA86-3107-60DE-13F6-6ED966C4484A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B0ACE3C-70C9-B38D-6310-83DBA4A85E3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37DAC32-B267-A1F0-AEC3-9FB5F8D99D60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2A1A074-A73C-16A6-E44D-7E805087B058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6D48E37-A9FF-DD5C-82DC-1646D8683FF7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A496788-C9FA-BF3B-470D-407D9A9BB4B2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64507CC-8EDC-8FE8-9300-B5AC3D223A8A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71BDFB5-F681-DD60-8375-3183AB7880F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1E6162-3B96-AEC8-4D56-7A7BF53AC8E7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B260BB0-414A-1C75-203F-033D48D8B51B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002D366-90E9-C0AC-F1AE-D43AD6A2C924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CD38B9-7C46-579B-FCBA-FF4D2BCF5CF3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F206CE-4E45-6BCA-0380-F77D526F55F7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4EC4B4-3F81-96BC-AE3F-925A6EA60904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3627214-9679-8F4B-1424-BC82292ADBA5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8FBD0A3-0E63-FDB4-599A-2A22BECBFE3A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ED7BE09-CB16-0767-D495-88CB3AEEEBB4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E774260-62F8-BC5B-D3B8-28841C6F0A40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2C45329-8E3C-293D-4F05-D434A339289C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ACC28BA-7AE1-BE73-A181-28047672163B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818D573-551A-7B94-582C-B86FB748976E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1267188-A019-F36C-CAFC-D2D48AD17E5D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4F0DBF-7ADA-89E5-B401-7BEDDA2C1232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F1F4C4E-49F6-0165-A267-6799D394F8E3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4CCF376-E786-2C9B-CF26-788A414C2F85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D01BD25-6140-BA44-C8B6-F89A03575FB4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0B45216-A99B-5FD4-335F-68D62D6A739C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C512426-C6CE-4098-DF42-5C8683915E61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3C446E5-7ED9-5592-43D6-AF9DDE15E98E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5096F1F-C73F-3936-A295-5C74F7B7F8BD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09E7D7A-C3CF-C3EC-55C7-7271B94E239E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5796272-4A0A-475A-8D27-A242ABDC7EA5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B77720-21CE-63ED-140A-5DB6630EFEFD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9FFA36-A7A3-7774-1659-DC3F23BD2629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F4491B0-BB27-03BF-9145-1E4DE37B0D0C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9B14F5-6597-864C-1A6D-F15BCF062336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E2D4626-1B0A-6325-315B-6F0D2A73AB9A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CEFA4B-37DB-854A-0958-7CEBE9C5867C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A0207DCC-6C36-5864-0D87-40F7EBB3B4AE}"/>
              </a:ext>
            </a:extLst>
          </p:cNvPr>
          <p:cNvSpPr txBox="1"/>
          <p:nvPr/>
        </p:nvSpPr>
        <p:spPr>
          <a:xfrm>
            <a:off x="1933304" y="499923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8017AD0-A943-1014-8B26-139247E1A2CF}"/>
              </a:ext>
            </a:extLst>
          </p:cNvPr>
          <p:cNvSpPr txBox="1"/>
          <p:nvPr/>
        </p:nvSpPr>
        <p:spPr>
          <a:xfrm>
            <a:off x="2948824" y="501956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88CEC10-825B-8152-9B94-6FBE2095905D}"/>
              </a:ext>
            </a:extLst>
          </p:cNvPr>
          <p:cNvGrpSpPr/>
          <p:nvPr/>
        </p:nvGrpSpPr>
        <p:grpSpPr>
          <a:xfrm>
            <a:off x="8831762" y="4664968"/>
            <a:ext cx="2248260" cy="20871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90D95C3-4F62-946A-603C-CFD09C8B5FE8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5CC9E47-8625-89BD-914B-38FFE9C1D1F0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0CB5794-7DD4-FBBA-0459-C8BC0B9FE4D2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F05AB9F-7612-7EE9-8254-F989AAD51D46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0473105-B41F-382D-E112-D64300F9DA85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CF2EDF6-2CCF-E31E-734D-EEB3939F4A34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346AA2-EE83-B17C-0AAA-0816C3433BCF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C52F305-DBD1-24B2-1AFA-4BA9DA7C133C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37AFEE9-39E5-12CD-C2B7-A8D30BEDB0D0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B0684C2-97F6-BF04-448E-C1D28742D8F7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3AE73E0-FADD-D016-AA2D-6542F45F1894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465FB3F-EA1D-43B2-DBBA-2DCD8F457960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52EF3C3-AA1A-E9B0-F1C9-212131553CCA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8D5593B-4712-C08D-3137-1B62146237E9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6605716C-7B65-0111-789A-A7DE73627123}"/>
              </a:ext>
            </a:extLst>
          </p:cNvPr>
          <p:cNvSpPr txBox="1"/>
          <p:nvPr/>
        </p:nvSpPr>
        <p:spPr>
          <a:xfrm>
            <a:off x="8535548" y="46095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90D565D-7243-C1B3-9E3D-9F0AD08C9365}"/>
              </a:ext>
            </a:extLst>
          </p:cNvPr>
          <p:cNvSpPr txBox="1"/>
          <p:nvPr/>
        </p:nvSpPr>
        <p:spPr>
          <a:xfrm>
            <a:off x="10945260" y="456240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10751A9-8F60-4274-CBB3-BAD0CEA59069}"/>
                  </a:ext>
                </a:extLst>
              </p:cNvPr>
              <p:cNvSpPr txBox="1"/>
              <p:nvPr/>
            </p:nvSpPr>
            <p:spPr>
              <a:xfrm>
                <a:off x="179866" y="3724019"/>
                <a:ext cx="55379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solidFill>
                      <a:srgbClr val="C00000"/>
                    </a:solidFill>
                  </a:rPr>
                  <a:t>Large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u="sng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u="sng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walker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 </a:t>
                </a:r>
                <a:r>
                  <a:rPr lang="en-US" dirty="0">
                    <a:solidFill>
                      <a:srgbClr val="C00000"/>
                    </a:solidFill>
                  </a:rPr>
                  <a:t>more likely to end on left side, while walker starting at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more likely to end at right side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10751A9-8F60-4274-CBB3-BAD0CEA59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66" y="3724019"/>
                <a:ext cx="5537916" cy="923330"/>
              </a:xfrm>
              <a:prstGeom prst="rect">
                <a:avLst/>
              </a:prstGeom>
              <a:blipFill>
                <a:blip r:embed="rId115"/>
                <a:stretch>
                  <a:fillRect l="-915" t="-4110" r="-91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/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walkers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>
                    <a:solidFill>
                      <a:srgbClr val="C00000"/>
                    </a:solidFill>
                  </a:rPr>
                  <a:t>,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will reach different vertices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blipFill>
                <a:blip r:embed="rId116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ED51D18-4757-6367-4377-003BEB57D746}"/>
                  </a:ext>
                </a:extLst>
              </p:cNvPr>
              <p:cNvSpPr txBox="1"/>
              <p:nvPr/>
            </p:nvSpPr>
            <p:spPr>
              <a:xfrm>
                <a:off x="6739649" y="3901659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u="sng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walker starting 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x or y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will likely end at middle vertex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ED51D18-4757-6367-4377-003BEB57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649" y="3901659"/>
                <a:ext cx="5537916" cy="646331"/>
              </a:xfrm>
              <a:prstGeom prst="rect">
                <a:avLst/>
              </a:prstGeom>
              <a:blipFill>
                <a:blip r:embed="rId117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77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5665-0C14-A20D-5C25-1C4AF884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48E0-536C-72B1-D920-0F6A0DB9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5" y="85365"/>
            <a:ext cx="1192458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Last time: diffusion maps, a random walk based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7D2F0-D4A1-369A-CC61-FC83E8C3B0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  <a:blipFill>
                <a:blip r:embed="rId2"/>
                <a:stretch>
                  <a:fillRect l="-1206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AFCA198-C071-DE4E-BB14-9B244AF8F0FA}"/>
                  </a:ext>
                </a:extLst>
              </p:cNvPr>
              <p:cNvSpPr txBox="1"/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walkers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>
                    <a:solidFill>
                      <a:srgbClr val="C00000"/>
                    </a:solidFill>
                  </a:rPr>
                  <a:t>,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will reach different vertices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blipFill>
                <a:blip r:embed="rId116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EFA768B-E661-C0FE-E9AA-FB745D78B72C}"/>
              </a:ext>
            </a:extLst>
          </p:cNvPr>
          <p:cNvGrpSpPr/>
          <p:nvPr/>
        </p:nvGrpSpPr>
        <p:grpSpPr>
          <a:xfrm>
            <a:off x="838200" y="2351288"/>
            <a:ext cx="6988868" cy="1405767"/>
            <a:chOff x="1118069" y="2305532"/>
            <a:chExt cx="8567607" cy="21047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EB2280E-5EBE-990A-4E01-963C8EF00C1E}"/>
                    </a:ext>
                  </a:extLst>
                </p:cNvPr>
                <p:cNvSpPr txBox="1"/>
                <p:nvPr/>
              </p:nvSpPr>
              <p:spPr>
                <a:xfrm>
                  <a:off x="1165178" y="2305532"/>
                  <a:ext cx="6007422" cy="6862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If you define embedding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/>
                    <a:t> of each vertex x as</a:t>
                  </a: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EB2280E-5EBE-990A-4E01-963C8EF00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178" y="2305532"/>
                  <a:ext cx="6007422" cy="686213"/>
                </a:xfrm>
                <a:prstGeom prst="rect">
                  <a:avLst/>
                </a:prstGeom>
                <a:blipFill>
                  <a:blip r:embed="rId117"/>
                  <a:stretch>
                    <a:fillRect l="-1292" t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1BA7291-4282-9FC4-6AF7-627D08DD8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8"/>
            <a:stretch>
              <a:fillRect/>
            </a:stretch>
          </p:blipFill>
          <p:spPr>
            <a:xfrm>
              <a:off x="3308942" y="2795876"/>
              <a:ext cx="4449236" cy="5207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4400816-631A-550D-62DF-18D153BE8F58}"/>
                    </a:ext>
                  </a:extLst>
                </p:cNvPr>
                <p:cNvSpPr txBox="1"/>
                <p:nvPr/>
              </p:nvSpPr>
              <p:spPr>
                <a:xfrm>
                  <a:off x="1349682" y="3270996"/>
                  <a:ext cx="4183877" cy="6862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Then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4400816-631A-550D-62DF-18D153BE8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9682" y="3270996"/>
                  <a:ext cx="4183877" cy="686213"/>
                </a:xfrm>
                <a:prstGeom prst="rect">
                  <a:avLst/>
                </a:prstGeom>
                <a:blipFill>
                  <a:blip r:embed="rId119"/>
                  <a:stretch>
                    <a:fillRect l="-1481" t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D44E64-779F-4A0B-0605-2C5A625337D0}"/>
                </a:ext>
              </a:extLst>
            </p:cNvPr>
            <p:cNvSpPr/>
            <p:nvPr/>
          </p:nvSpPr>
          <p:spPr>
            <a:xfrm>
              <a:off x="1118069" y="2305532"/>
              <a:ext cx="8567607" cy="2104716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6AE270-3377-F845-5E7A-0C82DB5E7487}"/>
                </a:ext>
              </a:extLst>
            </p:cNvPr>
            <p:cNvSpPr txBox="1"/>
            <p:nvPr/>
          </p:nvSpPr>
          <p:spPr>
            <a:xfrm>
              <a:off x="1450485" y="3724034"/>
              <a:ext cx="6931260" cy="686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Also suggests a natural way to embed vertices of graph!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075618-8CD3-F030-86AA-4E7233FB0D04}"/>
              </a:ext>
            </a:extLst>
          </p:cNvPr>
          <p:cNvGrpSpPr/>
          <p:nvPr/>
        </p:nvGrpSpPr>
        <p:grpSpPr>
          <a:xfrm>
            <a:off x="2997012" y="2854621"/>
            <a:ext cx="9209924" cy="3865227"/>
            <a:chOff x="155682" y="24624"/>
            <a:chExt cx="12470214" cy="658935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207F39-444B-DC82-2776-5CA35F9C0985}"/>
                </a:ext>
              </a:extLst>
            </p:cNvPr>
            <p:cNvSpPr/>
            <p:nvPr/>
          </p:nvSpPr>
          <p:spPr>
            <a:xfrm>
              <a:off x="4733882" y="1933787"/>
              <a:ext cx="731520" cy="3474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FB50D2F-9415-118D-A41E-BE52FDC9D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rcRect l="15787" t="36519" r="49874"/>
            <a:stretch>
              <a:fillRect/>
            </a:stretch>
          </p:blipFill>
          <p:spPr>
            <a:xfrm>
              <a:off x="155682" y="2526838"/>
              <a:ext cx="3247746" cy="33807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3E00AC6-AD34-FD1C-EF39-B6645E4D1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0"/>
            <a:srcRect l="50412" t="36519" r="15248"/>
            <a:stretch>
              <a:fillRect/>
            </a:stretch>
          </p:blipFill>
          <p:spPr>
            <a:xfrm>
              <a:off x="3741549" y="2524358"/>
              <a:ext cx="3447706" cy="358886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994488-39E0-2D19-8B80-723DF8067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/>
            <a:srcRect l="54605" t="4219" b="6261"/>
            <a:stretch>
              <a:fillRect/>
            </a:stretch>
          </p:blipFill>
          <p:spPr>
            <a:xfrm>
              <a:off x="7874171" y="2475148"/>
              <a:ext cx="3630643" cy="368727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AC3CD88-7D21-C823-A18C-4DCA6D9AA04B}"/>
                    </a:ext>
                  </a:extLst>
                </p:cNvPr>
                <p:cNvSpPr txBox="1"/>
                <p:nvPr/>
              </p:nvSpPr>
              <p:spPr>
                <a:xfrm>
                  <a:off x="9260378" y="6059978"/>
                  <a:ext cx="1086836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AC3CD88-7D21-C823-A18C-4DCA6D9AA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0378" y="6059978"/>
                  <a:ext cx="1086836" cy="553998"/>
                </a:xfrm>
                <a:prstGeom prst="rect">
                  <a:avLst/>
                </a:prstGeom>
                <a:blipFill>
                  <a:blip r:embed="rId122"/>
                  <a:stretch>
                    <a:fillRect r="-21875" b="-76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7947ABD-891D-CE1F-FD79-7B452DF61A39}"/>
                    </a:ext>
                  </a:extLst>
                </p:cNvPr>
                <p:cNvSpPr txBox="1"/>
                <p:nvPr/>
              </p:nvSpPr>
              <p:spPr>
                <a:xfrm rot="16200000">
                  <a:off x="7058210" y="3624954"/>
                  <a:ext cx="1077924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7947ABD-891D-CE1F-FD79-7B452DF61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58210" y="3624954"/>
                  <a:ext cx="1077924" cy="553998"/>
                </a:xfrm>
                <a:prstGeom prst="rect">
                  <a:avLst/>
                </a:prstGeom>
                <a:blipFill>
                  <a:blip r:embed="rId123"/>
                  <a:stretch>
                    <a:fillRect t="-56000" r="-393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8607B6B-1D78-EC6E-38AF-58A6CE151BBF}"/>
                </a:ext>
              </a:extLst>
            </p:cNvPr>
            <p:cNvSpPr txBox="1"/>
            <p:nvPr/>
          </p:nvSpPr>
          <p:spPr>
            <a:xfrm>
              <a:off x="8068533" y="24624"/>
              <a:ext cx="4557363" cy="1015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Diffusion maps </a:t>
              </a:r>
              <a:r>
                <a:rPr lang="en-US" sz="3000" dirty="0"/>
                <a:t>first two components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197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40DB-18CF-4CB3-65AC-BA9D0048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58" y="380624"/>
            <a:ext cx="10515600" cy="1325563"/>
          </a:xfrm>
        </p:spPr>
        <p:txBody>
          <a:bodyPr/>
          <a:lstStyle/>
          <a:p>
            <a:r>
              <a:rPr lang="en-US" dirty="0"/>
              <a:t>Last time: application to single cell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4DBAB-D8A9-EF64-71E4-F76790706FF4}"/>
              </a:ext>
            </a:extLst>
          </p:cNvPr>
          <p:cNvSpPr txBox="1"/>
          <p:nvPr/>
        </p:nvSpPr>
        <p:spPr>
          <a:xfrm>
            <a:off x="600877" y="2000890"/>
            <a:ext cx="501852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k-NN (k nearest neighbors) graph</a:t>
            </a:r>
          </a:p>
          <a:p>
            <a:r>
              <a:rPr lang="en-US" sz="2000" dirty="0"/>
              <a:t>Draw an edge between vertex v and its k nearest neighbors</a:t>
            </a:r>
          </a:p>
        </p:txBody>
      </p:sp>
      <p:pic>
        <p:nvPicPr>
          <p:cNvPr id="5" name="Picture 4" descr="Should we use k-nearest neighbor graphs for node classification? | by  Federico Errica | Medium">
            <a:extLst>
              <a:ext uri="{FF2B5EF4-FFF2-40B4-BE49-F238E27FC236}">
                <a16:creationId xmlns:a16="http://schemas.microsoft.com/office/drawing/2014/main" id="{3FA42597-4160-D06E-7AA2-2348CECD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73" y="3093497"/>
            <a:ext cx="3754319" cy="2971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4E3A7-0113-FAF7-D28B-25AFE28F72B4}"/>
              </a:ext>
            </a:extLst>
          </p:cNvPr>
          <p:cNvSpPr txBox="1"/>
          <p:nvPr/>
        </p:nvSpPr>
        <p:spPr>
          <a:xfrm>
            <a:off x="-3966477" y="-3167906"/>
            <a:ext cx="427773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b="1" dirty="0"/>
              <a:t>ε</a:t>
            </a:r>
            <a:r>
              <a:rPr lang="en-US" sz="2500" b="1" dirty="0"/>
              <a:t>-ball graph</a:t>
            </a:r>
          </a:p>
          <a:p>
            <a:r>
              <a:rPr lang="en-US" sz="2000" dirty="0"/>
              <a:t>Draw an edge between vertex v and all vertices w within distance </a:t>
            </a:r>
            <a:r>
              <a:rPr lang="el-GR" sz="2000" dirty="0"/>
              <a:t>ε</a:t>
            </a:r>
            <a:endParaRPr lang="en-US" sz="2000" dirty="0"/>
          </a:p>
        </p:txBody>
      </p:sp>
      <p:pic>
        <p:nvPicPr>
          <p:cNvPr id="7" name="Picture 6" descr="Methods for graph creation from point clouds - Complex Objects">
            <a:extLst>
              <a:ext uri="{FF2B5EF4-FFF2-40B4-BE49-F238E27FC236}">
                <a16:creationId xmlns:a16="http://schemas.microsoft.com/office/drawing/2014/main" id="{974CE273-A6FC-D3F9-64D1-50E33B7D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66477" y="-2183115"/>
            <a:ext cx="3754318" cy="3164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278471-C554-180A-287E-FEE0F5F7941C}"/>
              </a:ext>
            </a:extLst>
          </p:cNvPr>
          <p:cNvSpPr txBox="1"/>
          <p:nvPr/>
        </p:nvSpPr>
        <p:spPr>
          <a:xfrm>
            <a:off x="5569058" y="2754845"/>
            <a:ext cx="641789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For single cell data, distance </a:t>
            </a:r>
            <a:r>
              <a:rPr lang="en-US" sz="2500" dirty="0" err="1"/>
              <a:t>btwn</a:t>
            </a:r>
            <a:r>
              <a:rPr lang="en-US" sz="2500" dirty="0"/>
              <a:t> cells x</a:t>
            </a:r>
            <a:r>
              <a:rPr lang="en-US" sz="2500" baseline="-25000" dirty="0"/>
              <a:t>i</a:t>
            </a:r>
            <a:r>
              <a:rPr lang="en-US" sz="2500" dirty="0"/>
              <a:t>, </a:t>
            </a:r>
            <a:r>
              <a:rPr lang="en-US" sz="2500" dirty="0" err="1"/>
              <a:t>x</a:t>
            </a:r>
            <a:r>
              <a:rPr lang="en-US" sz="2500" baseline="-25000" dirty="0" err="1"/>
              <a:t>j</a:t>
            </a:r>
            <a:r>
              <a:rPr lang="en-US" sz="2500" dirty="0"/>
              <a:t> typically defined using an “affinity function” / “similarity function”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45059F-3F0F-D77A-F932-31E3E8322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94" y="4579280"/>
            <a:ext cx="4446501" cy="1199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52290F-04AE-1E0E-3CF2-F781F5CC878A}"/>
              </a:ext>
            </a:extLst>
          </p:cNvPr>
          <p:cNvSpPr txBox="1"/>
          <p:nvPr/>
        </p:nvSpPr>
        <p:spPr>
          <a:xfrm>
            <a:off x="5953415" y="4162110"/>
            <a:ext cx="37200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e.g. Gaussian kernel function</a:t>
            </a:r>
          </a:p>
        </p:txBody>
      </p:sp>
    </p:spTree>
    <p:extLst>
      <p:ext uri="{BB962C8B-B14F-4D97-AF65-F5344CB8AC3E}">
        <p14:creationId xmlns:p14="http://schemas.microsoft.com/office/powerpoint/2010/main" val="130550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904C-B787-C834-252C-93F17F93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2" y="17577"/>
            <a:ext cx="11754196" cy="1325563"/>
          </a:xfrm>
        </p:spPr>
        <p:txBody>
          <a:bodyPr/>
          <a:lstStyle/>
          <a:p>
            <a:r>
              <a:rPr lang="en-US" dirty="0"/>
              <a:t>PHATE embedding method uses diffusion maps distance + MDS</a:t>
            </a:r>
          </a:p>
        </p:txBody>
      </p:sp>
      <p:pic>
        <p:nvPicPr>
          <p:cNvPr id="6" name="Picture 5" descr="Fig. 2">
            <a:extLst>
              <a:ext uri="{FF2B5EF4-FFF2-40B4-BE49-F238E27FC236}">
                <a16:creationId xmlns:a16="http://schemas.microsoft.com/office/drawing/2014/main" id="{17EF7A42-6A98-8B3E-06DC-598E1069F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3" y="1776894"/>
            <a:ext cx="6630626" cy="45228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A2C70-ECF9-8103-0594-BB8855A93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55947"/>
            <a:ext cx="4267200" cy="88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BFCF3-D0CE-7066-0685-1CBCC091CFF6}"/>
              </a:ext>
            </a:extLst>
          </p:cNvPr>
          <p:cNvSpPr txBox="1"/>
          <p:nvPr/>
        </p:nvSpPr>
        <p:spPr>
          <a:xfrm>
            <a:off x="4664270" y="-1477924"/>
            <a:ext cx="32605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Commonly used / highly cited method for dimensionality reduction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7AC50-3976-0E26-6FF1-2BFEC4B9C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627" y="2673040"/>
            <a:ext cx="5293373" cy="27305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762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26F8-14FC-2F81-85FC-BCA1388C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56" y="380623"/>
            <a:ext cx="11265976" cy="1325563"/>
          </a:xfrm>
        </p:spPr>
        <p:txBody>
          <a:bodyPr/>
          <a:lstStyle/>
          <a:p>
            <a:r>
              <a:rPr lang="en-US" dirty="0"/>
              <a:t>Last time: trajectory inference</a:t>
            </a:r>
            <a:endParaRPr lang="en-US" sz="3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1F76B-0BF8-BB32-B614-002AEBD8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6" y="2149413"/>
            <a:ext cx="7282297" cy="44942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C19D38-21D1-F22D-C898-342BEA25907C}"/>
              </a:ext>
            </a:extLst>
          </p:cNvPr>
          <p:cNvSpPr txBox="1"/>
          <p:nvPr/>
        </p:nvSpPr>
        <p:spPr>
          <a:xfrm>
            <a:off x="7609053" y="1900031"/>
            <a:ext cx="458294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Even though you measure cells at same time…</a:t>
            </a:r>
          </a:p>
          <a:p>
            <a:endParaRPr lang="en-US" sz="3000" dirty="0"/>
          </a:p>
          <a:p>
            <a:r>
              <a:rPr lang="en-US" sz="3000" dirty="0"/>
              <a:t>different cells may be at different developmental stages </a:t>
            </a:r>
          </a:p>
          <a:p>
            <a:endParaRPr lang="en-US" sz="3000" dirty="0"/>
          </a:p>
          <a:p>
            <a:r>
              <a:rPr lang="en-US" sz="2800" b="1" dirty="0"/>
              <a:t>Goal: reconstruct relative temporal ordering of cells</a:t>
            </a:r>
          </a:p>
        </p:txBody>
      </p:sp>
    </p:spTree>
    <p:extLst>
      <p:ext uri="{BB962C8B-B14F-4D97-AF65-F5344CB8AC3E}">
        <p14:creationId xmlns:p14="http://schemas.microsoft.com/office/powerpoint/2010/main" val="381487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7590-D1EC-5227-4F7F-DC3617B7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97" y="-10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700" dirty="0"/>
              <a:t>Popular TI methods use diffusion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125A4E-8E87-2F5D-76BA-FA54211A8D2B}"/>
              </a:ext>
            </a:extLst>
          </p:cNvPr>
          <p:cNvGrpSpPr/>
          <p:nvPr/>
        </p:nvGrpSpPr>
        <p:grpSpPr>
          <a:xfrm>
            <a:off x="217267" y="2713729"/>
            <a:ext cx="11974733" cy="2563400"/>
            <a:chOff x="217267" y="1896311"/>
            <a:chExt cx="11974733" cy="2563400"/>
          </a:xfrm>
        </p:grpSpPr>
        <p:pic>
          <p:nvPicPr>
            <p:cNvPr id="4" name="Picture 3" descr="Figure 1: Diffusion pseudotime reveals temporal ordering and cellular decisions on the single cell level.">
              <a:extLst>
                <a:ext uri="{FF2B5EF4-FFF2-40B4-BE49-F238E27FC236}">
                  <a16:creationId xmlns:a16="http://schemas.microsoft.com/office/drawing/2014/main" id="{DFEE8287-B413-063A-C2E1-7AD31B46F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6144"/>
            <a:stretch>
              <a:fillRect/>
            </a:stretch>
          </p:blipFill>
          <p:spPr>
            <a:xfrm>
              <a:off x="217267" y="1896311"/>
              <a:ext cx="11974733" cy="210173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DE61AA-3338-6843-6957-E3C1DA776C13}"/>
                </a:ext>
              </a:extLst>
            </p:cNvPr>
            <p:cNvCxnSpPr>
              <a:cxnSpLocks/>
            </p:cNvCxnSpPr>
            <p:nvPr/>
          </p:nvCxnSpPr>
          <p:spPr>
            <a:xfrm>
              <a:off x="5303520" y="3998046"/>
              <a:ext cx="3507971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630D64-B959-95FA-4DD1-C9440C0592FC}"/>
                </a:ext>
              </a:extLst>
            </p:cNvPr>
            <p:cNvSpPr txBox="1"/>
            <p:nvPr/>
          </p:nvSpPr>
          <p:spPr>
            <a:xfrm>
              <a:off x="5303520" y="3998046"/>
              <a:ext cx="3819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Uses diffusion maps metric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C5EDCD9-B222-699A-37AD-023470BA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67" y="1222292"/>
            <a:ext cx="5991136" cy="12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34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4FB6-2AFD-C78D-60C2-E07E8DF73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7" y="253613"/>
            <a:ext cx="10515600" cy="1325563"/>
          </a:xfrm>
        </p:spPr>
        <p:txBody>
          <a:bodyPr/>
          <a:lstStyle/>
          <a:p>
            <a:r>
              <a:rPr lang="en-US" dirty="0"/>
              <a:t>Last time: t-SNE and UMAP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8961C-81E9-0288-2F8C-782CAC970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3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FE3576-63E0-DB9A-86BB-7FFE72809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408" y="100806"/>
            <a:ext cx="8875184" cy="6656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ACFA2C-8C81-59A4-3C01-B06D14232DBC}"/>
              </a:ext>
            </a:extLst>
          </p:cNvPr>
          <p:cNvSpPr/>
          <p:nvPr/>
        </p:nvSpPr>
        <p:spPr>
          <a:xfrm>
            <a:off x="9372600" y="88900"/>
            <a:ext cx="1231900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0BEFA-3224-352B-8589-01833A1DE4C2}"/>
              </a:ext>
            </a:extLst>
          </p:cNvPr>
          <p:cNvSpPr/>
          <p:nvPr/>
        </p:nvSpPr>
        <p:spPr>
          <a:xfrm>
            <a:off x="7429500" y="4940300"/>
            <a:ext cx="3104092" cy="1816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93D64-A876-5664-3D80-FD4DC630321B}"/>
              </a:ext>
            </a:extLst>
          </p:cNvPr>
          <p:cNvSpPr txBox="1"/>
          <p:nvPr/>
        </p:nvSpPr>
        <p:spPr>
          <a:xfrm>
            <a:off x="5499100" y="3320534"/>
            <a:ext cx="172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t-SNE tries to learn this 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F9B1E-D230-3BC8-1F9B-178ABB6D5584}"/>
              </a:ext>
            </a:extLst>
          </p:cNvPr>
          <p:cNvSpPr txBox="1"/>
          <p:nvPr/>
        </p:nvSpPr>
        <p:spPr>
          <a:xfrm>
            <a:off x="1066800" y="1148834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FF0000"/>
                </a:solidFill>
              </a:rPr>
              <a:t>Original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00D2B-0841-926A-4718-401E3462185D}"/>
              </a:ext>
            </a:extLst>
          </p:cNvPr>
          <p:cNvSpPr txBox="1"/>
          <p:nvPr/>
        </p:nvSpPr>
        <p:spPr>
          <a:xfrm>
            <a:off x="9423400" y="979556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FF0000"/>
                </a:solidFill>
              </a:rPr>
              <a:t>Learned embedding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6674C9-3543-2957-1228-2AB7A3B90CE1}"/>
              </a:ext>
            </a:extLst>
          </p:cNvPr>
          <p:cNvSpPr txBox="1"/>
          <p:nvPr/>
        </p:nvSpPr>
        <p:spPr>
          <a:xfrm>
            <a:off x="0" y="347821"/>
            <a:ext cx="19119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Last time: </a:t>
            </a:r>
          </a:p>
        </p:txBody>
      </p:sp>
    </p:spTree>
    <p:extLst>
      <p:ext uri="{BB962C8B-B14F-4D97-AF65-F5344CB8AC3E}">
        <p14:creationId xmlns:p14="http://schemas.microsoft.com/office/powerpoint/2010/main" val="406697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E8BEBD-BE3C-D4A0-4F11-31C0F0D0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AB762D-7E70-4911-5084-2952E27D44DB}"/>
                  </a:ext>
                </a:extLst>
              </p:cNvPr>
              <p:cNvSpPr txBox="1"/>
              <p:nvPr/>
            </p:nvSpPr>
            <p:spPr>
              <a:xfrm>
                <a:off x="8033408" y="4127500"/>
                <a:ext cx="3911648" cy="93352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AB762D-7E70-4911-5084-2952E27D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408" y="4127500"/>
                <a:ext cx="3911648" cy="933525"/>
              </a:xfrm>
              <a:prstGeom prst="rect">
                <a:avLst/>
              </a:prstGeom>
              <a:blipFill>
                <a:blip r:embed="rId3"/>
                <a:stretch>
                  <a:fillRect l="-1294" t="-146667" r="-2589" b="-20400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326C59E-CBC0-5C4E-9DC3-8054586D9613}"/>
              </a:ext>
            </a:extLst>
          </p:cNvPr>
          <p:cNvSpPr txBox="1"/>
          <p:nvPr/>
        </p:nvSpPr>
        <p:spPr>
          <a:xfrm>
            <a:off x="705079" y="1244906"/>
            <a:ext cx="1881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Original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6B6CB-FFD6-9BC4-345C-D7BED339A791}"/>
              </a:ext>
            </a:extLst>
          </p:cNvPr>
          <p:cNvSpPr txBox="1"/>
          <p:nvPr/>
        </p:nvSpPr>
        <p:spPr>
          <a:xfrm>
            <a:off x="5973453" y="837803"/>
            <a:ext cx="4119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New, lower-dimensional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97809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D8EA3-D81C-576D-3867-82EB6864D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D3B7EB-644B-AAA9-06CA-89B580E1911B}"/>
              </a:ext>
            </a:extLst>
          </p:cNvPr>
          <p:cNvSpPr txBox="1"/>
          <p:nvPr/>
        </p:nvSpPr>
        <p:spPr>
          <a:xfrm>
            <a:off x="44856" y="0"/>
            <a:ext cx="6051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Last time: UMAP algorithm</a:t>
            </a:r>
          </a:p>
        </p:txBody>
      </p:sp>
    </p:spTree>
    <p:extLst>
      <p:ext uri="{BB962C8B-B14F-4D97-AF65-F5344CB8AC3E}">
        <p14:creationId xmlns:p14="http://schemas.microsoft.com/office/powerpoint/2010/main" val="214888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44FE7-AFE5-5EEE-E308-170936A4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37"/>
          <a:stretch>
            <a:fillRect/>
          </a:stretch>
        </p:blipFill>
        <p:spPr>
          <a:xfrm>
            <a:off x="0" y="0"/>
            <a:ext cx="12192000" cy="500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FE856-B9E5-9876-4714-192C4E0991DA}"/>
              </a:ext>
            </a:extLst>
          </p:cNvPr>
          <p:cNvSpPr txBox="1"/>
          <p:nvPr/>
        </p:nvSpPr>
        <p:spPr>
          <a:xfrm>
            <a:off x="732559" y="5190836"/>
            <a:ext cx="10726882" cy="8617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dirty="0"/>
              <a:t>UMAP problem: find low dimensional embedding </a:t>
            </a:r>
            <a:r>
              <a:rPr lang="en-US" sz="2500" b="1" dirty="0"/>
              <a:t>y</a:t>
            </a:r>
            <a:r>
              <a:rPr lang="en-US" sz="2500" dirty="0"/>
              <a:t> that minimizes </a:t>
            </a:r>
            <a:r>
              <a:rPr lang="en-US" sz="2500" dirty="0">
                <a:highlight>
                  <a:srgbClr val="FFFF00"/>
                </a:highlight>
              </a:rPr>
              <a:t>cross-entropy</a:t>
            </a:r>
            <a:r>
              <a:rPr lang="en-US" sz="2500" dirty="0"/>
              <a:t> between original-data-graph and reduced-dimension-graph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0859BB-9676-1372-BF01-0DD6BC1DCF6D}"/>
              </a:ext>
            </a:extLst>
          </p:cNvPr>
          <p:cNvSpPr txBox="1"/>
          <p:nvPr/>
        </p:nvSpPr>
        <p:spPr>
          <a:xfrm>
            <a:off x="44856" y="0"/>
            <a:ext cx="6051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Last time: UMAP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EBAD3-CE8E-5DDF-DF7F-F0760B2448CA}"/>
              </a:ext>
            </a:extLst>
          </p:cNvPr>
          <p:cNvSpPr txBox="1"/>
          <p:nvPr/>
        </p:nvSpPr>
        <p:spPr>
          <a:xfrm>
            <a:off x="394855" y="6452755"/>
            <a:ext cx="9842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(t-SNE is similar in spirit, but “cross-entropy” is replaced w/ “KL divergence w/ nearest neighbors”)</a:t>
            </a:r>
          </a:p>
        </p:txBody>
      </p:sp>
    </p:spTree>
    <p:extLst>
      <p:ext uri="{BB962C8B-B14F-4D97-AF65-F5344CB8AC3E}">
        <p14:creationId xmlns:p14="http://schemas.microsoft.com/office/powerpoint/2010/main" val="2067602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B7D3EC-3E36-9C4E-9517-C71EF0C66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DCA8E-D6B6-21E2-496B-98B3EFAFA207}"/>
              </a:ext>
            </a:extLst>
          </p:cNvPr>
          <p:cNvSpPr txBox="1"/>
          <p:nvPr/>
        </p:nvSpPr>
        <p:spPr>
          <a:xfrm>
            <a:off x="9042400" y="1828800"/>
            <a:ext cx="2971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UMAP typically used more in single cell bio as it is faster</a:t>
            </a:r>
          </a:p>
        </p:txBody>
      </p:sp>
    </p:spTree>
    <p:extLst>
      <p:ext uri="{BB962C8B-B14F-4D97-AF65-F5344CB8AC3E}">
        <p14:creationId xmlns:p14="http://schemas.microsoft.com/office/powerpoint/2010/main" val="93942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0878-1656-7320-9AC8-EB2A2518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/>
              <a:t>UMAP and t-SNE lie on attraction-repulsion spectrum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2B673-1CEB-6AE0-E8AB-C978BBCCC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46" y="1450594"/>
            <a:ext cx="11467908" cy="4581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94084C-E20F-8F73-8949-AEE39DEB0CE1}"/>
              </a:ext>
            </a:extLst>
          </p:cNvPr>
          <p:cNvSpPr txBox="1"/>
          <p:nvPr/>
        </p:nvSpPr>
        <p:spPr>
          <a:xfrm>
            <a:off x="73582" y="6534835"/>
            <a:ext cx="60224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https://</a:t>
            </a:r>
            <a:r>
              <a:rPr lang="en-US" sz="1500" dirty="0" err="1"/>
              <a:t>www.biorxiv.org</a:t>
            </a:r>
            <a:r>
              <a:rPr lang="en-US" sz="1500" dirty="0"/>
              <a:t>/content/10.1101/2024.04.26.590867v1.full.pdf</a:t>
            </a:r>
          </a:p>
        </p:txBody>
      </p:sp>
    </p:spTree>
    <p:extLst>
      <p:ext uri="{BB962C8B-B14F-4D97-AF65-F5344CB8AC3E}">
        <p14:creationId xmlns:p14="http://schemas.microsoft.com/office/powerpoint/2010/main" val="104657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FAA4-DB91-B3F5-91E0-0DBFB5C6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6" y="120337"/>
            <a:ext cx="10515600" cy="1325563"/>
          </a:xfrm>
        </p:spPr>
        <p:txBody>
          <a:bodyPr/>
          <a:lstStyle/>
          <a:p>
            <a:r>
              <a:rPr lang="en-US" dirty="0"/>
              <a:t>Example of typical UMAP plots in single cell</a:t>
            </a:r>
          </a:p>
        </p:txBody>
      </p:sp>
      <p:pic>
        <p:nvPicPr>
          <p:cNvPr id="4" name="Picture 3" descr="Fig. 3: Analysis of RNA and TCR joint space in HNSCC data.">
            <a:extLst>
              <a:ext uri="{FF2B5EF4-FFF2-40B4-BE49-F238E27FC236}">
                <a16:creationId xmlns:a16="http://schemas.microsoft.com/office/drawing/2014/main" id="{8AD62829-0BA0-588D-ACA0-3744AA5B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100446" y="1130112"/>
            <a:ext cx="7950168" cy="35151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D1DEEF-2A76-55E7-FEFA-CDF43B54080E}"/>
              </a:ext>
            </a:extLst>
          </p:cNvPr>
          <p:cNvSpPr txBox="1"/>
          <p:nvPr/>
        </p:nvSpPr>
        <p:spPr>
          <a:xfrm>
            <a:off x="176354" y="4847960"/>
            <a:ext cx="731549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Single-cell RNA sequencing of T-cells across 20+ patients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(He et al, Nat Comms 2026)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C488C-7E49-8825-2D8F-5CFB66615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348" y="4125191"/>
            <a:ext cx="4850651" cy="2522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BF4676-6FFE-BED5-4B7A-4063C45AEB74}"/>
              </a:ext>
            </a:extLst>
          </p:cNvPr>
          <p:cNvSpPr txBox="1"/>
          <p:nvPr/>
        </p:nvSpPr>
        <p:spPr>
          <a:xfrm>
            <a:off x="4106680" y="6278685"/>
            <a:ext cx="32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Isakova et al, Nat Biotech 2026</a:t>
            </a:r>
          </a:p>
        </p:txBody>
      </p:sp>
    </p:spTree>
    <p:extLst>
      <p:ext uri="{BB962C8B-B14F-4D97-AF65-F5344CB8AC3E}">
        <p14:creationId xmlns:p14="http://schemas.microsoft.com/office/powerpoint/2010/main" val="1570205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FABB-FDC2-9244-ED5C-61049CEA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62" y="18255"/>
            <a:ext cx="10515600" cy="1325563"/>
          </a:xfrm>
        </p:spPr>
        <p:txBody>
          <a:bodyPr/>
          <a:lstStyle/>
          <a:p>
            <a:r>
              <a:rPr lang="en-US" dirty="0"/>
              <a:t>UMAP plots are often over-interpreted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52CF4-51B4-0CDF-E67B-7514D46D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83" y="1194132"/>
            <a:ext cx="4510921" cy="1173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315352-6E8F-84CB-D2A2-2675904B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2" y="1780857"/>
            <a:ext cx="5893259" cy="44269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785AC7-01CF-9969-221F-AF3D49C6D579}"/>
              </a:ext>
            </a:extLst>
          </p:cNvPr>
          <p:cNvSpPr txBox="1"/>
          <p:nvPr/>
        </p:nvSpPr>
        <p:spPr>
          <a:xfrm>
            <a:off x="84462" y="6239172"/>
            <a:ext cx="4520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https://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network.febs.org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/videos/talk15_christina_leslie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76A2F2-2D3F-250E-B000-59078012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327" y="2406219"/>
            <a:ext cx="4868231" cy="397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32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FBCF68-1FC9-8881-C73C-50373BDE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6364"/>
            <a:ext cx="6747297" cy="5934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021EAC-21DD-BEE7-4723-8EB20EB37505}"/>
              </a:ext>
            </a:extLst>
          </p:cNvPr>
          <p:cNvSpPr txBox="1"/>
          <p:nvPr/>
        </p:nvSpPr>
        <p:spPr>
          <a:xfrm>
            <a:off x="5133860" y="5452919"/>
            <a:ext cx="6378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Figure from </a:t>
            </a:r>
            <a:r>
              <a:rPr lang="en-US" i="1" dirty="0"/>
              <a:t>“Pumping the brakes on RNA velocity – understanding and interpreting RNA velocity estimates”</a:t>
            </a:r>
          </a:p>
          <a:p>
            <a:pPr fontAlgn="base"/>
            <a:r>
              <a:rPr lang="en-US" dirty="0"/>
              <a:t>by Zheng et al (Kasper Hansen lab JHU biostats)</a:t>
            </a:r>
          </a:p>
        </p:txBody>
      </p:sp>
    </p:spTree>
    <p:extLst>
      <p:ext uri="{BB962C8B-B14F-4D97-AF65-F5344CB8AC3E}">
        <p14:creationId xmlns:p14="http://schemas.microsoft.com/office/powerpoint/2010/main" val="414688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33B3-945C-A9E0-ADE9-5C5AC321A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609DBEB-56C4-4E85-43BA-3F32DDC1F7C0}"/>
              </a:ext>
            </a:extLst>
          </p:cNvPr>
          <p:cNvGrpSpPr/>
          <p:nvPr/>
        </p:nvGrpSpPr>
        <p:grpSpPr>
          <a:xfrm>
            <a:off x="847800" y="1166408"/>
            <a:ext cx="3884881" cy="5529429"/>
            <a:chOff x="-69787" y="1241097"/>
            <a:chExt cx="3884881" cy="55294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41232E-573B-581E-4B89-85178996FC6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012" y="3975055"/>
              <a:ext cx="3379082" cy="9810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000" b="1" dirty="0"/>
                <a:t>Adjacency matrix A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en-US" sz="2000" dirty="0"/>
                <a:t>Entry </a:t>
              </a:r>
              <a:r>
                <a:rPr lang="en-US" altLang="en-US" sz="2000" dirty="0" err="1"/>
                <a:t>a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weight of edge j-&gt;i</a:t>
              </a:r>
            </a:p>
          </p:txBody>
        </p:sp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1644249B-A0A7-14C6-14B5-51FF18520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894" y="5017926"/>
              <a:ext cx="2743200" cy="1752600"/>
              <a:chOff x="1056" y="1632"/>
              <a:chExt cx="1728" cy="1104"/>
            </a:xfrm>
          </p:grpSpPr>
          <p:sp>
            <p:nvSpPr>
              <p:cNvPr id="12" name="Oval 15">
                <a:extLst>
                  <a:ext uri="{FF2B5EF4-FFF2-40B4-BE49-F238E27FC236}">
                    <a16:creationId xmlns:a16="http://schemas.microsoft.com/office/drawing/2014/main" id="{5830DB20-5C35-48F1-8F10-32FAEF47C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7000E65A-DE62-4F82-F579-0114A23E3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4" name="Oval 17">
                <a:extLst>
                  <a:ext uri="{FF2B5EF4-FFF2-40B4-BE49-F238E27FC236}">
                    <a16:creationId xmlns:a16="http://schemas.microsoft.com/office/drawing/2014/main" id="{B801FB2B-6A21-712A-1059-6F15758C9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1D5F5090-3B2F-1437-000B-9A62787E0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EF24560D-1964-C969-F001-45FE4CE47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BFC04628-4DC8-4150-B660-583940B1F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94867CFE-7439-F9DD-8E88-217816FB2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1CA9FB3A-50EA-3942-E5F5-11867ED5D6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BE8C6877-7D9E-D002-FD5D-9954BD74FE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6B9C5857-D87E-9A85-C712-760CE884A9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22" name="Text Box 25">
                <a:extLst>
                  <a:ext uri="{FF2B5EF4-FFF2-40B4-BE49-F238E27FC236}">
                    <a16:creationId xmlns:a16="http://schemas.microsoft.com/office/drawing/2014/main" id="{327C730C-7A1A-FCAE-0502-FC685EE92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" y="2065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2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9D8613D-DB3A-7ACD-53FB-9E9B299138B4}"/>
                </a:ext>
              </a:extLst>
            </p:cNvPr>
            <p:cNvGrpSpPr/>
            <p:nvPr/>
          </p:nvGrpSpPr>
          <p:grpSpPr>
            <a:xfrm>
              <a:off x="773114" y="2142353"/>
              <a:ext cx="2257377" cy="1634766"/>
              <a:chOff x="554098" y="1706761"/>
              <a:chExt cx="2257377" cy="1634766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36A7959-91F9-0874-C475-60369E1A2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098" y="1706761"/>
                <a:ext cx="2257377" cy="16347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763FBF-39B2-0D59-FAD0-EB14EE2208F0}"/>
                  </a:ext>
                </a:extLst>
              </p:cNvPr>
              <p:cNvSpPr txBox="1"/>
              <p:nvPr/>
            </p:nvSpPr>
            <p:spPr>
              <a:xfrm>
                <a:off x="1438081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CC0344-B412-3101-7BEF-27F34A54DEFA}"/>
                  </a:ext>
                </a:extLst>
              </p:cNvPr>
              <p:cNvSpPr txBox="1"/>
              <p:nvPr/>
            </p:nvSpPr>
            <p:spPr>
              <a:xfrm>
                <a:off x="667673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EC6C88-EDF8-2AC6-7007-67EFBFB13BB1}"/>
                  </a:ext>
                </a:extLst>
              </p:cNvPr>
              <p:cNvSpPr txBox="1"/>
              <p:nvPr/>
            </p:nvSpPr>
            <p:spPr>
              <a:xfrm>
                <a:off x="1468499" y="227838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545286-985B-03DD-20BA-70000FC81D35}"/>
                  </a:ext>
                </a:extLst>
              </p:cNvPr>
              <p:cNvSpPr txBox="1"/>
              <p:nvPr/>
            </p:nvSpPr>
            <p:spPr>
              <a:xfrm>
                <a:off x="2297983" y="2804979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024FD31-209F-C043-E4C3-5BA93D9396B8}"/>
                  </a:ext>
                </a:extLst>
              </p:cNvPr>
              <p:cNvSpPr txBox="1"/>
              <p:nvPr/>
            </p:nvSpPr>
            <p:spPr>
              <a:xfrm>
                <a:off x="2247814" y="176692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8C057F2-C709-4EE0-1E65-73F2D15E4058}"/>
                  </a:ext>
                </a:extLst>
              </p:cNvPr>
              <p:cNvSpPr txBox="1"/>
              <p:nvPr/>
            </p:nvSpPr>
            <p:spPr>
              <a:xfrm>
                <a:off x="697985" y="228901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536B790-9C89-4CD9-3CB7-6F3CF79019F8}"/>
                  </a:ext>
                </a:extLst>
              </p:cNvPr>
              <p:cNvSpPr txBox="1"/>
              <p:nvPr/>
            </p:nvSpPr>
            <p:spPr>
              <a:xfrm>
                <a:off x="2286355" y="2285951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4D1B7D0-EFC7-5163-FA70-8ED9DABB34BA}"/>
                  </a:ext>
                </a:extLst>
              </p:cNvPr>
              <p:cNvSpPr txBox="1"/>
              <p:nvPr/>
            </p:nvSpPr>
            <p:spPr>
              <a:xfrm>
                <a:off x="697985" y="2792264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9386D18-7599-85B3-8F16-9CE4F9778691}"/>
                  </a:ext>
                </a:extLst>
              </p:cNvPr>
              <p:cNvSpPr txBox="1"/>
              <p:nvPr/>
            </p:nvSpPr>
            <p:spPr>
              <a:xfrm>
                <a:off x="1463920" y="2800812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A5E1B3-56C2-446D-AED2-26E05FE6A0E9}"/>
                </a:ext>
              </a:extLst>
            </p:cNvPr>
            <p:cNvSpPr txBox="1"/>
            <p:nvPr/>
          </p:nvSpPr>
          <p:spPr>
            <a:xfrm>
              <a:off x="-59214" y="227843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8232273-A5CF-5F3B-1905-849EAEAC07F0}"/>
                </a:ext>
              </a:extLst>
            </p:cNvPr>
            <p:cNvSpPr txBox="1"/>
            <p:nvPr/>
          </p:nvSpPr>
          <p:spPr>
            <a:xfrm>
              <a:off x="-69787" y="279234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E428FF-4CD3-372C-3354-9096A8E5A571}"/>
                </a:ext>
              </a:extLst>
            </p:cNvPr>
            <p:cNvSpPr txBox="1"/>
            <p:nvPr/>
          </p:nvSpPr>
          <p:spPr>
            <a:xfrm>
              <a:off x="-3572" y="337708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83FFC82-E43E-ED60-E144-7F65FC491135}"/>
                </a:ext>
              </a:extLst>
            </p:cNvPr>
            <p:cNvSpPr txBox="1"/>
            <p:nvPr/>
          </p:nvSpPr>
          <p:spPr>
            <a:xfrm rot="5400000">
              <a:off x="671499" y="150138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6C89E23-966D-6526-59DF-446A480E300F}"/>
                </a:ext>
              </a:extLst>
            </p:cNvPr>
            <p:cNvSpPr txBox="1"/>
            <p:nvPr/>
          </p:nvSpPr>
          <p:spPr>
            <a:xfrm rot="5400000">
              <a:off x="1388940" y="149927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3612E7-C3F5-73DB-81B3-92F6CBB2C304}"/>
                </a:ext>
              </a:extLst>
            </p:cNvPr>
            <p:cNvSpPr txBox="1"/>
            <p:nvPr/>
          </p:nvSpPr>
          <p:spPr>
            <a:xfrm rot="5400000">
              <a:off x="2158692" y="153327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FBC319-D29A-4AD5-60E6-0B809E54E631}"/>
                    </a:ext>
                  </a:extLst>
                </p14:cNvPr>
                <p14:cNvContentPartPr/>
                <p14:nvPr/>
              </p14:nvContentPartPr>
              <p14:xfrm>
                <a:off x="437590" y="5607170"/>
                <a:ext cx="594000" cy="79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FBC319-D29A-4AD5-60E6-0B809E54E6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470" y="5601050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1" name="Text Box 22">
              <a:extLst>
                <a:ext uri="{FF2B5EF4-FFF2-40B4-BE49-F238E27FC236}">
                  <a16:creationId xmlns:a16="http://schemas.microsoft.com/office/drawing/2014/main" id="{6167C560-F17E-3F5B-1EEA-FA171C99E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85" y="5832125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3E32AFD-C99F-FA84-65D5-8C48A2D8226F}"/>
              </a:ext>
            </a:extLst>
          </p:cNvPr>
          <p:cNvGrpSpPr/>
          <p:nvPr/>
        </p:nvGrpSpPr>
        <p:grpSpPr>
          <a:xfrm>
            <a:off x="5037481" y="1169745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488BCD-B5F5-67BD-7DBC-9A9A7810F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F8936F74-9816-49A5-60D7-447D94CBA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0682100B-055D-AAD1-447C-9A1AB79AE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1F4327B3-1198-C766-F904-FC028C865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99CCBA1A-354A-DDB3-593A-C46E6104A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6C840E25-8AFB-DBC8-BC07-5DF1EFC1C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CB6B6740-00A9-360D-CD4B-51227E686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41C73FE5-0A38-4A7F-BD6B-627DCFFA8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04CDC284-9917-E455-D581-ED634D468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A14F2B1F-13F7-4720-A36C-9E5520524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16513FB1-920C-A6F0-982C-21830A680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18E03EEA-F015-D6FC-2DBD-ACAB492C9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C3D768A0-7C02-2DD1-6DCF-D284E07AA3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5B79D770-D01D-F704-E553-C61E0895C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5D19BEA-EC4E-3859-93DC-F1741A4DB9B2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E16895-14FE-DEF9-36C0-4D3C3C9E629A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F2B384B-8243-123A-285D-12AFBE021DC4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A70E4D9-3952-8BBC-62AA-2086CA4269EA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076B0C1-BA8D-B759-0AA8-3F173CA4E71B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3E1215-1D6A-C4BA-BE6B-9AC6DF52F550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3DBFABD-4BB3-04E8-7641-C91061986C57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D129AF-AC54-EBC9-0015-B88AEED7847C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2C6CF8-E67C-E6DA-725A-94DCBACD6B84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E9E795C-C77A-C6A0-7240-9F583AA478A0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BDBD08-EA6E-D575-D94C-B5449BA9E49D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E774449-F1FD-524F-6CF8-128C837A3392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D7E3438-F264-0E7C-56BE-A8E6640D6A88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F38007-98F5-C97B-AA7E-FCB08887884A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6F83CA-2CDD-994A-DB39-DD87451AF10D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B849B1-4B90-3D58-B6FD-9D75FD13E597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B849B1-4B90-3D58-B6FD-9D75FD13E5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66344C05-3F77-62A8-DDA3-1B6C79DCB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5D664049-895B-F325-8E1B-614DF7ADA86B}"/>
              </a:ext>
            </a:extLst>
          </p:cNvPr>
          <p:cNvSpPr txBox="1"/>
          <p:nvPr/>
        </p:nvSpPr>
        <p:spPr>
          <a:xfrm>
            <a:off x="9518926" y="2359124"/>
            <a:ext cx="23991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Vertices often called </a:t>
            </a:r>
            <a:r>
              <a:rPr lang="en-US" sz="2500" b="1" dirty="0">
                <a:solidFill>
                  <a:srgbClr val="C00000"/>
                </a:solidFill>
              </a:rPr>
              <a:t>states</a:t>
            </a:r>
            <a:endParaRPr lang="en-US" sz="25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411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B40E-AEE8-4EF5-51F0-6FD5FFD0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529FD654-7ED2-55A7-EC64-C92AADADEDA2}"/>
              </a:ext>
            </a:extLst>
          </p:cNvPr>
          <p:cNvGrpSpPr/>
          <p:nvPr/>
        </p:nvGrpSpPr>
        <p:grpSpPr>
          <a:xfrm>
            <a:off x="847800" y="1166408"/>
            <a:ext cx="3884881" cy="5529429"/>
            <a:chOff x="-69787" y="1241097"/>
            <a:chExt cx="3884881" cy="55294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31CDAC-0F45-9E17-F285-A18E73D261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012" y="3975055"/>
              <a:ext cx="3379082" cy="9810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000" b="1" dirty="0"/>
                <a:t>Adjacency matrix A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en-US" sz="2000" dirty="0"/>
                <a:t>Entry </a:t>
              </a:r>
              <a:r>
                <a:rPr lang="en-US" altLang="en-US" sz="2000" dirty="0" err="1"/>
                <a:t>a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weight of edge j-&gt;i</a:t>
              </a:r>
            </a:p>
          </p:txBody>
        </p:sp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80B34AFA-182B-71D5-F3BF-08A6B1421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894" y="5017926"/>
              <a:ext cx="2743200" cy="1752600"/>
              <a:chOff x="1056" y="1632"/>
              <a:chExt cx="1728" cy="1104"/>
            </a:xfrm>
          </p:grpSpPr>
          <p:sp>
            <p:nvSpPr>
              <p:cNvPr id="12" name="Oval 15">
                <a:extLst>
                  <a:ext uri="{FF2B5EF4-FFF2-40B4-BE49-F238E27FC236}">
                    <a16:creationId xmlns:a16="http://schemas.microsoft.com/office/drawing/2014/main" id="{49CEF20F-5038-08CB-6238-877AC7137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A419FBC2-BA25-5259-B6BD-5CCC1BB28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4" name="Oval 17">
                <a:extLst>
                  <a:ext uri="{FF2B5EF4-FFF2-40B4-BE49-F238E27FC236}">
                    <a16:creationId xmlns:a16="http://schemas.microsoft.com/office/drawing/2014/main" id="{CB8D8558-A72C-3102-AC68-580B9A8D4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68C78AB2-4962-EB9F-B74C-A0AF928BC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E56B43E4-F6A3-26C3-BC7E-EF50256A7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EFAA2086-B215-63F8-89F7-521827177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1FBF5F34-7AAA-9062-3D4A-89BF7F435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D225B010-6EA7-3E18-78C0-40724F6A64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BE1FAB52-C78E-0969-629E-FF92BE30F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7DA03DEF-EBAB-E259-98E8-241C00763F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22" name="Text Box 25">
                <a:extLst>
                  <a:ext uri="{FF2B5EF4-FFF2-40B4-BE49-F238E27FC236}">
                    <a16:creationId xmlns:a16="http://schemas.microsoft.com/office/drawing/2014/main" id="{2A8102F3-7C0E-18B8-9DAB-126CF45C8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" y="2065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2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E3E4DE0-4B36-F848-7ED3-1594EDAC06A3}"/>
                </a:ext>
              </a:extLst>
            </p:cNvPr>
            <p:cNvGrpSpPr/>
            <p:nvPr/>
          </p:nvGrpSpPr>
          <p:grpSpPr>
            <a:xfrm>
              <a:off x="773114" y="2142353"/>
              <a:ext cx="2257377" cy="1634766"/>
              <a:chOff x="554098" y="1706761"/>
              <a:chExt cx="2257377" cy="1634766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54869EFA-956A-3993-1891-51E50A089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098" y="1706761"/>
                <a:ext cx="2257377" cy="16347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E57907-93E8-0F69-4A6C-1FF5F85D9F4E}"/>
                  </a:ext>
                </a:extLst>
              </p:cNvPr>
              <p:cNvSpPr txBox="1"/>
              <p:nvPr/>
            </p:nvSpPr>
            <p:spPr>
              <a:xfrm>
                <a:off x="1438081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194175-C439-0F09-6459-FBA8A81DACA0}"/>
                  </a:ext>
                </a:extLst>
              </p:cNvPr>
              <p:cNvSpPr txBox="1"/>
              <p:nvPr/>
            </p:nvSpPr>
            <p:spPr>
              <a:xfrm>
                <a:off x="667673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4E5FD8-59A1-640F-C459-D2EFBB30A5D3}"/>
                  </a:ext>
                </a:extLst>
              </p:cNvPr>
              <p:cNvSpPr txBox="1"/>
              <p:nvPr/>
            </p:nvSpPr>
            <p:spPr>
              <a:xfrm>
                <a:off x="1468499" y="227838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E83523-06BF-5FDA-9A86-D34267BD0604}"/>
                  </a:ext>
                </a:extLst>
              </p:cNvPr>
              <p:cNvSpPr txBox="1"/>
              <p:nvPr/>
            </p:nvSpPr>
            <p:spPr>
              <a:xfrm>
                <a:off x="2297983" y="2804979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EC2A37-3E3D-0D8A-44BD-12557A22E3E6}"/>
                  </a:ext>
                </a:extLst>
              </p:cNvPr>
              <p:cNvSpPr txBox="1"/>
              <p:nvPr/>
            </p:nvSpPr>
            <p:spPr>
              <a:xfrm>
                <a:off x="2247814" y="176692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9402DA-5D07-3700-F594-7D9BA69AA144}"/>
                  </a:ext>
                </a:extLst>
              </p:cNvPr>
              <p:cNvSpPr txBox="1"/>
              <p:nvPr/>
            </p:nvSpPr>
            <p:spPr>
              <a:xfrm>
                <a:off x="697985" y="228901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41A448-26F4-54A1-3A95-E8D62AEFA072}"/>
                  </a:ext>
                </a:extLst>
              </p:cNvPr>
              <p:cNvSpPr txBox="1"/>
              <p:nvPr/>
            </p:nvSpPr>
            <p:spPr>
              <a:xfrm>
                <a:off x="2286355" y="2285951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51529BA-8D12-2F22-27F1-962313D6F690}"/>
                  </a:ext>
                </a:extLst>
              </p:cNvPr>
              <p:cNvSpPr txBox="1"/>
              <p:nvPr/>
            </p:nvSpPr>
            <p:spPr>
              <a:xfrm>
                <a:off x="697985" y="2792264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39B991F-C349-FDBF-EF74-ACCC65E49473}"/>
                  </a:ext>
                </a:extLst>
              </p:cNvPr>
              <p:cNvSpPr txBox="1"/>
              <p:nvPr/>
            </p:nvSpPr>
            <p:spPr>
              <a:xfrm>
                <a:off x="1463920" y="2800812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73BA836-78BF-FF7B-194F-81F7379D0206}"/>
                </a:ext>
              </a:extLst>
            </p:cNvPr>
            <p:cNvSpPr txBox="1"/>
            <p:nvPr/>
          </p:nvSpPr>
          <p:spPr>
            <a:xfrm>
              <a:off x="-59214" y="227843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E45ECFD-8C92-C646-8E2C-6B75479D0637}"/>
                </a:ext>
              </a:extLst>
            </p:cNvPr>
            <p:cNvSpPr txBox="1"/>
            <p:nvPr/>
          </p:nvSpPr>
          <p:spPr>
            <a:xfrm>
              <a:off x="-69787" y="279234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10DC7FB-935D-2F55-8B57-4FE284986861}"/>
                </a:ext>
              </a:extLst>
            </p:cNvPr>
            <p:cNvSpPr txBox="1"/>
            <p:nvPr/>
          </p:nvSpPr>
          <p:spPr>
            <a:xfrm>
              <a:off x="-3572" y="337708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A51B6FE-2CD0-D92B-D579-5DA1ADFE2C8A}"/>
                </a:ext>
              </a:extLst>
            </p:cNvPr>
            <p:cNvSpPr txBox="1"/>
            <p:nvPr/>
          </p:nvSpPr>
          <p:spPr>
            <a:xfrm rot="5400000">
              <a:off x="671499" y="150138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CD8B758-1A17-CF80-29EB-BFC0831A9CB8}"/>
                </a:ext>
              </a:extLst>
            </p:cNvPr>
            <p:cNvSpPr txBox="1"/>
            <p:nvPr/>
          </p:nvSpPr>
          <p:spPr>
            <a:xfrm rot="5400000">
              <a:off x="1388940" y="149927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0C0763-5EF3-B3CE-1C02-46AFA1331C74}"/>
                </a:ext>
              </a:extLst>
            </p:cNvPr>
            <p:cNvSpPr txBox="1"/>
            <p:nvPr/>
          </p:nvSpPr>
          <p:spPr>
            <a:xfrm rot="5400000">
              <a:off x="2158692" y="153327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A34366-7C7E-FEB2-FB68-E2CF6D31BCA8}"/>
                    </a:ext>
                  </a:extLst>
                </p14:cNvPr>
                <p14:cNvContentPartPr/>
                <p14:nvPr/>
              </p14:nvContentPartPr>
              <p14:xfrm>
                <a:off x="437590" y="5607170"/>
                <a:ext cx="594000" cy="79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A34366-7C7E-FEB2-FB68-E2CF6D31BCA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470" y="5601050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1" name="Text Box 22">
              <a:extLst>
                <a:ext uri="{FF2B5EF4-FFF2-40B4-BE49-F238E27FC236}">
                  <a16:creationId xmlns:a16="http://schemas.microsoft.com/office/drawing/2014/main" id="{CC88C0B1-A65B-8894-9DB7-4957A1059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85" y="5832125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42CADDF-1260-CC6C-B1EC-8F7F304F07F7}"/>
              </a:ext>
            </a:extLst>
          </p:cNvPr>
          <p:cNvGrpSpPr/>
          <p:nvPr/>
        </p:nvGrpSpPr>
        <p:grpSpPr>
          <a:xfrm>
            <a:off x="5037481" y="1169745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EB7FE0-FEDD-DED9-B5E7-040B9BB31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0653DCCD-ED83-69EF-24ED-12AA28EEA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072CE685-B880-94E8-5D31-056E9A53A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2D78BF70-2073-FF7B-0945-5330E84C0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C63178DD-7D8F-EDD8-A12D-7932266A1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D5C13BA2-B113-AAC3-3A62-812CA341D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D1F6E9C7-1534-9E11-F53D-B5812CFB5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50388528-9557-9304-CE02-CA0F4C115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277A1844-5C45-AC7E-1A27-481225C64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7F5A1663-0A77-F1FF-18FF-F71F764A41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44CD9E33-DD1E-186E-35C0-914C6F4A8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F696886C-04E8-54A7-BF88-447515500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3E3980D5-21B6-B64D-FD0F-5069A5AC35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101272D9-10AB-81E1-91E1-29BCB072F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D60C5E5-7B01-C968-A193-28420FA2CFC0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55A8DA-8AE1-B201-BF94-361DC110D6C8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FC3B148-05A7-834D-720C-6FEC09AC07C2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FF7266-F6C4-C39B-7D22-194C9291134F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D481A31-2BA3-1E27-D043-105E3E8A7065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DFAE3E7-F685-25AC-2299-E2F9B576B90C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47FA375-4220-F99C-D9F9-16ECFEF01A81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B56603-852C-D37C-C1E4-4516488D5999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C77F55-D23D-1CCE-E441-A5D81D17EFE4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FB3E07C-DAEB-8815-5AC5-B1909529202A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93F36FD-34CD-881B-4452-B3E0725780E6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79C15B0-07C6-555D-B2AA-856FDAF5FBF5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C11AFB9-369F-A55C-0D45-1639D0B0EB4F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2F79045-D915-57B9-BA6B-2F9FB37F8A9B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74BE44B-1A0A-3645-F03C-9217670C9358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7444BE-2B31-5CD0-FF92-5788D842DFAF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7444BE-2B31-5CD0-FF92-5788D842DF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F009081F-4707-7F2A-D76A-A6F286884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A8C1E18-E702-FD5F-0ABF-9EA77C78BAC0}"/>
                  </a:ext>
                </a:extLst>
              </p:cNvPr>
              <p:cNvSpPr txBox="1"/>
              <p:nvPr/>
            </p:nvSpPr>
            <p:spPr>
              <a:xfrm>
                <a:off x="9191611" y="2406946"/>
                <a:ext cx="2859549" cy="144655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Related by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Where D is </a:t>
                </a:r>
                <a:r>
                  <a:rPr lang="en-US" sz="2200" b="1" dirty="0"/>
                  <a:t>out-degree matrix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A8C1E18-E702-FD5F-0ABF-9EA77C78B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11" y="2406946"/>
                <a:ext cx="2859549" cy="1446550"/>
              </a:xfrm>
              <a:prstGeom prst="rect">
                <a:avLst/>
              </a:prstGeom>
              <a:blipFill>
                <a:blip r:embed="rId5"/>
                <a:stretch>
                  <a:fillRect l="-2643" t="-2609" b="-782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E72BEFF7-7400-5DDA-294D-9F04268123F8}"/>
              </a:ext>
            </a:extLst>
          </p:cNvPr>
          <p:cNvGrpSpPr/>
          <p:nvPr/>
        </p:nvGrpSpPr>
        <p:grpSpPr>
          <a:xfrm>
            <a:off x="9392381" y="4835711"/>
            <a:ext cx="2262388" cy="1608872"/>
            <a:chOff x="8924341" y="4237653"/>
            <a:chExt cx="2262388" cy="1608872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0AA3A8C-4619-AF81-BA25-2D9294897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4341" y="4237653"/>
              <a:ext cx="2262388" cy="1608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87DB8E-06CB-1F40-7B24-AFCCAB10D496}"/>
                </a:ext>
              </a:extLst>
            </p:cNvPr>
            <p:cNvSpPr txBox="1"/>
            <p:nvPr/>
          </p:nvSpPr>
          <p:spPr>
            <a:xfrm>
              <a:off x="9808323" y="426594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F076EC-36E8-490A-03B8-D009362F6EB0}"/>
                </a:ext>
              </a:extLst>
            </p:cNvPr>
            <p:cNvSpPr txBox="1"/>
            <p:nvPr/>
          </p:nvSpPr>
          <p:spPr>
            <a:xfrm>
              <a:off x="9037915" y="426594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A121B1-76D3-C22B-91B5-2ADAB3C556D9}"/>
                </a:ext>
              </a:extLst>
            </p:cNvPr>
            <p:cNvSpPr txBox="1"/>
            <p:nvPr/>
          </p:nvSpPr>
          <p:spPr>
            <a:xfrm>
              <a:off x="9838741" y="480927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F105C8-F5E0-63C3-E59D-537EF1C52D4E}"/>
                </a:ext>
              </a:extLst>
            </p:cNvPr>
            <p:cNvSpPr txBox="1"/>
            <p:nvPr/>
          </p:nvSpPr>
          <p:spPr>
            <a:xfrm>
              <a:off x="10668225" y="533587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96341BB-9395-FAE6-9432-28006DACCE81}"/>
                </a:ext>
              </a:extLst>
            </p:cNvPr>
            <p:cNvSpPr txBox="1"/>
            <p:nvPr/>
          </p:nvSpPr>
          <p:spPr>
            <a:xfrm>
              <a:off x="10618056" y="42978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4074366-535F-3340-D7F6-D8D0C154604A}"/>
                </a:ext>
              </a:extLst>
            </p:cNvPr>
            <p:cNvSpPr txBox="1"/>
            <p:nvPr/>
          </p:nvSpPr>
          <p:spPr>
            <a:xfrm>
              <a:off x="9068227" y="481990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17B750-E047-2800-4AD2-BCBFDBC8CC84}"/>
                </a:ext>
              </a:extLst>
            </p:cNvPr>
            <p:cNvSpPr txBox="1"/>
            <p:nvPr/>
          </p:nvSpPr>
          <p:spPr>
            <a:xfrm>
              <a:off x="10656597" y="4816843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CDA521-83B7-BFB8-B33B-B97F79803049}"/>
                </a:ext>
              </a:extLst>
            </p:cNvPr>
            <p:cNvSpPr txBox="1"/>
            <p:nvPr/>
          </p:nvSpPr>
          <p:spPr>
            <a:xfrm>
              <a:off x="9068227" y="532315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825068A-0DE9-24B8-3F22-150AA49185F7}"/>
                </a:ext>
              </a:extLst>
            </p:cNvPr>
            <p:cNvSpPr txBox="1"/>
            <p:nvPr/>
          </p:nvSpPr>
          <p:spPr>
            <a:xfrm>
              <a:off x="9834162" y="53317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7AB886C3-B485-CBED-73C9-BC7EFF90C8E2}"/>
              </a:ext>
            </a:extLst>
          </p:cNvPr>
          <p:cNvSpPr txBox="1"/>
          <p:nvPr/>
        </p:nvSpPr>
        <p:spPr>
          <a:xfrm>
            <a:off x="8848140" y="6380946"/>
            <a:ext cx="301319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Outdegree matrix D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AE12363A-706D-7FB8-F815-0B45DFEB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2273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C57F-A7F9-BFF1-7470-7B88803C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FF883E30-0CDA-D1DB-88FB-D53090D67FE7}"/>
              </a:ext>
            </a:extLst>
          </p:cNvPr>
          <p:cNvGrpSpPr/>
          <p:nvPr/>
        </p:nvGrpSpPr>
        <p:grpSpPr>
          <a:xfrm>
            <a:off x="140840" y="1105252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0F2ADE-A90E-5F67-E416-ED02EC36E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157BA019-A293-4618-33E8-3D6548A5AE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85AEB8D8-9260-AB1F-C482-34B4F1FAB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6849B9D9-2DC1-4FA2-9F23-DAB24F956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D6C41697-23D3-CE78-DB32-4B49160E1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7DE5F888-E6C4-1711-5099-E9F3BF53D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1133B5D2-1FD5-56CA-F2D6-225650AC61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A3A9D2A4-06E3-1C57-A849-1570EFD0C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7C39BE7F-3D72-6DA0-0868-0DC4717A6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522AA8F7-C511-6C7F-DD20-88C85F4232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F2272F44-AF7C-4D73-7101-EC0253115D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368298F1-64A7-1245-E6ED-D93D172CE6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502E2C63-F16A-016A-2039-10D6A936DB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35AD6FC5-1CA1-898E-6D20-041888D35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AD20AE-42AB-B962-76FE-058F5BF29BEA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BB0C09D-971D-55EF-5114-A7B0BD6F001A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EECD388-DB4F-754D-C61A-4D00E6CA1DFC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473978-11AB-FB61-2FF0-8FFE4C9F2A01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EE0A17-F157-3D81-3267-7A2A66129D20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12DB42D-AB70-F06F-8D4C-1BDCACC2695A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B8F8F1-AB43-401A-9481-FC298268CA82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6E9815-1B5D-DDD6-F8FE-04AA28E42312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F7C966B-62A1-A56B-B40E-29E140384DFE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03497E7-5EDB-2094-F529-917C4C1A38A5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3DEAAB4-C62C-7D95-3298-A4D5123F4EF6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E8CCA2E-6A8D-DD9C-4BC0-B1E88D638107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620EFAA-D1C4-7270-9B5C-3761BAA1DDC9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FC6C9F-2AF9-6357-1D96-356DB646C81E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B05D95D-37B1-1C3C-497A-686FBCE8AB8B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BF3DA75-EFFC-534E-7B6D-056905D820EC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BF3DA75-EFFC-534E-7B6D-056905D820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36E6220F-ADEA-A509-21F1-A55C43669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809938-A782-6173-0A9F-72CE5C85D2B6}"/>
                  </a:ext>
                </a:extLst>
              </p:cNvPr>
              <p:cNvSpPr txBox="1"/>
              <p:nvPr/>
            </p:nvSpPr>
            <p:spPr>
              <a:xfrm>
                <a:off x="5645214" y="1436945"/>
                <a:ext cx="401366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Formula after t steps…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809938-A782-6173-0A9F-72CE5C85D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214" y="1436945"/>
                <a:ext cx="4013663" cy="1015663"/>
              </a:xfrm>
              <a:prstGeom prst="rect">
                <a:avLst/>
              </a:prstGeom>
              <a:blipFill>
                <a:blip r:embed="rId4"/>
                <a:stretch>
                  <a:fillRect l="-3470" t="-7500" r="-2524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0426625-83B7-6C61-6876-9433AF948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899" y="2672551"/>
            <a:ext cx="2651767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2010CD-23C2-B03A-F9F8-EE1B46C67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4888" y="2672551"/>
            <a:ext cx="324339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5CD6A4-41CF-F37C-4F9E-35DE95F84205}"/>
              </a:ext>
            </a:extLst>
          </p:cNvPr>
          <p:cNvSpPr txBox="1"/>
          <p:nvPr/>
        </p:nvSpPr>
        <p:spPr>
          <a:xfrm>
            <a:off x="10214799" y="3345383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0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ECE011-4C78-F9DD-61F9-4C05C92377A2}"/>
              </a:ext>
            </a:extLst>
          </p:cNvPr>
          <p:cNvGrpSpPr/>
          <p:nvPr/>
        </p:nvGrpSpPr>
        <p:grpSpPr>
          <a:xfrm>
            <a:off x="5688072" y="2653311"/>
            <a:ext cx="394138" cy="1796360"/>
            <a:chOff x="3622104" y="4980241"/>
            <a:chExt cx="394138" cy="1796360"/>
          </a:xfrm>
        </p:grpSpPr>
        <p:sp>
          <p:nvSpPr>
            <p:cNvPr id="51" name="Rectangle 5">
              <a:extLst>
                <a:ext uri="{FF2B5EF4-FFF2-40B4-BE49-F238E27FC236}">
                  <a16:creationId xmlns:a16="http://schemas.microsoft.com/office/drawing/2014/main" id="{45CA7AD3-65C7-3552-64CB-A9A8157BD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903" y="4980241"/>
              <a:ext cx="324339" cy="1796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B31B7F-A560-5697-F5A6-933D3FB113A1}"/>
                </a:ext>
              </a:extLst>
            </p:cNvPr>
            <p:cNvSpPr txBox="1"/>
            <p:nvPr/>
          </p:nvSpPr>
          <p:spPr>
            <a:xfrm>
              <a:off x="3622104" y="5620251"/>
              <a:ext cx="3529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x</a:t>
              </a:r>
              <a:r>
                <a:rPr lang="en-US" sz="2000" baseline="-25000" dirty="0" err="1"/>
                <a:t>t</a:t>
              </a:r>
              <a:endParaRPr lang="en-US" sz="2000" baseline="-250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64783D8F-FEF7-D194-CA24-FE9A88BC8DF0}"/>
              </a:ext>
            </a:extLst>
          </p:cNvPr>
          <p:cNvSpPr txBox="1"/>
          <p:nvPr/>
        </p:nvSpPr>
        <p:spPr>
          <a:xfrm>
            <a:off x="6701445" y="3206259"/>
            <a:ext cx="2126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Probability transition matrix 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EF8A5F-8DE4-2CEB-6668-2EFCF1B4D2D9}"/>
              </a:ext>
            </a:extLst>
          </p:cNvPr>
          <p:cNvSpPr txBox="1"/>
          <p:nvPr/>
        </p:nvSpPr>
        <p:spPr>
          <a:xfrm>
            <a:off x="9280851" y="2453833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49D453-28CB-8333-08AE-2B806AA93DCA}"/>
              </a:ext>
            </a:extLst>
          </p:cNvPr>
          <p:cNvSpPr txBox="1"/>
          <p:nvPr/>
        </p:nvSpPr>
        <p:spPr>
          <a:xfrm>
            <a:off x="5556198" y="5159501"/>
            <a:ext cx="61009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where x</a:t>
            </a:r>
            <a:r>
              <a:rPr lang="en-US" sz="2500" baseline="-25000" dirty="0"/>
              <a:t>0</a:t>
            </a:r>
            <a:r>
              <a:rPr lang="en-US" sz="2500" dirty="0"/>
              <a:t> is initial probability distribution over vertices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E37554-3D75-2082-90CE-03899E5E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73A642-389C-3D9C-AB85-6A65463B47B8}"/>
              </a:ext>
            </a:extLst>
          </p:cNvPr>
          <p:cNvSpPr/>
          <p:nvPr/>
        </p:nvSpPr>
        <p:spPr>
          <a:xfrm>
            <a:off x="5245100" y="1436945"/>
            <a:ext cx="6248400" cy="47837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88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AEA3-8626-D5BC-DFCE-93FFEA83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38125"/>
            <a:ext cx="10515600" cy="1325563"/>
          </a:xfrm>
        </p:spPr>
        <p:txBody>
          <a:bodyPr/>
          <a:lstStyle/>
          <a:p>
            <a:r>
              <a:rPr lang="en-US" dirty="0"/>
              <a:t>Classification of states in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8314-2477-8939-6909-5BBCCD6F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25177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Recurrent:</a:t>
            </a:r>
            <a:r>
              <a:rPr lang="en-US" dirty="0"/>
              <a:t> if at vertex/state v, then you will </a:t>
            </a:r>
            <a:r>
              <a:rPr lang="en-US" u="sng" dirty="0"/>
              <a:t>always return to v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= 1</a:t>
            </a:r>
          </a:p>
          <a:p>
            <a:pPr marL="0" indent="0">
              <a:buNone/>
            </a:pPr>
            <a:r>
              <a:rPr lang="en-US" b="1" dirty="0"/>
              <a:t>Transient: </a:t>
            </a:r>
            <a:r>
              <a:rPr lang="en-US" dirty="0"/>
              <a:t>if at vertex/state v, then there is </a:t>
            </a:r>
            <a:r>
              <a:rPr lang="en-US" u="sng" dirty="0"/>
              <a:t>a non-zero probability you never return to v again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&lt; 1</a:t>
            </a:r>
          </a:p>
          <a:p>
            <a:pPr marL="0" indent="0">
              <a:buNone/>
            </a:pPr>
            <a:endParaRPr lang="en-US" b="1" u="sng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D249A7-07BA-88D5-C59B-CADF0FCB71D3}"/>
              </a:ext>
            </a:extLst>
          </p:cNvPr>
          <p:cNvGrpSpPr/>
          <p:nvPr/>
        </p:nvGrpSpPr>
        <p:grpSpPr>
          <a:xfrm>
            <a:off x="1388140" y="4299640"/>
            <a:ext cx="5088240" cy="2522160"/>
            <a:chOff x="1388140" y="4299640"/>
            <a:chExt cx="5088240" cy="25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282DCD3-A6B1-D007-6A24-D52FB714DE46}"/>
                    </a:ext>
                  </a:extLst>
                </p14:cNvPr>
                <p14:cNvContentPartPr/>
                <p14:nvPr/>
              </p14:nvContentPartPr>
              <p14:xfrm>
                <a:off x="2072860" y="4509520"/>
                <a:ext cx="503280" cy="49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282DCD3-A6B1-D007-6A24-D52FB714DE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6740" y="4503400"/>
                  <a:ext cx="51552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DFE20F-3673-44E4-0158-EC186047475C}"/>
                    </a:ext>
                  </a:extLst>
                </p14:cNvPr>
                <p14:cNvContentPartPr/>
                <p14:nvPr/>
              </p14:nvContentPartPr>
              <p14:xfrm>
                <a:off x="1655980" y="5065000"/>
                <a:ext cx="366840" cy="885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DFE20F-3673-44E4-0158-EC18604747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49860" y="5058880"/>
                  <a:ext cx="3790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CB0F16-1CE4-ECBC-7EA3-4F15C834C2FD}"/>
                    </a:ext>
                  </a:extLst>
                </p14:cNvPr>
                <p14:cNvContentPartPr/>
                <p14:nvPr/>
              </p14:nvContentPartPr>
              <p14:xfrm>
                <a:off x="1589020" y="6152200"/>
                <a:ext cx="309240" cy="30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CB0F16-1CE4-ECBC-7EA3-4F15C834C2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2900" y="6146080"/>
                  <a:ext cx="321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79D434-0CC4-FE12-5571-542024EE2113}"/>
                    </a:ext>
                  </a:extLst>
                </p14:cNvPr>
                <p14:cNvContentPartPr/>
                <p14:nvPr/>
              </p14:nvContentPartPr>
              <p14:xfrm>
                <a:off x="2107060" y="6175240"/>
                <a:ext cx="1361880" cy="22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79D434-0CC4-FE12-5571-542024EE21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00940" y="6169120"/>
                  <a:ext cx="13741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7E2BF0-DF6C-CBE6-2C6F-E36BA9FAC822}"/>
                    </a:ext>
                  </a:extLst>
                </p14:cNvPr>
                <p14:cNvContentPartPr/>
                <p14:nvPr/>
              </p14:nvContentPartPr>
              <p14:xfrm>
                <a:off x="3627700" y="6034480"/>
                <a:ext cx="364320" cy="27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7E2BF0-DF6C-CBE6-2C6F-E36BA9FAC8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1580" y="6028360"/>
                  <a:ext cx="376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BDC832-957F-FA17-F33D-7693FE426458}"/>
                    </a:ext>
                  </a:extLst>
                </p14:cNvPr>
                <p14:cNvContentPartPr/>
                <p14:nvPr/>
              </p14:nvContentPartPr>
              <p14:xfrm>
                <a:off x="2787460" y="4867000"/>
                <a:ext cx="834120" cy="10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BDC832-957F-FA17-F33D-7693FE4264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1340" y="4860880"/>
                  <a:ext cx="84636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22D313-7151-8321-CC38-A8D87A88B6DA}"/>
                    </a:ext>
                  </a:extLst>
                </p14:cNvPr>
                <p14:cNvContentPartPr/>
                <p14:nvPr/>
              </p14:nvContentPartPr>
              <p14:xfrm>
                <a:off x="2921740" y="4644520"/>
                <a:ext cx="2342880" cy="648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22D313-7151-8321-CC38-A8D87A88B6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15620" y="4638400"/>
                  <a:ext cx="23551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4E9E41-43B4-7599-0D45-791E06A488A4}"/>
                    </a:ext>
                  </a:extLst>
                </p14:cNvPr>
                <p14:cNvContentPartPr/>
                <p14:nvPr/>
              </p14:nvContentPartPr>
              <p14:xfrm>
                <a:off x="5270380" y="5489080"/>
                <a:ext cx="428760" cy="306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4E9E41-43B4-7599-0D45-791E06A488A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64260" y="5482960"/>
                  <a:ext cx="441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0A0523-D7B3-9A2B-95E8-F9F3B433B98D}"/>
                    </a:ext>
                  </a:extLst>
                </p14:cNvPr>
                <p14:cNvContentPartPr/>
                <p14:nvPr/>
              </p14:nvContentPartPr>
              <p14:xfrm>
                <a:off x="5404300" y="5453800"/>
                <a:ext cx="822240" cy="93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0A0523-D7B3-9A2B-95E8-F9F3B433B9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98180" y="5447680"/>
                  <a:ext cx="83448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18FFC3-129A-BB2C-83EB-E86377F1280B}"/>
                    </a:ext>
                  </a:extLst>
                </p14:cNvPr>
                <p14:cNvContentPartPr/>
                <p14:nvPr/>
              </p14:nvContentPartPr>
              <p14:xfrm>
                <a:off x="6476020" y="5512480"/>
                <a:ext cx="360" cy="21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18FFC3-129A-BB2C-83EB-E86377F128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9900" y="5506360"/>
                  <a:ext cx="12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96D50C-7070-2972-64FF-236EA53E6F64}"/>
                    </a:ext>
                  </a:extLst>
                </p14:cNvPr>
                <p14:cNvContentPartPr/>
                <p14:nvPr/>
              </p14:nvContentPartPr>
              <p14:xfrm>
                <a:off x="3730660" y="45145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96D50C-7070-2972-64FF-236EA53E6F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540" y="4508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FE7230-487E-B4AE-FC62-980BF49CE894}"/>
                    </a:ext>
                  </a:extLst>
                </p14:cNvPr>
                <p14:cNvContentPartPr/>
                <p14:nvPr/>
              </p14:nvContentPartPr>
              <p14:xfrm>
                <a:off x="3818860" y="4299640"/>
                <a:ext cx="148680" cy="161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FE7230-487E-B4AE-FC62-980BF49CE8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2740" y="4293520"/>
                  <a:ext cx="160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2E172A-9E65-61C4-5615-DED39FC5FE72}"/>
                    </a:ext>
                  </a:extLst>
                </p14:cNvPr>
                <p14:cNvContentPartPr/>
                <p14:nvPr/>
              </p14:nvContentPartPr>
              <p14:xfrm>
                <a:off x="3476500" y="4350400"/>
                <a:ext cx="17028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2E172A-9E65-61C4-5615-DED39FC5FE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0380" y="4344280"/>
                  <a:ext cx="182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86B687-5026-4F55-6C91-854ADF9FCCAF}"/>
                    </a:ext>
                  </a:extLst>
                </p14:cNvPr>
                <p14:cNvContentPartPr/>
                <p14:nvPr/>
              </p14:nvContentPartPr>
              <p14:xfrm>
                <a:off x="1388140" y="5191360"/>
                <a:ext cx="128520" cy="14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86B687-5026-4F55-6C91-854ADF9FCC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82020" y="5185240"/>
                  <a:ext cx="14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E45C8BE-3B22-0C75-DC57-D4DAEB2D54D0}"/>
                    </a:ext>
                  </a:extLst>
                </p14:cNvPr>
                <p14:cNvContentPartPr/>
                <p14:nvPr/>
              </p14:nvContentPartPr>
              <p14:xfrm>
                <a:off x="1599100" y="5328160"/>
                <a:ext cx="360" cy="3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E45C8BE-3B22-0C75-DC57-D4DAEB2D54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2980" y="5322040"/>
                  <a:ext cx="12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BA0579F-7C87-7214-0341-7DC12BA3BAAF}"/>
                    </a:ext>
                  </a:extLst>
                </p14:cNvPr>
                <p14:cNvContentPartPr/>
                <p14:nvPr/>
              </p14:nvContentPartPr>
              <p14:xfrm>
                <a:off x="1669660" y="5099920"/>
                <a:ext cx="129600" cy="21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BA0579F-7C87-7214-0341-7DC12BA3BA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63540" y="5093800"/>
                  <a:ext cx="141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ECAF91-3029-539B-376E-6B2073290F49}"/>
                    </a:ext>
                  </a:extLst>
                </p14:cNvPr>
                <p14:cNvContentPartPr/>
                <p14:nvPr/>
              </p14:nvContentPartPr>
              <p14:xfrm>
                <a:off x="2675860" y="6596080"/>
                <a:ext cx="36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ECAF91-3029-539B-376E-6B2073290F4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9740" y="6589960"/>
                  <a:ext cx="12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CCEC0B-0710-2100-B836-008FDC2CBF00}"/>
                    </a:ext>
                  </a:extLst>
                </p14:cNvPr>
                <p14:cNvContentPartPr/>
                <p14:nvPr/>
              </p14:nvContentPartPr>
              <p14:xfrm>
                <a:off x="3653980" y="5223760"/>
                <a:ext cx="360" cy="28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CCEC0B-0710-2100-B836-008FDC2CBF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47860" y="5217640"/>
                  <a:ext cx="12600" cy="29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9360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03C38-C082-2C59-6288-99FCD854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89B7-3001-EE37-D59A-7AB10D1B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38125"/>
            <a:ext cx="10515600" cy="1325563"/>
          </a:xfrm>
        </p:spPr>
        <p:txBody>
          <a:bodyPr/>
          <a:lstStyle/>
          <a:p>
            <a:r>
              <a:rPr lang="en-US" dirty="0"/>
              <a:t>Classification of states in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CCFF-F422-D72D-AB23-EAA60A860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2517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Recurrent:</a:t>
            </a:r>
            <a:r>
              <a:rPr lang="en-US" dirty="0"/>
              <a:t> if at vertex/state v, then you will </a:t>
            </a:r>
            <a:r>
              <a:rPr lang="en-US" u="sng" dirty="0"/>
              <a:t>always return to v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= 1</a:t>
            </a:r>
          </a:p>
          <a:p>
            <a:pPr marL="0" indent="0">
              <a:buNone/>
            </a:pPr>
            <a:r>
              <a:rPr lang="en-US" b="1" dirty="0"/>
              <a:t>Transient: </a:t>
            </a:r>
            <a:r>
              <a:rPr lang="en-US" dirty="0"/>
              <a:t>if at vertex/state v, then there is </a:t>
            </a:r>
            <a:r>
              <a:rPr lang="en-US" u="sng" dirty="0"/>
              <a:t>a non-zero probability you never return to v again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&lt; 1</a:t>
            </a:r>
          </a:p>
          <a:p>
            <a:pPr marL="0" indent="0">
              <a:buNone/>
            </a:pPr>
            <a:endParaRPr lang="en-US" b="1" u="sng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E3C77A-6A06-CA83-3ADE-E46E4569DAB5}"/>
              </a:ext>
            </a:extLst>
          </p:cNvPr>
          <p:cNvGrpSpPr/>
          <p:nvPr/>
        </p:nvGrpSpPr>
        <p:grpSpPr>
          <a:xfrm>
            <a:off x="1388140" y="4299640"/>
            <a:ext cx="5088240" cy="2522160"/>
            <a:chOff x="1388140" y="4299640"/>
            <a:chExt cx="5088240" cy="25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DFEAAF-D6F3-0D78-9DED-6ED135C8CBEB}"/>
                    </a:ext>
                  </a:extLst>
                </p14:cNvPr>
                <p14:cNvContentPartPr/>
                <p14:nvPr/>
              </p14:nvContentPartPr>
              <p14:xfrm>
                <a:off x="2072860" y="4509520"/>
                <a:ext cx="503280" cy="49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DFEAAF-D6F3-0D78-9DED-6ED135C8CB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6740" y="4503400"/>
                  <a:ext cx="51552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DAE7DAF-CD26-49E1-8EAC-04C95943D2F4}"/>
                    </a:ext>
                  </a:extLst>
                </p14:cNvPr>
                <p14:cNvContentPartPr/>
                <p14:nvPr/>
              </p14:nvContentPartPr>
              <p14:xfrm>
                <a:off x="1655980" y="5065000"/>
                <a:ext cx="366840" cy="885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DAE7DAF-CD26-49E1-8EAC-04C95943D2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49860" y="5058880"/>
                  <a:ext cx="3790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48E3A5-72D3-55E9-7ECE-D2399A184EB1}"/>
                    </a:ext>
                  </a:extLst>
                </p14:cNvPr>
                <p14:cNvContentPartPr/>
                <p14:nvPr/>
              </p14:nvContentPartPr>
              <p14:xfrm>
                <a:off x="1589020" y="6152200"/>
                <a:ext cx="309240" cy="30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48E3A5-72D3-55E9-7ECE-D2399A184E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2900" y="6146080"/>
                  <a:ext cx="321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DBE497-714E-1D24-23C4-82499BEB8459}"/>
                    </a:ext>
                  </a:extLst>
                </p14:cNvPr>
                <p14:cNvContentPartPr/>
                <p14:nvPr/>
              </p14:nvContentPartPr>
              <p14:xfrm>
                <a:off x="2107060" y="6175240"/>
                <a:ext cx="1361880" cy="22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DBE497-714E-1D24-23C4-82499BEB84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00940" y="6169120"/>
                  <a:ext cx="13741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EAE3D0-E759-6989-8D0F-FF9F2F710CEB}"/>
                    </a:ext>
                  </a:extLst>
                </p14:cNvPr>
                <p14:cNvContentPartPr/>
                <p14:nvPr/>
              </p14:nvContentPartPr>
              <p14:xfrm>
                <a:off x="3627700" y="6034480"/>
                <a:ext cx="364320" cy="27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EAE3D0-E759-6989-8D0F-FF9F2F710C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1580" y="6028360"/>
                  <a:ext cx="376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1E91EF-399E-6658-3DCD-8671A757BAE1}"/>
                    </a:ext>
                  </a:extLst>
                </p14:cNvPr>
                <p14:cNvContentPartPr/>
                <p14:nvPr/>
              </p14:nvContentPartPr>
              <p14:xfrm>
                <a:off x="2787460" y="4867000"/>
                <a:ext cx="834120" cy="10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1E91EF-399E-6658-3DCD-8671A757BA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1340" y="4860880"/>
                  <a:ext cx="84636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422F25-5E2D-958E-3579-977F5EA31655}"/>
                    </a:ext>
                  </a:extLst>
                </p14:cNvPr>
                <p14:cNvContentPartPr/>
                <p14:nvPr/>
              </p14:nvContentPartPr>
              <p14:xfrm>
                <a:off x="2921740" y="4644520"/>
                <a:ext cx="2342880" cy="648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F422F25-5E2D-958E-3579-977F5EA316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15620" y="4638400"/>
                  <a:ext cx="23551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36586B-7EC8-516B-9654-C5ACCB3841EE}"/>
                    </a:ext>
                  </a:extLst>
                </p14:cNvPr>
                <p14:cNvContentPartPr/>
                <p14:nvPr/>
              </p14:nvContentPartPr>
              <p14:xfrm>
                <a:off x="5270380" y="5489080"/>
                <a:ext cx="428760" cy="306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36586B-7EC8-516B-9654-C5ACCB3841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64260" y="5482960"/>
                  <a:ext cx="441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9C2EA5-8FE1-4785-AC6F-19E4CC45ABF3}"/>
                    </a:ext>
                  </a:extLst>
                </p14:cNvPr>
                <p14:cNvContentPartPr/>
                <p14:nvPr/>
              </p14:nvContentPartPr>
              <p14:xfrm>
                <a:off x="5404300" y="5453800"/>
                <a:ext cx="822240" cy="93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9C2EA5-8FE1-4785-AC6F-19E4CC45AB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98180" y="5447680"/>
                  <a:ext cx="83448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ED86EA-5B03-44B8-73DE-81EAB1C2F5C0}"/>
                    </a:ext>
                  </a:extLst>
                </p14:cNvPr>
                <p14:cNvContentPartPr/>
                <p14:nvPr/>
              </p14:nvContentPartPr>
              <p14:xfrm>
                <a:off x="6476020" y="5512480"/>
                <a:ext cx="360" cy="21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ED86EA-5B03-44B8-73DE-81EAB1C2F5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9900" y="5506360"/>
                  <a:ext cx="12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1D398B-900D-575C-B9AE-EA36DB8EB52F}"/>
                    </a:ext>
                  </a:extLst>
                </p14:cNvPr>
                <p14:cNvContentPartPr/>
                <p14:nvPr/>
              </p14:nvContentPartPr>
              <p14:xfrm>
                <a:off x="3730660" y="45145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1D398B-900D-575C-B9AE-EA36DB8EB5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540" y="4508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0D0553-5416-F0FA-BD8F-FC403801A77F}"/>
                    </a:ext>
                  </a:extLst>
                </p14:cNvPr>
                <p14:cNvContentPartPr/>
                <p14:nvPr/>
              </p14:nvContentPartPr>
              <p14:xfrm>
                <a:off x="3818860" y="4299640"/>
                <a:ext cx="148680" cy="161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0D0553-5416-F0FA-BD8F-FC403801A77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2740" y="4293520"/>
                  <a:ext cx="160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5934827-5708-280B-4CC7-05C9679F6B53}"/>
                    </a:ext>
                  </a:extLst>
                </p14:cNvPr>
                <p14:cNvContentPartPr/>
                <p14:nvPr/>
              </p14:nvContentPartPr>
              <p14:xfrm>
                <a:off x="3476500" y="4350400"/>
                <a:ext cx="17028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5934827-5708-280B-4CC7-05C9679F6B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0380" y="4344280"/>
                  <a:ext cx="182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A023EE-22BC-A601-472B-BB602722FB29}"/>
                    </a:ext>
                  </a:extLst>
                </p14:cNvPr>
                <p14:cNvContentPartPr/>
                <p14:nvPr/>
              </p14:nvContentPartPr>
              <p14:xfrm>
                <a:off x="1388140" y="5191360"/>
                <a:ext cx="128520" cy="14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A023EE-22BC-A601-472B-BB602722FB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82020" y="5185240"/>
                  <a:ext cx="14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AFC4A1-9ADA-D912-08E9-39F9BC7279F8}"/>
                    </a:ext>
                  </a:extLst>
                </p14:cNvPr>
                <p14:cNvContentPartPr/>
                <p14:nvPr/>
              </p14:nvContentPartPr>
              <p14:xfrm>
                <a:off x="1599100" y="5328160"/>
                <a:ext cx="360" cy="3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AFC4A1-9ADA-D912-08E9-39F9BC7279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2980" y="5322040"/>
                  <a:ext cx="12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C65CFC-31D1-6FC6-E874-B1E14C90A186}"/>
                    </a:ext>
                  </a:extLst>
                </p14:cNvPr>
                <p14:cNvContentPartPr/>
                <p14:nvPr/>
              </p14:nvContentPartPr>
              <p14:xfrm>
                <a:off x="1669660" y="5099920"/>
                <a:ext cx="129600" cy="21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C65CFC-31D1-6FC6-E874-B1E14C90A1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63540" y="5093800"/>
                  <a:ext cx="141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6E014B-F06F-01CB-6073-498624F08B04}"/>
                    </a:ext>
                  </a:extLst>
                </p14:cNvPr>
                <p14:cNvContentPartPr/>
                <p14:nvPr/>
              </p14:nvContentPartPr>
              <p14:xfrm>
                <a:off x="2675860" y="6596080"/>
                <a:ext cx="36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6E014B-F06F-01CB-6073-498624F08B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9740" y="6589960"/>
                  <a:ext cx="12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03371E-2211-6F01-522E-3C6FEE51E296}"/>
                    </a:ext>
                  </a:extLst>
                </p14:cNvPr>
                <p14:cNvContentPartPr/>
                <p14:nvPr/>
              </p14:nvContentPartPr>
              <p14:xfrm>
                <a:off x="3653980" y="5223760"/>
                <a:ext cx="360" cy="28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03371E-2211-6F01-522E-3C6FEE51E2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47860" y="5217640"/>
                  <a:ext cx="12600" cy="29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93BD68-83B4-4E40-209B-072F185FB5FE}"/>
                  </a:ext>
                </a:extLst>
              </p14:cNvPr>
              <p14:cNvContentPartPr/>
              <p14:nvPr/>
            </p14:nvContentPartPr>
            <p14:xfrm>
              <a:off x="5242660" y="5536240"/>
              <a:ext cx="480600" cy="281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93BD68-83B4-4E40-209B-072F185FB5F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36540" y="5530120"/>
                <a:ext cx="4928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495A7F-ECE9-6149-FF89-AD405FB073CF}"/>
                  </a:ext>
                </a:extLst>
              </p14:cNvPr>
              <p14:cNvContentPartPr/>
              <p14:nvPr/>
            </p14:nvContentPartPr>
            <p14:xfrm>
              <a:off x="2071780" y="4575400"/>
              <a:ext cx="424800" cy="398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495A7F-ECE9-6149-FF89-AD405FB073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65660" y="4569280"/>
                <a:ext cx="4370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88F277D-1F10-A55D-53B5-CDE0C787AD0D}"/>
                  </a:ext>
                </a:extLst>
              </p14:cNvPr>
              <p14:cNvContentPartPr/>
              <p14:nvPr/>
            </p14:nvContentPartPr>
            <p14:xfrm>
              <a:off x="1602700" y="6257680"/>
              <a:ext cx="304920" cy="294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88F277D-1F10-A55D-53B5-CDE0C787AD0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96580" y="6251560"/>
                <a:ext cx="3171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995270-D8F4-1230-1256-13D7873F79E3}"/>
                  </a:ext>
                </a:extLst>
              </p14:cNvPr>
              <p14:cNvContentPartPr/>
              <p14:nvPr/>
            </p14:nvContentPartPr>
            <p14:xfrm>
              <a:off x="3565780" y="6107560"/>
              <a:ext cx="380160" cy="194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995270-D8F4-1230-1256-13D7873F79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59660" y="6101440"/>
                <a:ext cx="392400" cy="2070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F1B4A3B-BAA3-EF56-A6B8-CFCCCD711473}"/>
              </a:ext>
            </a:extLst>
          </p:cNvPr>
          <p:cNvSpPr txBox="1"/>
          <p:nvPr/>
        </p:nvSpPr>
        <p:spPr>
          <a:xfrm>
            <a:off x="419020" y="4424844"/>
            <a:ext cx="118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Transient states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88A3F9-D373-F63C-1DE4-A51D2C920CFC}"/>
              </a:ext>
            </a:extLst>
          </p:cNvPr>
          <p:cNvSpPr txBox="1"/>
          <p:nvPr/>
        </p:nvSpPr>
        <p:spPr>
          <a:xfrm>
            <a:off x="5398900" y="4766249"/>
            <a:ext cx="127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Recurrent state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240312-17F7-E456-39FB-28F92E70221E}"/>
              </a:ext>
            </a:extLst>
          </p:cNvPr>
          <p:cNvSpPr txBox="1"/>
          <p:nvPr/>
        </p:nvSpPr>
        <p:spPr>
          <a:xfrm>
            <a:off x="7976500" y="5920900"/>
            <a:ext cx="3974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i="1" dirty="0"/>
              <a:t>Go over more examples on the board</a:t>
            </a:r>
          </a:p>
        </p:txBody>
      </p:sp>
    </p:spTree>
    <p:extLst>
      <p:ext uri="{BB962C8B-B14F-4D97-AF65-F5344CB8AC3E}">
        <p14:creationId xmlns:p14="http://schemas.microsoft.com/office/powerpoint/2010/main" val="1836586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210B-7D40-F567-5B74-577C31AE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0B18-E80D-7817-F869-42DF8F6C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38125"/>
            <a:ext cx="10515600" cy="1325563"/>
          </a:xfrm>
        </p:spPr>
        <p:txBody>
          <a:bodyPr/>
          <a:lstStyle/>
          <a:p>
            <a:r>
              <a:rPr lang="en-US" dirty="0"/>
              <a:t>Classification of states in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21FF-0E70-F3E1-38CD-8EC0D3B5B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2517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Recurrent:</a:t>
            </a:r>
            <a:r>
              <a:rPr lang="en-US" dirty="0"/>
              <a:t> if at vertex/state v, then you will </a:t>
            </a:r>
            <a:r>
              <a:rPr lang="en-US" u="sng" dirty="0"/>
              <a:t>always return to v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= 1</a:t>
            </a:r>
          </a:p>
          <a:p>
            <a:pPr marL="0" indent="0">
              <a:buNone/>
            </a:pPr>
            <a:r>
              <a:rPr lang="en-US" b="1" dirty="0"/>
              <a:t>Transient: </a:t>
            </a:r>
            <a:r>
              <a:rPr lang="en-US" dirty="0"/>
              <a:t>if at vertex/state v, then there is </a:t>
            </a:r>
            <a:r>
              <a:rPr lang="en-US" u="sng" dirty="0"/>
              <a:t>a non-zero probability you never return to v again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&lt; 1</a:t>
            </a:r>
          </a:p>
          <a:p>
            <a:pPr marL="0" indent="0">
              <a:buNone/>
            </a:pPr>
            <a:endParaRPr lang="en-US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75D884-2A24-2B15-0374-3A905B8FDFE7}"/>
                  </a:ext>
                </a:extLst>
              </p:cNvPr>
              <p:cNvSpPr txBox="1"/>
              <p:nvPr/>
            </p:nvSpPr>
            <p:spPr>
              <a:xfrm>
                <a:off x="88900" y="4135532"/>
                <a:ext cx="5600701" cy="2015936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Homework: the following are equivalent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v is recurrent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)=∞</m:t>
                        </m:r>
                      </m:e>
                    </m:nary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for infinitely many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75D884-2A24-2B15-0374-3A905B8F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" y="4135532"/>
                <a:ext cx="5600701" cy="2015936"/>
              </a:xfrm>
              <a:prstGeom prst="rect">
                <a:avLst/>
              </a:prstGeom>
              <a:blipFill>
                <a:blip r:embed="rId2"/>
                <a:stretch>
                  <a:fillRect l="-1806" t="-1863" r="-1354" b="-869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ABE32E-1565-21B3-6B73-837DA51D3306}"/>
                  </a:ext>
                </a:extLst>
              </p:cNvPr>
              <p:cNvSpPr txBox="1"/>
              <p:nvPr/>
            </p:nvSpPr>
            <p:spPr>
              <a:xfrm>
                <a:off x="6350000" y="4253007"/>
                <a:ext cx="5753100" cy="2015936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Homework: the following are equivalent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v is transient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)&lt;∞</m:t>
                        </m:r>
                      </m:e>
                    </m:nary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for infinitely many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ABE32E-1565-21B3-6B73-837DA51D3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4253007"/>
                <a:ext cx="5753100" cy="2015936"/>
              </a:xfrm>
              <a:prstGeom prst="rect">
                <a:avLst/>
              </a:prstGeom>
              <a:blipFill>
                <a:blip r:embed="rId3"/>
                <a:stretch>
                  <a:fillRect l="-1758" t="-2500" b="-87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73E131-5ADE-0D4C-E2A8-273D51C40811}"/>
                  </a:ext>
                </a:extLst>
              </p:cNvPr>
              <p:cNvSpPr txBox="1"/>
              <p:nvPr/>
            </p:nvSpPr>
            <p:spPr>
              <a:xfrm>
                <a:off x="152400" y="6268943"/>
                <a:ext cx="11201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infinite-state MCs: there is also </a:t>
                </a:r>
                <a:r>
                  <a:rPr lang="en-US" i="1" dirty="0"/>
                  <a:t>positive recurrent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]&lt;∞</m:t>
                    </m:r>
                  </m:oMath>
                </a14:m>
                <a:r>
                  <a:rPr lang="en-US" dirty="0"/>
                  <a:t> vs. </a:t>
                </a:r>
                <a:r>
                  <a:rPr lang="en-US" i="1" dirty="0"/>
                  <a:t>null recurrent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]=∞</m:t>
                    </m:r>
                  </m:oMath>
                </a14:m>
                <a:r>
                  <a:rPr lang="en-US" dirty="0"/>
                  <a:t> . That is, you can return to v with probability 1, but it takes infinite time to do so.</a:t>
                </a:r>
                <a:endParaRPr lang="en-US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73E131-5ADE-0D4C-E2A8-273D51C40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6268943"/>
                <a:ext cx="11201400" cy="646331"/>
              </a:xfrm>
              <a:prstGeom prst="rect">
                <a:avLst/>
              </a:prstGeom>
              <a:blipFill>
                <a:blip r:embed="rId4"/>
                <a:stretch>
                  <a:fillRect l="-453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506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6382-3B81-3899-6333-1C65A714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0" y="380116"/>
            <a:ext cx="11078980" cy="1325563"/>
          </a:xfrm>
        </p:spPr>
        <p:txBody>
          <a:bodyPr>
            <a:normAutofit/>
          </a:bodyPr>
          <a:lstStyle/>
          <a:p>
            <a:r>
              <a:rPr lang="en-US" dirty="0"/>
              <a:t>Fundamental theorem of Markov chains </a:t>
            </a:r>
            <a:r>
              <a:rPr lang="en-US" sz="3500" dirty="0"/>
              <a:t>(existence/uniqueness of stationary distribution)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098B6-8CF6-74B7-F32F-6A3547B52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 M be a Markov chain with probability transition matrix P. If</a:t>
                </a:r>
              </a:p>
              <a:p>
                <a:pPr marL="514350" indent="-514350">
                  <a:buAutoNum type="arabicParenR"/>
                </a:pPr>
                <a:r>
                  <a:rPr lang="en-US" dirty="0"/>
                  <a:t>P is </a:t>
                </a:r>
                <a:r>
                  <a:rPr lang="en-US" b="1" dirty="0"/>
                  <a:t>irreducible: </a:t>
                </a:r>
                <a:r>
                  <a:rPr lang="en-US" dirty="0"/>
                  <a:t>you can reach any vertex y from any vertex x:</a:t>
                </a:r>
              </a:p>
              <a:p>
                <a:pPr lvl="1"/>
                <a:r>
                  <a:rPr lang="en-US" dirty="0"/>
                  <a:t>For all x, y, there exists t&gt;0 such that P</a:t>
                </a:r>
                <a:r>
                  <a:rPr lang="en-US" baseline="30000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)&gt;0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2)   P is </a:t>
                </a:r>
                <a:r>
                  <a:rPr lang="en-US" b="1" dirty="0"/>
                  <a:t>aperiodic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arenR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there exists a unique </a:t>
                </a:r>
                <a:r>
                  <a:rPr lang="en-US" b="1" dirty="0"/>
                  <a:t>stationary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i.e. a prob. dist.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098B6-8CF6-74B7-F32F-6A3547B52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159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91D2-A149-4EC7-B97B-B495E17A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0784-5BCF-F696-3ADA-AC7FDAF4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0" y="380116"/>
            <a:ext cx="11078980" cy="1325563"/>
          </a:xfrm>
        </p:spPr>
        <p:txBody>
          <a:bodyPr>
            <a:normAutofit/>
          </a:bodyPr>
          <a:lstStyle/>
          <a:p>
            <a:r>
              <a:rPr lang="en-US" dirty="0"/>
              <a:t>Examples of non-irreducible/aperiodic Markov chains</a:t>
            </a:r>
            <a:endParaRPr lang="en-US" sz="35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9D852F-2B88-8005-29DB-DAE04BCC9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820" y="3302000"/>
            <a:ext cx="4470400" cy="355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F918A-D30D-3142-0D7A-6DC71D7B02B5}"/>
              </a:ext>
            </a:extLst>
          </p:cNvPr>
          <p:cNvSpPr txBox="1"/>
          <p:nvPr/>
        </p:nvSpPr>
        <p:spPr>
          <a:xfrm>
            <a:off x="629587" y="2101671"/>
            <a:ext cx="4302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irreducible:</a:t>
            </a:r>
          </a:p>
          <a:p>
            <a:r>
              <a:rPr lang="en-US" sz="2400" dirty="0"/>
              <a:t>If you start at v, you either get stuck in the left or right side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6DE9D-7F0F-6F8F-3161-C9B69AEC8FD7}"/>
              </a:ext>
            </a:extLst>
          </p:cNvPr>
          <p:cNvSpPr txBox="1"/>
          <p:nvPr/>
        </p:nvSpPr>
        <p:spPr>
          <a:xfrm>
            <a:off x="6577686" y="1943877"/>
            <a:ext cx="4302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aperiodic: </a:t>
            </a:r>
            <a:r>
              <a:rPr lang="en-US" sz="2400" dirty="0"/>
              <a:t>you always switch sides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D65C9-8310-4413-610F-23F009CCDFA5}"/>
              </a:ext>
            </a:extLst>
          </p:cNvPr>
          <p:cNvSpPr txBox="1"/>
          <p:nvPr/>
        </p:nvSpPr>
        <p:spPr>
          <a:xfrm>
            <a:off x="2405921" y="3697992"/>
            <a:ext cx="3433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1AD28EC-2115-473D-0A61-E06BC0C0B8D2}"/>
                  </a:ext>
                </a:extLst>
              </p14:cNvPr>
              <p14:cNvContentPartPr/>
              <p14:nvPr/>
            </p14:nvContentPartPr>
            <p14:xfrm>
              <a:off x="7772075" y="5827314"/>
              <a:ext cx="1913400" cy="581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1AD28EC-2115-473D-0A61-E06BC0C0B8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5955" y="5821194"/>
                <a:ext cx="1925640" cy="59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E264910-69E6-B882-2E4A-CAA55A419C6F}"/>
              </a:ext>
            </a:extLst>
          </p:cNvPr>
          <p:cNvGrpSpPr/>
          <p:nvPr/>
        </p:nvGrpSpPr>
        <p:grpSpPr>
          <a:xfrm>
            <a:off x="7355195" y="3477594"/>
            <a:ext cx="2816640" cy="2304000"/>
            <a:chOff x="7355195" y="3477594"/>
            <a:chExt cx="2816640" cy="23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233B990-5A75-B661-4A9C-773797820D23}"/>
                    </a:ext>
                  </a:extLst>
                </p14:cNvPr>
                <p14:cNvContentPartPr/>
                <p14:nvPr/>
              </p14:nvContentPartPr>
              <p14:xfrm>
                <a:off x="7355195" y="3823194"/>
                <a:ext cx="311400" cy="335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233B990-5A75-B661-4A9C-773797820D2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49075" y="3817074"/>
                  <a:ext cx="323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D9D6C97-6A6E-A8AB-85D9-DDC7F69BAA09}"/>
                    </a:ext>
                  </a:extLst>
                </p14:cNvPr>
                <p14:cNvContentPartPr/>
                <p14:nvPr/>
              </p14:nvContentPartPr>
              <p14:xfrm>
                <a:off x="7486595" y="5286234"/>
                <a:ext cx="318960" cy="401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D9D6C97-6A6E-A8AB-85D9-DDC7F69BAA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80475" y="5280114"/>
                  <a:ext cx="3312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83DFA0-992A-C236-0F73-694DECC21437}"/>
                    </a:ext>
                  </a:extLst>
                </p14:cNvPr>
                <p14:cNvContentPartPr/>
                <p14:nvPr/>
              </p14:nvContentPartPr>
              <p14:xfrm>
                <a:off x="9745595" y="3962154"/>
                <a:ext cx="302400" cy="36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83DFA0-992A-C236-0F73-694DECC214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39475" y="3956034"/>
                  <a:ext cx="3146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A8D165-2C5A-5B33-18D9-E51086F28CE3}"/>
                    </a:ext>
                  </a:extLst>
                </p14:cNvPr>
                <p14:cNvContentPartPr/>
                <p14:nvPr/>
              </p14:nvContentPartPr>
              <p14:xfrm>
                <a:off x="9926315" y="5370834"/>
                <a:ext cx="245520" cy="410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A8D165-2C5A-5B33-18D9-E51086F28C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20195" y="5364714"/>
                  <a:ext cx="2577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2F96F25-D074-B735-6D60-68C4F856FFF6}"/>
                    </a:ext>
                  </a:extLst>
                </p14:cNvPr>
                <p14:cNvContentPartPr/>
                <p14:nvPr/>
              </p14:nvContentPartPr>
              <p14:xfrm>
                <a:off x="7691075" y="3853434"/>
                <a:ext cx="1893960" cy="324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2F96F25-D074-B735-6D60-68C4F856FFF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84955" y="3847314"/>
                  <a:ext cx="19062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FAE928-6426-457F-22E6-0B0C0E171A21}"/>
                    </a:ext>
                  </a:extLst>
                </p14:cNvPr>
                <p14:cNvContentPartPr/>
                <p14:nvPr/>
              </p14:nvContentPartPr>
              <p14:xfrm>
                <a:off x="8001755" y="4346994"/>
                <a:ext cx="1688400" cy="92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FAE928-6426-457F-22E6-0B0C0E171A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95635" y="4340874"/>
                  <a:ext cx="170064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90BF765-3F86-8EA2-D16F-C36CE8518332}"/>
                    </a:ext>
                  </a:extLst>
                </p14:cNvPr>
                <p14:cNvContentPartPr/>
                <p14:nvPr/>
              </p14:nvContentPartPr>
              <p14:xfrm>
                <a:off x="8037395" y="5389914"/>
                <a:ext cx="1424160" cy="257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90BF765-3F86-8EA2-D16F-C36CE85183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31275" y="5383794"/>
                  <a:ext cx="1436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48FFD7-5EA2-E1E9-88E4-C135BF9CC235}"/>
                    </a:ext>
                  </a:extLst>
                </p14:cNvPr>
                <p14:cNvContentPartPr/>
                <p14:nvPr/>
              </p14:nvContentPartPr>
              <p14:xfrm>
                <a:off x="7586675" y="4227474"/>
                <a:ext cx="1546920" cy="86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48FFD7-5EA2-E1E9-88E4-C135BF9CC2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80555" y="4221354"/>
                  <a:ext cx="155916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D0CE76-E0B4-A21B-1DD6-1EB37FDFBF7F}"/>
                    </a:ext>
                  </a:extLst>
                </p14:cNvPr>
                <p14:cNvContentPartPr/>
                <p14:nvPr/>
              </p14:nvContentPartPr>
              <p14:xfrm>
                <a:off x="7702595" y="3477594"/>
                <a:ext cx="1827720" cy="372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D0CE76-E0B4-A21B-1DD6-1EB37FDFBF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96475" y="3471474"/>
                  <a:ext cx="1839960" cy="38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BAD7A5-4539-C344-5547-57BABF56A0FF}"/>
                  </a:ext>
                </a:extLst>
              </p:cNvPr>
              <p:cNvSpPr txBox="1"/>
              <p:nvPr/>
            </p:nvSpPr>
            <p:spPr>
              <a:xfrm>
                <a:off x="7510941" y="2787879"/>
                <a:ext cx="3015954" cy="520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gcd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⁡{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: 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BAD7A5-4539-C344-5547-57BABF56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941" y="2787879"/>
                <a:ext cx="3015954" cy="520399"/>
              </a:xfrm>
              <a:prstGeom prst="rect">
                <a:avLst/>
              </a:prstGeom>
              <a:blipFill>
                <a:blip r:embed="rId2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531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AE8E-D548-181C-B1D5-EBE95136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F296B-5CD6-6076-3D89-FFCBA2362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Markov chain, divide it into its “strongly connected components” (</a:t>
            </a:r>
            <a:r>
              <a:rPr lang="en-US" dirty="0" err="1"/>
              <a:t>ie</a:t>
            </a:r>
            <a:r>
              <a:rPr lang="en-US" dirty="0"/>
              <a:t> partitions where every node can reach every other 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… get a directed </a:t>
            </a:r>
            <a:r>
              <a:rPr lang="en-US" dirty="0" err="1"/>
              <a:t>acylic</a:t>
            </a:r>
            <a:r>
              <a:rPr lang="en-US" dirty="0"/>
              <a:t> graph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2EF817-E1FB-A7BF-61B0-DB3B28A28AFD}"/>
                  </a:ext>
                </a:extLst>
              </p14:cNvPr>
              <p14:cNvContentPartPr/>
              <p14:nvPr/>
            </p14:nvContentPartPr>
            <p14:xfrm>
              <a:off x="991780" y="4724440"/>
              <a:ext cx="354960" cy="36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2EF817-E1FB-A7BF-61B0-DB3B28A28A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5660" y="4718320"/>
                <a:ext cx="3672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2255AC-8012-597A-C179-3F63D73FDBFC}"/>
                  </a:ext>
                </a:extLst>
              </p14:cNvPr>
              <p14:cNvContentPartPr/>
              <p14:nvPr/>
            </p14:nvContentPartPr>
            <p14:xfrm>
              <a:off x="1464100" y="4971400"/>
              <a:ext cx="749880" cy="248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2255AC-8012-597A-C179-3F63D73FDB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7980" y="4965280"/>
                <a:ext cx="7621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B20A577-5B16-EF33-BBFE-DDD0C97FE6CE}"/>
                  </a:ext>
                </a:extLst>
              </p14:cNvPr>
              <p14:cNvContentPartPr/>
              <p14:nvPr/>
            </p14:nvContentPartPr>
            <p14:xfrm>
              <a:off x="2403700" y="5156800"/>
              <a:ext cx="360720" cy="291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B20A577-5B16-EF33-BBFE-DDD0C97FE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7580" y="5150680"/>
                <a:ext cx="3729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7A772B-DF15-1D1C-BFD7-BD02FC056883}"/>
                  </a:ext>
                </a:extLst>
              </p14:cNvPr>
              <p14:cNvContentPartPr/>
              <p14:nvPr/>
            </p14:nvContentPartPr>
            <p14:xfrm>
              <a:off x="2184460" y="5653240"/>
              <a:ext cx="217440" cy="511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7A772B-DF15-1D1C-BFD7-BD02FC0568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8340" y="5647120"/>
                <a:ext cx="22968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048477-4442-5544-67C6-8F2A749F201B}"/>
                  </a:ext>
                </a:extLst>
              </p14:cNvPr>
              <p14:cNvContentPartPr/>
              <p14:nvPr/>
            </p14:nvContentPartPr>
            <p14:xfrm>
              <a:off x="1968100" y="6291520"/>
              <a:ext cx="169560" cy="345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048477-4442-5544-67C6-8F2A749F20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61980" y="6285400"/>
                <a:ext cx="18180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F4E4D2-BC0B-8874-C30D-CA521869B2A9}"/>
                  </a:ext>
                </a:extLst>
              </p14:cNvPr>
              <p14:cNvContentPartPr/>
              <p14:nvPr/>
            </p14:nvContentPartPr>
            <p14:xfrm>
              <a:off x="973780" y="5291080"/>
              <a:ext cx="906120" cy="1113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F4E4D2-BC0B-8874-C30D-CA521869B2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7660" y="5284960"/>
                <a:ext cx="918360" cy="11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93B7C84-98EB-46D6-061D-8B6362BE590E}"/>
              </a:ext>
            </a:extLst>
          </p:cNvPr>
          <p:cNvGrpSpPr/>
          <p:nvPr/>
        </p:nvGrpSpPr>
        <p:grpSpPr>
          <a:xfrm>
            <a:off x="2987260" y="4860880"/>
            <a:ext cx="3056760" cy="1633320"/>
            <a:chOff x="2987260" y="4860880"/>
            <a:chExt cx="3056760" cy="163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03B1EA-2916-8EDD-2B7C-58C84E48146F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03B1EA-2916-8EDD-2B7C-58C84E481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CE3B34-DEA1-2B8C-5B49-F3312FEC4B07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CE3B34-DEA1-2B8C-5B49-F3312FEC4B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6AA439-B12A-DD8F-2867-9C9AB1BAA124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6AA439-B12A-DD8F-2867-9C9AB1BAA1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A3A43B-261F-5167-F72A-9166690743C3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A3A43B-261F-5167-F72A-9166690743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483923-A44F-3272-921F-7838F9756B2A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483923-A44F-3272-921F-7838F9756B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93758A-80E9-B475-DF21-D05650E619AD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93758A-80E9-B475-DF21-D05650E619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9DD574-189C-1BEA-2F76-D02F93BF20ED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9DD574-189C-1BEA-2F76-D02F93BF20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64F329-10CD-176D-68FE-6C67A74C9A00}"/>
                    </a:ext>
                  </a:extLst>
                </p14:cNvPr>
                <p14:cNvContentPartPr/>
                <p14:nvPr/>
              </p14:nvContentPartPr>
              <p14:xfrm>
                <a:off x="4484140" y="4860880"/>
                <a:ext cx="535680" cy="73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E64F329-10CD-176D-68FE-6C67A74C9A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78020" y="4854760"/>
                  <a:ext cx="547920" cy="74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641F498-3425-9A34-755B-432A639CBFD4}"/>
                  </a:ext>
                </a:extLst>
              </p14:cNvPr>
              <p14:cNvContentPartPr/>
              <p14:nvPr/>
            </p14:nvContentPartPr>
            <p14:xfrm>
              <a:off x="4979500" y="495016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641F498-3425-9A34-755B-432A639CBF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73380" y="494404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2329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4688D-E034-670C-17F4-8943B8CB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84B9-34D6-5879-FA1A-91C6C90F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8D24F-BE66-3B25-B464-3FBCC3FD2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Markov chain, divide it into its “strongly connected components” (</a:t>
            </a:r>
            <a:r>
              <a:rPr lang="en-US" dirty="0" err="1"/>
              <a:t>ie</a:t>
            </a:r>
            <a:r>
              <a:rPr lang="en-US" dirty="0"/>
              <a:t> partitions where every node can reach every other node)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0C97BD-A09A-656F-0DF8-B68E0EDF5C00}"/>
              </a:ext>
            </a:extLst>
          </p:cNvPr>
          <p:cNvGrpSpPr/>
          <p:nvPr/>
        </p:nvGrpSpPr>
        <p:grpSpPr>
          <a:xfrm>
            <a:off x="973780" y="4724440"/>
            <a:ext cx="5070240" cy="1913040"/>
            <a:chOff x="973780" y="4724440"/>
            <a:chExt cx="50702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53823D-1EE4-0039-1355-8ADD711FC9D6}"/>
                    </a:ext>
                  </a:extLst>
                </p14:cNvPr>
                <p14:cNvContentPartPr/>
                <p14:nvPr/>
              </p14:nvContentPartPr>
              <p14:xfrm>
                <a:off x="991780" y="4724440"/>
                <a:ext cx="354960" cy="36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53823D-1EE4-0039-1355-8ADD711FC9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660" y="4718320"/>
                  <a:ext cx="36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AD7C18-3201-C4A1-B997-B61F176B64C8}"/>
                    </a:ext>
                  </a:extLst>
                </p14:cNvPr>
                <p14:cNvContentPartPr/>
                <p14:nvPr/>
              </p14:nvContentPartPr>
              <p14:xfrm>
                <a:off x="1464100" y="4971400"/>
                <a:ext cx="74988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AD7C18-3201-C4A1-B997-B61F176B64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7980" y="4965280"/>
                  <a:ext cx="76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25BE873-0F04-10F6-9590-86D5E9EFCF78}"/>
                    </a:ext>
                  </a:extLst>
                </p14:cNvPr>
                <p14:cNvContentPartPr/>
                <p14:nvPr/>
              </p14:nvContentPartPr>
              <p14:xfrm>
                <a:off x="2403700" y="5156800"/>
                <a:ext cx="360720" cy="29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25BE873-0F04-10F6-9590-86D5E9EFCF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7580" y="5150680"/>
                  <a:ext cx="37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7E3F12-0888-CE3C-2454-9FE5E3F40727}"/>
                    </a:ext>
                  </a:extLst>
                </p14:cNvPr>
                <p14:cNvContentPartPr/>
                <p14:nvPr/>
              </p14:nvContentPartPr>
              <p14:xfrm>
                <a:off x="2184460" y="5653240"/>
                <a:ext cx="217440" cy="51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7E3F12-0888-CE3C-2454-9FE5E3F407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340" y="5647120"/>
                  <a:ext cx="229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094B8D-D2AD-FA11-8C38-88B6A8C4E733}"/>
                    </a:ext>
                  </a:extLst>
                </p14:cNvPr>
                <p14:cNvContentPartPr/>
                <p14:nvPr/>
              </p14:nvContentPartPr>
              <p14:xfrm>
                <a:off x="1968100" y="6291520"/>
                <a:ext cx="16956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094B8D-D2AD-FA11-8C38-88B6A8C4E7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1980" y="6285400"/>
                  <a:ext cx="181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564248-A75F-A80D-F0F3-13D06710A420}"/>
                    </a:ext>
                  </a:extLst>
                </p14:cNvPr>
                <p14:cNvContentPartPr/>
                <p14:nvPr/>
              </p14:nvContentPartPr>
              <p14:xfrm>
                <a:off x="973780" y="5291080"/>
                <a:ext cx="906120" cy="11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564248-A75F-A80D-F0F3-13D06710A42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660" y="5284960"/>
                  <a:ext cx="9183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F4A7D1-F025-0158-FED9-19D004E2BCBC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F4A7D1-F025-0158-FED9-19D004E2BC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466A48-96E1-894A-F43A-3ABFC833A7F8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466A48-96E1-894A-F43A-3ABFC833A7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D29DEF-52C7-A3AD-DD31-BA11499D10A2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D29DEF-52C7-A3AD-DD31-BA11499D10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E07DAA-B313-79B2-1327-733D54E57539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E07DAA-B313-79B2-1327-733D54E575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FB295B-62B2-83F5-3A1A-6ECADFDD9422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FB295B-62B2-83F5-3A1A-6ECADFDD94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42AD00-BBF0-D4C9-A255-32B04B3FB0B2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42AD00-BBF0-D4C9-A255-32B04B3FB0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079F02-5F75-0E67-8D02-1E3759BFC65A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079F02-5F75-0E67-8D02-1E3759BFC6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A85FEF-0C14-14FF-40D4-616169BC6844}"/>
                  </a:ext>
                </a:extLst>
              </p14:cNvPr>
              <p14:cNvContentPartPr/>
              <p14:nvPr/>
            </p14:nvContentPartPr>
            <p14:xfrm>
              <a:off x="312100" y="4413400"/>
              <a:ext cx="2470320" cy="23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A85FEF-0C14-14FF-40D4-616169BC68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980" y="4407280"/>
                <a:ext cx="2482560" cy="23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1B461FF-4C37-796E-1DA3-7F391E349A7C}"/>
              </a:ext>
            </a:extLst>
          </p:cNvPr>
          <p:cNvGrpSpPr/>
          <p:nvPr/>
        </p:nvGrpSpPr>
        <p:grpSpPr>
          <a:xfrm>
            <a:off x="1276540" y="3922720"/>
            <a:ext cx="261360" cy="360000"/>
            <a:chOff x="1276540" y="3922720"/>
            <a:chExt cx="261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89DE97-2D23-CAE6-B8F1-E85F29A5DEDA}"/>
                    </a:ext>
                  </a:extLst>
                </p14:cNvPr>
                <p14:cNvContentPartPr/>
                <p14:nvPr/>
              </p14:nvContentPartPr>
              <p14:xfrm>
                <a:off x="1276540" y="3922720"/>
                <a:ext cx="260280" cy="31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89DE97-2D23-CAE6-B8F1-E85F29A5DE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420" y="3916600"/>
                  <a:ext cx="272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9393F0-8336-FBE8-CB16-C7EECA65B22A}"/>
                    </a:ext>
                  </a:extLst>
                </p14:cNvPr>
                <p14:cNvContentPartPr/>
                <p14:nvPr/>
              </p14:nvContentPartPr>
              <p14:xfrm>
                <a:off x="1537540" y="4190560"/>
                <a:ext cx="36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9393F0-8336-FBE8-CB16-C7EECA65B2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1420" y="4184440"/>
                  <a:ext cx="126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4EDE90-6C67-48CD-94B1-F3B05C70991F}"/>
              </a:ext>
            </a:extLst>
          </p:cNvPr>
          <p:cNvGrpSpPr/>
          <p:nvPr/>
        </p:nvGrpSpPr>
        <p:grpSpPr>
          <a:xfrm>
            <a:off x="3867820" y="4451560"/>
            <a:ext cx="3432600" cy="2311560"/>
            <a:chOff x="3867820" y="4451560"/>
            <a:chExt cx="3432600" cy="23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E8E437-0ABA-AD09-A26F-C16DCA4E2AF7}"/>
                    </a:ext>
                  </a:extLst>
                </p14:cNvPr>
                <p14:cNvContentPartPr/>
                <p14:nvPr/>
              </p14:nvContentPartPr>
              <p14:xfrm>
                <a:off x="3994540" y="4882840"/>
                <a:ext cx="878760" cy="65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E8E437-0ABA-AD09-A26F-C16DCA4E2A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8420" y="4876720"/>
                  <a:ext cx="891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DBEC1D-3853-9A88-30B9-2CF26B9EBD9E}"/>
                    </a:ext>
                  </a:extLst>
                </p14:cNvPr>
                <p14:cNvContentPartPr/>
                <p14:nvPr/>
              </p14:nvContentPartPr>
              <p14:xfrm>
                <a:off x="4246180" y="5878960"/>
                <a:ext cx="2081160" cy="88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DBEC1D-3853-9A88-30B9-2CF26B9EBD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0060" y="5872840"/>
                  <a:ext cx="20934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269501-6862-86C0-3306-3140D117E1AE}"/>
                    </a:ext>
                  </a:extLst>
                </p14:cNvPr>
                <p14:cNvContentPartPr/>
                <p14:nvPr/>
              </p14:nvContentPartPr>
              <p14:xfrm>
                <a:off x="3867820" y="4451560"/>
                <a:ext cx="348120" cy="33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269501-6862-86C0-3306-3140D117E1A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700" y="4445440"/>
                  <a:ext cx="360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DAE905-6202-2E0A-8949-7E89487CCE83}"/>
                    </a:ext>
                  </a:extLst>
                </p14:cNvPr>
                <p14:cNvContentPartPr/>
                <p14:nvPr/>
              </p14:nvContentPartPr>
              <p14:xfrm>
                <a:off x="4264180" y="4733800"/>
                <a:ext cx="8928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DAE905-6202-2E0A-8949-7E89487CCE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8060" y="4727680"/>
                  <a:ext cx="10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6DA8B0-9092-A719-433C-874EBADD9B74}"/>
                    </a:ext>
                  </a:extLst>
                </p14:cNvPr>
                <p14:cNvContentPartPr/>
                <p14:nvPr/>
              </p14:nvContentPartPr>
              <p14:xfrm>
                <a:off x="5002540" y="5448760"/>
                <a:ext cx="29304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6DA8B0-9092-A719-433C-874EBADD9B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6420" y="5442640"/>
                  <a:ext cx="305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D10F6D-141B-52D0-4637-42A4A3DFECDA}"/>
                    </a:ext>
                  </a:extLst>
                </p14:cNvPr>
                <p14:cNvContentPartPr/>
                <p14:nvPr/>
              </p14:nvContentPartPr>
              <p14:xfrm>
                <a:off x="5349940" y="5710120"/>
                <a:ext cx="9792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D10F6D-141B-52D0-4637-42A4A3DFEC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0" y="5704000"/>
                  <a:ext cx="110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49DA35-824A-346A-17F3-833C02BBB385}"/>
                    </a:ext>
                  </a:extLst>
                </p14:cNvPr>
                <p14:cNvContentPartPr/>
                <p14:nvPr/>
              </p14:nvContentPartPr>
              <p14:xfrm>
                <a:off x="6637300" y="4972120"/>
                <a:ext cx="4910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49DA35-824A-346A-17F3-833C02BBB3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1180" y="4966000"/>
                  <a:ext cx="50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7B5475D-243E-9015-1878-EE7673D81997}"/>
                    </a:ext>
                  </a:extLst>
                </p14:cNvPr>
                <p14:cNvContentPartPr/>
                <p14:nvPr/>
              </p14:nvContentPartPr>
              <p14:xfrm>
                <a:off x="6649900" y="5068600"/>
                <a:ext cx="444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7B5475D-243E-9015-1878-EE7673D819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43780" y="5062480"/>
                  <a:ext cx="457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1DAC88-0756-E448-99CF-76831E84F253}"/>
                    </a:ext>
                  </a:extLst>
                </p14:cNvPr>
                <p14:cNvContentPartPr/>
                <p14:nvPr/>
              </p14:nvContentPartPr>
              <p14:xfrm>
                <a:off x="6917380" y="4878880"/>
                <a:ext cx="383040" cy="38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1DAC88-0756-E448-99CF-76831E84F2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260" y="4872760"/>
                  <a:ext cx="3952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FA87EC7-FA4F-CC99-BCD2-79F6B1503617}"/>
              </a:ext>
            </a:extLst>
          </p:cNvPr>
          <p:cNvGrpSpPr/>
          <p:nvPr/>
        </p:nvGrpSpPr>
        <p:grpSpPr>
          <a:xfrm>
            <a:off x="8101780" y="4178680"/>
            <a:ext cx="1383480" cy="498240"/>
            <a:chOff x="8101780" y="4178680"/>
            <a:chExt cx="13834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F88408-1BCD-4E0E-1E33-A8DF74205D98}"/>
                    </a:ext>
                  </a:extLst>
                </p14:cNvPr>
                <p14:cNvContentPartPr/>
                <p14:nvPr/>
              </p14:nvContentPartPr>
              <p14:xfrm>
                <a:off x="8101780" y="4178680"/>
                <a:ext cx="339480" cy="47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F88408-1BCD-4E0E-1E33-A8DF74205D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5660" y="4172560"/>
                  <a:ext cx="351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3D8B59-39AC-96E2-075F-854E75178472}"/>
                    </a:ext>
                  </a:extLst>
                </p14:cNvPr>
                <p14:cNvContentPartPr/>
                <p14:nvPr/>
              </p14:nvContentPartPr>
              <p14:xfrm>
                <a:off x="8605780" y="4549120"/>
                <a:ext cx="36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3D8B59-39AC-96E2-075F-854E751784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9660" y="4543000"/>
                  <a:ext cx="1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8E3289-EE0D-AB21-06C2-0A13DB33FA64}"/>
                    </a:ext>
                  </a:extLst>
                </p14:cNvPr>
                <p14:cNvContentPartPr/>
                <p14:nvPr/>
              </p14:nvContentPartPr>
              <p14:xfrm>
                <a:off x="8935900" y="4342480"/>
                <a:ext cx="549360" cy="187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8E3289-EE0D-AB21-06C2-0A13DB33FA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29780" y="4336360"/>
                  <a:ext cx="5616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E80565-66F0-80C6-506B-C17E8437C987}"/>
              </a:ext>
            </a:extLst>
          </p:cNvPr>
          <p:cNvGrpSpPr/>
          <p:nvPr/>
        </p:nvGrpSpPr>
        <p:grpSpPr>
          <a:xfrm>
            <a:off x="9583900" y="4149160"/>
            <a:ext cx="876240" cy="559800"/>
            <a:chOff x="9583900" y="4149160"/>
            <a:chExt cx="876240" cy="55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39FEA8-E7D4-5929-A631-F06EC9E3A797}"/>
                    </a:ext>
                  </a:extLst>
                </p14:cNvPr>
                <p14:cNvContentPartPr/>
                <p14:nvPr/>
              </p14:nvContentPartPr>
              <p14:xfrm>
                <a:off x="9583900" y="4149160"/>
                <a:ext cx="384120" cy="451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39FEA8-E7D4-5929-A631-F06EC9E3A7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77780" y="4143040"/>
                  <a:ext cx="3963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018256-924E-BF11-68DA-F2371F927EE9}"/>
                    </a:ext>
                  </a:extLst>
                </p14:cNvPr>
                <p14:cNvContentPartPr/>
                <p14:nvPr/>
              </p14:nvContentPartPr>
              <p14:xfrm>
                <a:off x="10161700" y="4523920"/>
                <a:ext cx="298440" cy="18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018256-924E-BF11-68DA-F2371F927EE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55580" y="4517800"/>
                  <a:ext cx="3106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C176DB3-223E-8D8D-9ED9-F981FAD4BC15}"/>
              </a:ext>
            </a:extLst>
          </p:cNvPr>
          <p:cNvGrpSpPr/>
          <p:nvPr/>
        </p:nvGrpSpPr>
        <p:grpSpPr>
          <a:xfrm>
            <a:off x="8672020" y="4889320"/>
            <a:ext cx="1064880" cy="802080"/>
            <a:chOff x="8672020" y="4889320"/>
            <a:chExt cx="106488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087F19-213A-8C86-6D9A-039E78730C49}"/>
                    </a:ext>
                  </a:extLst>
                </p14:cNvPr>
                <p14:cNvContentPartPr/>
                <p14:nvPr/>
              </p14:nvContentPartPr>
              <p14:xfrm>
                <a:off x="8672020" y="4889320"/>
                <a:ext cx="378720" cy="46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087F19-213A-8C86-6D9A-039E78730C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65900" y="4883200"/>
                  <a:ext cx="3909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E9A2B2-228D-BF4F-385B-2D31B632B4A6}"/>
                    </a:ext>
                  </a:extLst>
                </p14:cNvPr>
                <p14:cNvContentPartPr/>
                <p14:nvPr/>
              </p14:nvContentPartPr>
              <p14:xfrm>
                <a:off x="9259180" y="5099200"/>
                <a:ext cx="263880" cy="436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E9A2B2-228D-BF4F-385B-2D31B632B4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53060" y="5093080"/>
                  <a:ext cx="2761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29B8C4A-00C5-F92D-E0EC-110BC117282B}"/>
                    </a:ext>
                  </a:extLst>
                </p14:cNvPr>
                <p14:cNvContentPartPr/>
                <p14:nvPr/>
              </p14:nvContentPartPr>
              <p14:xfrm>
                <a:off x="9604780" y="5479000"/>
                <a:ext cx="132120" cy="212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29B8C4A-00C5-F92D-E0EC-110BC11728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98660" y="5472880"/>
                  <a:ext cx="14436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6839FF4-45B5-036E-FB30-0A1DFD93353F}"/>
                  </a:ext>
                </a:extLst>
              </p14:cNvPr>
              <p14:cNvContentPartPr/>
              <p14:nvPr/>
            </p14:nvContentPartPr>
            <p14:xfrm>
              <a:off x="4484140" y="4860880"/>
              <a:ext cx="535680" cy="731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6839FF4-45B5-036E-FB30-0A1DFD93353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78020" y="4854760"/>
                <a:ext cx="547920" cy="74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2633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01CE7-39A6-B38C-9847-B23E56FF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0F2F-6B25-632A-7628-7F604C2B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CBB55-237E-6995-720E-B372B9354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982"/>
            <a:ext cx="11041700" cy="2306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a Markov chain, divide it into its “strongly connected components” (</a:t>
            </a:r>
            <a:r>
              <a:rPr lang="en-US" dirty="0" err="1"/>
              <a:t>ie</a:t>
            </a:r>
            <a:r>
              <a:rPr lang="en-US" dirty="0"/>
              <a:t> partitions where every node can reach every other node)</a:t>
            </a:r>
          </a:p>
          <a:p>
            <a:pPr marL="0" indent="0">
              <a:buNone/>
            </a:pPr>
            <a:r>
              <a:rPr lang="en-US" dirty="0"/>
              <a:t>Vertices in leaves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recurrent</a:t>
            </a:r>
          </a:p>
          <a:p>
            <a:pPr lvl="1"/>
            <a:r>
              <a:rPr lang="en-US" dirty="0"/>
              <a:t>If a leaf has a single node, then it is an </a:t>
            </a:r>
            <a:r>
              <a:rPr lang="en-US" b="1" dirty="0"/>
              <a:t>absorbing state</a:t>
            </a:r>
            <a:r>
              <a:rPr lang="en-US" dirty="0"/>
              <a:t> (</a:t>
            </a:r>
            <a:r>
              <a:rPr lang="en-US" dirty="0" err="1"/>
              <a:t>eg</a:t>
            </a:r>
            <a:r>
              <a:rPr lang="en-US" dirty="0"/>
              <a:t> C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Vertices in internal nodes are </a:t>
            </a:r>
            <a:r>
              <a:rPr lang="en-US" b="1" dirty="0">
                <a:solidFill>
                  <a:srgbClr val="FF0000"/>
                </a:solidFill>
              </a:rPr>
              <a:t>transient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0C42B6-11A5-7C57-06D4-10251ECB94A2}"/>
              </a:ext>
            </a:extLst>
          </p:cNvPr>
          <p:cNvGrpSpPr/>
          <p:nvPr/>
        </p:nvGrpSpPr>
        <p:grpSpPr>
          <a:xfrm>
            <a:off x="973780" y="4724440"/>
            <a:ext cx="5070240" cy="1913040"/>
            <a:chOff x="973780" y="4724440"/>
            <a:chExt cx="50702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B13593-985D-3DFB-AC0B-226985886C8A}"/>
                    </a:ext>
                  </a:extLst>
                </p14:cNvPr>
                <p14:cNvContentPartPr/>
                <p14:nvPr/>
              </p14:nvContentPartPr>
              <p14:xfrm>
                <a:off x="991780" y="4724440"/>
                <a:ext cx="354960" cy="36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B13593-985D-3DFB-AC0B-226985886C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660" y="4718320"/>
                  <a:ext cx="36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8B428F-7814-53C0-CCEB-953523A2265D}"/>
                    </a:ext>
                  </a:extLst>
                </p14:cNvPr>
                <p14:cNvContentPartPr/>
                <p14:nvPr/>
              </p14:nvContentPartPr>
              <p14:xfrm>
                <a:off x="1464100" y="4971400"/>
                <a:ext cx="74988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8B428F-7814-53C0-CCEB-953523A226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7980" y="4965280"/>
                  <a:ext cx="76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C7A27C-DFCB-CFB1-7816-DFE638F2CB1F}"/>
                    </a:ext>
                  </a:extLst>
                </p14:cNvPr>
                <p14:cNvContentPartPr/>
                <p14:nvPr/>
              </p14:nvContentPartPr>
              <p14:xfrm>
                <a:off x="2403700" y="5156800"/>
                <a:ext cx="360720" cy="29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C7A27C-DFCB-CFB1-7816-DFE638F2CB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7580" y="5150680"/>
                  <a:ext cx="37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4FDB86-4F44-FAFA-D5DC-DE0888B3A2B1}"/>
                    </a:ext>
                  </a:extLst>
                </p14:cNvPr>
                <p14:cNvContentPartPr/>
                <p14:nvPr/>
              </p14:nvContentPartPr>
              <p14:xfrm>
                <a:off x="2184460" y="5653240"/>
                <a:ext cx="217440" cy="51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4FDB86-4F44-FAFA-D5DC-DE0888B3A2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340" y="5647120"/>
                  <a:ext cx="229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2827500-0E38-CA84-3228-234AAD859755}"/>
                    </a:ext>
                  </a:extLst>
                </p14:cNvPr>
                <p14:cNvContentPartPr/>
                <p14:nvPr/>
              </p14:nvContentPartPr>
              <p14:xfrm>
                <a:off x="1968100" y="6291520"/>
                <a:ext cx="16956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2827500-0E38-CA84-3228-234AAD8597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1980" y="6285400"/>
                  <a:ext cx="181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AFC330-C0C8-8CB5-96C7-FA4DCE7268EB}"/>
                    </a:ext>
                  </a:extLst>
                </p14:cNvPr>
                <p14:cNvContentPartPr/>
                <p14:nvPr/>
              </p14:nvContentPartPr>
              <p14:xfrm>
                <a:off x="973780" y="5291080"/>
                <a:ext cx="906120" cy="11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AFC330-C0C8-8CB5-96C7-FA4DCE7268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660" y="5284960"/>
                  <a:ext cx="9183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3ABB97-0D04-EA6F-3789-564C9A2005B6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3ABB97-0D04-EA6F-3789-564C9A2005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04C2E9-F444-D4DB-FDB3-EF306506817B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04C2E9-F444-D4DB-FDB3-EF30650681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A0A15E3-A974-8E50-50F2-7C79AB96A81B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A0A15E3-A974-8E50-50F2-7C79AB96A8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0C591D-48CC-D34A-D6DE-E1382D5A35DD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0C591D-48CC-D34A-D6DE-E1382D5A35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406DFA-7E06-3F3F-F4BA-2373B1451EBF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406DFA-7E06-3F3F-F4BA-2373B1451E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9C029E-7130-F17E-4F21-CA9441586B22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9C029E-7130-F17E-4F21-CA9441586B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78D9B9-3D8B-1EE2-69D3-270EE6AE6432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78D9B9-3D8B-1EE2-69D3-270EE6AE64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BC46C0-D018-2A2C-7577-A98233A718C5}"/>
                  </a:ext>
                </a:extLst>
              </p14:cNvPr>
              <p14:cNvContentPartPr/>
              <p14:nvPr/>
            </p14:nvContentPartPr>
            <p14:xfrm>
              <a:off x="312100" y="4413400"/>
              <a:ext cx="2470320" cy="23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BC46C0-D018-2A2C-7577-A98233A718C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980" y="4407280"/>
                <a:ext cx="2482560" cy="23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18A02535-85DF-54A1-6A6F-F498F69F262C}"/>
              </a:ext>
            </a:extLst>
          </p:cNvPr>
          <p:cNvGrpSpPr/>
          <p:nvPr/>
        </p:nvGrpSpPr>
        <p:grpSpPr>
          <a:xfrm>
            <a:off x="1276540" y="3922720"/>
            <a:ext cx="261360" cy="360000"/>
            <a:chOff x="1276540" y="3922720"/>
            <a:chExt cx="261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3CA938-820A-B10D-F0DD-5F4FFF2E2705}"/>
                    </a:ext>
                  </a:extLst>
                </p14:cNvPr>
                <p14:cNvContentPartPr/>
                <p14:nvPr/>
              </p14:nvContentPartPr>
              <p14:xfrm>
                <a:off x="1276540" y="3922720"/>
                <a:ext cx="260280" cy="31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3CA938-820A-B10D-F0DD-5F4FFF2E27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420" y="3916600"/>
                  <a:ext cx="272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F3DA30-F302-7A1D-C551-69C99DABFD46}"/>
                    </a:ext>
                  </a:extLst>
                </p14:cNvPr>
                <p14:cNvContentPartPr/>
                <p14:nvPr/>
              </p14:nvContentPartPr>
              <p14:xfrm>
                <a:off x="1537540" y="4190560"/>
                <a:ext cx="36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F3DA30-F302-7A1D-C551-69C99DABF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1420" y="4184440"/>
                  <a:ext cx="126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841A4E-AC22-13D5-FCF8-0BC68907BD59}"/>
              </a:ext>
            </a:extLst>
          </p:cNvPr>
          <p:cNvGrpSpPr/>
          <p:nvPr/>
        </p:nvGrpSpPr>
        <p:grpSpPr>
          <a:xfrm>
            <a:off x="3867820" y="4451560"/>
            <a:ext cx="3432600" cy="2311560"/>
            <a:chOff x="3867820" y="4451560"/>
            <a:chExt cx="3432600" cy="23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25A32E4-0940-7187-4264-075944FC0962}"/>
                    </a:ext>
                  </a:extLst>
                </p14:cNvPr>
                <p14:cNvContentPartPr/>
                <p14:nvPr/>
              </p14:nvContentPartPr>
              <p14:xfrm>
                <a:off x="3994540" y="4882840"/>
                <a:ext cx="878760" cy="65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25A32E4-0940-7187-4264-075944FC09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8420" y="4876720"/>
                  <a:ext cx="891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E359AD-61EB-77A9-EE4C-51099AC60F19}"/>
                    </a:ext>
                  </a:extLst>
                </p14:cNvPr>
                <p14:cNvContentPartPr/>
                <p14:nvPr/>
              </p14:nvContentPartPr>
              <p14:xfrm>
                <a:off x="4246180" y="5878960"/>
                <a:ext cx="2081160" cy="88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E359AD-61EB-77A9-EE4C-51099AC60F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0060" y="5872840"/>
                  <a:ext cx="20934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B2876DD-624B-A021-CDA1-3C2198BA832C}"/>
                    </a:ext>
                  </a:extLst>
                </p14:cNvPr>
                <p14:cNvContentPartPr/>
                <p14:nvPr/>
              </p14:nvContentPartPr>
              <p14:xfrm>
                <a:off x="3867820" y="4451560"/>
                <a:ext cx="348120" cy="33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B2876DD-624B-A021-CDA1-3C2198BA83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700" y="4445440"/>
                  <a:ext cx="360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6B46F1D-FBCE-31EF-9CE4-8D1F23CF84DD}"/>
                    </a:ext>
                  </a:extLst>
                </p14:cNvPr>
                <p14:cNvContentPartPr/>
                <p14:nvPr/>
              </p14:nvContentPartPr>
              <p14:xfrm>
                <a:off x="4264180" y="4733800"/>
                <a:ext cx="8928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6B46F1D-FBCE-31EF-9CE4-8D1F23CF84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8060" y="4727680"/>
                  <a:ext cx="10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0758B4-8FEE-7A7F-3242-51C0B7EC5A45}"/>
                    </a:ext>
                  </a:extLst>
                </p14:cNvPr>
                <p14:cNvContentPartPr/>
                <p14:nvPr/>
              </p14:nvContentPartPr>
              <p14:xfrm>
                <a:off x="5002540" y="5448760"/>
                <a:ext cx="29304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0758B4-8FEE-7A7F-3242-51C0B7EC5A4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6420" y="5442640"/>
                  <a:ext cx="305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C0F4E6-D926-5A2E-256E-7B691AC68CF3}"/>
                    </a:ext>
                  </a:extLst>
                </p14:cNvPr>
                <p14:cNvContentPartPr/>
                <p14:nvPr/>
              </p14:nvContentPartPr>
              <p14:xfrm>
                <a:off x="5349940" y="5710120"/>
                <a:ext cx="9792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C0F4E6-D926-5A2E-256E-7B691AC68C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0" y="5704000"/>
                  <a:ext cx="110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81577A-F90E-3D99-3F54-B04080B646EA}"/>
                    </a:ext>
                  </a:extLst>
                </p14:cNvPr>
                <p14:cNvContentPartPr/>
                <p14:nvPr/>
              </p14:nvContentPartPr>
              <p14:xfrm>
                <a:off x="6637300" y="4972120"/>
                <a:ext cx="4910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81577A-F90E-3D99-3F54-B04080B646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1180" y="4966000"/>
                  <a:ext cx="50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37767C-F7E9-4AD1-94C3-EAE6F509B2AE}"/>
                    </a:ext>
                  </a:extLst>
                </p14:cNvPr>
                <p14:cNvContentPartPr/>
                <p14:nvPr/>
              </p14:nvContentPartPr>
              <p14:xfrm>
                <a:off x="6649900" y="5068600"/>
                <a:ext cx="444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37767C-F7E9-4AD1-94C3-EAE6F509B2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43780" y="5062480"/>
                  <a:ext cx="457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7BDF166-9A01-6EF1-FB19-309AA5390C30}"/>
                    </a:ext>
                  </a:extLst>
                </p14:cNvPr>
                <p14:cNvContentPartPr/>
                <p14:nvPr/>
              </p14:nvContentPartPr>
              <p14:xfrm>
                <a:off x="6917380" y="4878880"/>
                <a:ext cx="383040" cy="38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7BDF166-9A01-6EF1-FB19-309AA5390C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260" y="4872760"/>
                  <a:ext cx="3952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9645D5C-B658-7A6B-BF06-94FBDB060303}"/>
              </a:ext>
            </a:extLst>
          </p:cNvPr>
          <p:cNvGrpSpPr/>
          <p:nvPr/>
        </p:nvGrpSpPr>
        <p:grpSpPr>
          <a:xfrm>
            <a:off x="8101780" y="4178680"/>
            <a:ext cx="1383480" cy="498240"/>
            <a:chOff x="8101780" y="4178680"/>
            <a:chExt cx="13834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1C3749A-9A49-C0C3-0663-838FC44B0759}"/>
                    </a:ext>
                  </a:extLst>
                </p14:cNvPr>
                <p14:cNvContentPartPr/>
                <p14:nvPr/>
              </p14:nvContentPartPr>
              <p14:xfrm>
                <a:off x="8101780" y="4178680"/>
                <a:ext cx="339480" cy="47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1C3749A-9A49-C0C3-0663-838FC44B07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5660" y="4172560"/>
                  <a:ext cx="351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B7FCEA-16CD-F80E-C8AB-89C5BAC4BE55}"/>
                    </a:ext>
                  </a:extLst>
                </p14:cNvPr>
                <p14:cNvContentPartPr/>
                <p14:nvPr/>
              </p14:nvContentPartPr>
              <p14:xfrm>
                <a:off x="8605780" y="4549120"/>
                <a:ext cx="36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B7FCEA-16CD-F80E-C8AB-89C5BAC4BE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9660" y="4543000"/>
                  <a:ext cx="1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BE8578-D9F9-84DD-4639-54FD7C7C2ABC}"/>
                    </a:ext>
                  </a:extLst>
                </p14:cNvPr>
                <p14:cNvContentPartPr/>
                <p14:nvPr/>
              </p14:nvContentPartPr>
              <p14:xfrm>
                <a:off x="8935900" y="4342480"/>
                <a:ext cx="549360" cy="187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BE8578-D9F9-84DD-4639-54FD7C7C2A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29780" y="4336360"/>
                  <a:ext cx="56160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FC4192E-B959-E815-DE6F-E93128022F8C}"/>
                  </a:ext>
                </a:extLst>
              </p14:cNvPr>
              <p14:cNvContentPartPr/>
              <p14:nvPr/>
            </p14:nvContentPartPr>
            <p14:xfrm>
              <a:off x="8672020" y="4889320"/>
              <a:ext cx="378720" cy="460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FC4192E-B959-E815-DE6F-E93128022F8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65900" y="4883200"/>
                <a:ext cx="3909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CFE9099-53AF-20CF-722C-829E7F34E001}"/>
                  </a:ext>
                </a:extLst>
              </p14:cNvPr>
              <p14:cNvContentPartPr/>
              <p14:nvPr/>
            </p14:nvContentPartPr>
            <p14:xfrm>
              <a:off x="4484140" y="4860880"/>
              <a:ext cx="535680" cy="731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CFE9099-53AF-20CF-722C-829E7F34E00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78020" y="4854760"/>
                <a:ext cx="547920" cy="74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79AD05B-919B-402C-28F4-F8448679170F}"/>
              </a:ext>
            </a:extLst>
          </p:cNvPr>
          <p:cNvGrpSpPr/>
          <p:nvPr/>
        </p:nvGrpSpPr>
        <p:grpSpPr>
          <a:xfrm>
            <a:off x="9652660" y="4252480"/>
            <a:ext cx="674280" cy="396000"/>
            <a:chOff x="9652660" y="4252480"/>
            <a:chExt cx="674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2C9C09-1F7D-D77A-35F6-6B4C11C5A43A}"/>
                    </a:ext>
                  </a:extLst>
                </p14:cNvPr>
                <p14:cNvContentPartPr/>
                <p14:nvPr/>
              </p14:nvContentPartPr>
              <p14:xfrm>
                <a:off x="9652660" y="4252480"/>
                <a:ext cx="259200" cy="336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2C9C09-1F7D-D77A-35F6-6B4C11C5A4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540" y="4246360"/>
                  <a:ext cx="271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9A3D34-51BF-0A32-6CF8-208D23D14889}"/>
                    </a:ext>
                  </a:extLst>
                </p14:cNvPr>
                <p14:cNvContentPartPr/>
                <p14:nvPr/>
              </p14:nvContentPartPr>
              <p14:xfrm>
                <a:off x="10070620" y="4530040"/>
                <a:ext cx="256320" cy="11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9A3D34-51BF-0A32-6CF8-208D23D148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64500" y="4523920"/>
                  <a:ext cx="268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37D9A9-A352-BF10-1FB2-12DC9AD7A384}"/>
              </a:ext>
            </a:extLst>
          </p:cNvPr>
          <p:cNvGrpSpPr/>
          <p:nvPr/>
        </p:nvGrpSpPr>
        <p:grpSpPr>
          <a:xfrm>
            <a:off x="9258820" y="5184880"/>
            <a:ext cx="646560" cy="588600"/>
            <a:chOff x="9258820" y="5184880"/>
            <a:chExt cx="64656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0C625F-D193-DDDA-65E7-4A442C05C3FD}"/>
                    </a:ext>
                  </a:extLst>
                </p14:cNvPr>
                <p14:cNvContentPartPr/>
                <p14:nvPr/>
              </p14:nvContentPartPr>
              <p14:xfrm>
                <a:off x="9258820" y="5184880"/>
                <a:ext cx="32256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0C625F-D193-DDDA-65E7-4A442C05C3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52700" y="5178760"/>
                  <a:ext cx="334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AAA36D-E5B2-A5F7-8185-A38C508F50FD}"/>
                    </a:ext>
                  </a:extLst>
                </p14:cNvPr>
                <p14:cNvContentPartPr/>
                <p14:nvPr/>
              </p14:nvContentPartPr>
              <p14:xfrm>
                <a:off x="9763540" y="5529400"/>
                <a:ext cx="141840" cy="244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AAA36D-E5B2-A5F7-8185-A38C508F50F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57420" y="5523280"/>
                  <a:ext cx="154080" cy="25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27288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C7BF-FCB0-FF1F-9225-661552CC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A2D3-9B4D-F747-9944-58F573A2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4F7A7-D06E-8985-C128-A4BB55BEF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982"/>
            <a:ext cx="11041700" cy="2306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/>
              <a:t>For a Markov chain, divide it into its “strongly connected components” (</a:t>
            </a:r>
            <a:r>
              <a:rPr lang="en-US" sz="2300" dirty="0" err="1"/>
              <a:t>ie</a:t>
            </a:r>
            <a:r>
              <a:rPr lang="en-US" sz="2300" dirty="0"/>
              <a:t> partitions where every node can reach every other node)</a:t>
            </a:r>
          </a:p>
          <a:p>
            <a:pPr marL="0" indent="0">
              <a:buNone/>
            </a:pPr>
            <a:r>
              <a:rPr lang="en-US" sz="2300" dirty="0"/>
              <a:t>Vertices in leaves are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</a:rPr>
              <a:t>recurrent</a:t>
            </a:r>
          </a:p>
          <a:p>
            <a:pPr marL="0" indent="0">
              <a:buNone/>
            </a:pPr>
            <a:r>
              <a:rPr lang="en-US" sz="2300" dirty="0"/>
              <a:t>Vertices in internal nodes are </a:t>
            </a:r>
            <a:r>
              <a:rPr lang="en-US" sz="2300" b="1" dirty="0">
                <a:solidFill>
                  <a:srgbClr val="FF0000"/>
                </a:solidFill>
              </a:rPr>
              <a:t>transient</a:t>
            </a:r>
          </a:p>
          <a:p>
            <a:pPr marL="0" indent="0">
              <a:buNone/>
            </a:pPr>
            <a:endParaRPr lang="en-US" sz="23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7A7679-6375-8581-EA7B-C697E52E2A20}"/>
              </a:ext>
            </a:extLst>
          </p:cNvPr>
          <p:cNvGrpSpPr/>
          <p:nvPr/>
        </p:nvGrpSpPr>
        <p:grpSpPr>
          <a:xfrm>
            <a:off x="973780" y="4724440"/>
            <a:ext cx="5070240" cy="1913040"/>
            <a:chOff x="973780" y="4724440"/>
            <a:chExt cx="50702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D846B7-1829-6D17-E2B6-D9B2A3A7D8C9}"/>
                    </a:ext>
                  </a:extLst>
                </p14:cNvPr>
                <p14:cNvContentPartPr/>
                <p14:nvPr/>
              </p14:nvContentPartPr>
              <p14:xfrm>
                <a:off x="991780" y="4724440"/>
                <a:ext cx="354960" cy="36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D846B7-1829-6D17-E2B6-D9B2A3A7D8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660" y="4718320"/>
                  <a:ext cx="36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A1CE18-176B-80F4-3CD5-ADB3E7FBED86}"/>
                    </a:ext>
                  </a:extLst>
                </p14:cNvPr>
                <p14:cNvContentPartPr/>
                <p14:nvPr/>
              </p14:nvContentPartPr>
              <p14:xfrm>
                <a:off x="1464100" y="4971400"/>
                <a:ext cx="74988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A1CE18-176B-80F4-3CD5-ADB3E7FBED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7980" y="4965280"/>
                  <a:ext cx="76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71C364-2796-57A3-206A-9314F2D03DDD}"/>
                    </a:ext>
                  </a:extLst>
                </p14:cNvPr>
                <p14:cNvContentPartPr/>
                <p14:nvPr/>
              </p14:nvContentPartPr>
              <p14:xfrm>
                <a:off x="2403700" y="5156800"/>
                <a:ext cx="360720" cy="29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71C364-2796-57A3-206A-9314F2D03D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7580" y="5150680"/>
                  <a:ext cx="37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25C13A-E10F-62B5-BA03-96ADBC19AAD6}"/>
                    </a:ext>
                  </a:extLst>
                </p14:cNvPr>
                <p14:cNvContentPartPr/>
                <p14:nvPr/>
              </p14:nvContentPartPr>
              <p14:xfrm>
                <a:off x="2184460" y="5653240"/>
                <a:ext cx="217440" cy="51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25C13A-E10F-62B5-BA03-96ADBC19AA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340" y="5647120"/>
                  <a:ext cx="229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1821B0-39E9-D0B0-70D6-A15B38D4E0C1}"/>
                    </a:ext>
                  </a:extLst>
                </p14:cNvPr>
                <p14:cNvContentPartPr/>
                <p14:nvPr/>
              </p14:nvContentPartPr>
              <p14:xfrm>
                <a:off x="1968100" y="6291520"/>
                <a:ext cx="16956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1821B0-39E9-D0B0-70D6-A15B38D4E0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1980" y="6285400"/>
                  <a:ext cx="181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36EF44-966C-5AC8-6945-AB0CFEC74707}"/>
                    </a:ext>
                  </a:extLst>
                </p14:cNvPr>
                <p14:cNvContentPartPr/>
                <p14:nvPr/>
              </p14:nvContentPartPr>
              <p14:xfrm>
                <a:off x="973780" y="5291080"/>
                <a:ext cx="906120" cy="11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36EF44-966C-5AC8-6945-AB0CFEC747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660" y="5284960"/>
                  <a:ext cx="9183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3E8EF5-9E49-761B-EAD3-4BCF36AF9140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3E8EF5-9E49-761B-EAD3-4BCF36AF91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B5BB08-12EF-C442-2433-A9B2E380EBD5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B5BB08-12EF-C442-2433-A9B2E380EB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D2639F-2217-D820-2458-A1A8E217B2D3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D2639F-2217-D820-2458-A1A8E217B2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3B8F09-EC77-5BD5-C82D-F64D1544CE64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3B8F09-EC77-5BD5-C82D-F64D1544CE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EE7EB4-E28C-1787-01B9-597FFCAF6474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EE7EB4-E28C-1787-01B9-597FFCAF64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C858C6-8336-7E21-B9D5-E1F8FD7CCE3D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C858C6-8336-7E21-B9D5-E1F8FD7CCE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AAE701-D394-9BFA-D5E3-E1C61371A1FA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AAE701-D394-9BFA-D5E3-E1C61371A1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C8C870-D0D3-2476-AFF2-E2948FAD2E77}"/>
                  </a:ext>
                </a:extLst>
              </p14:cNvPr>
              <p14:cNvContentPartPr/>
              <p14:nvPr/>
            </p14:nvContentPartPr>
            <p14:xfrm>
              <a:off x="312100" y="4413400"/>
              <a:ext cx="2470320" cy="23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C8C870-D0D3-2476-AFF2-E2948FAD2E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980" y="4407280"/>
                <a:ext cx="2482560" cy="23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B3A02C4-1952-3C1E-A60C-0DDCA9B019DC}"/>
              </a:ext>
            </a:extLst>
          </p:cNvPr>
          <p:cNvGrpSpPr/>
          <p:nvPr/>
        </p:nvGrpSpPr>
        <p:grpSpPr>
          <a:xfrm>
            <a:off x="211660" y="4958260"/>
            <a:ext cx="261360" cy="360000"/>
            <a:chOff x="1276540" y="3922720"/>
            <a:chExt cx="261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95FE4DF-53B3-9D04-0314-4989CE58622C}"/>
                    </a:ext>
                  </a:extLst>
                </p14:cNvPr>
                <p14:cNvContentPartPr/>
                <p14:nvPr/>
              </p14:nvContentPartPr>
              <p14:xfrm>
                <a:off x="1276540" y="3922720"/>
                <a:ext cx="260280" cy="31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95FE4DF-53B3-9D04-0314-4989CE5862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420" y="3916600"/>
                  <a:ext cx="272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CBCFD5-A8E2-9A8F-11D1-1AAEE0E6439A}"/>
                    </a:ext>
                  </a:extLst>
                </p14:cNvPr>
                <p14:cNvContentPartPr/>
                <p14:nvPr/>
              </p14:nvContentPartPr>
              <p14:xfrm>
                <a:off x="1537540" y="4190560"/>
                <a:ext cx="36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CBCFD5-A8E2-9A8F-11D1-1AAEE0E643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1420" y="4184440"/>
                  <a:ext cx="126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BF2A87-AC70-F78C-FD79-84D839110425}"/>
              </a:ext>
            </a:extLst>
          </p:cNvPr>
          <p:cNvGrpSpPr/>
          <p:nvPr/>
        </p:nvGrpSpPr>
        <p:grpSpPr>
          <a:xfrm>
            <a:off x="3867820" y="4451560"/>
            <a:ext cx="3432600" cy="2311560"/>
            <a:chOff x="3867820" y="4451560"/>
            <a:chExt cx="3432600" cy="23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D780DE-C5FE-107B-50F2-0B84DDA9587B}"/>
                    </a:ext>
                  </a:extLst>
                </p14:cNvPr>
                <p14:cNvContentPartPr/>
                <p14:nvPr/>
              </p14:nvContentPartPr>
              <p14:xfrm>
                <a:off x="3994540" y="4882840"/>
                <a:ext cx="878760" cy="65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D780DE-C5FE-107B-50F2-0B84DDA958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8420" y="4876720"/>
                  <a:ext cx="891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D528F5-D815-5E7E-DF73-FB2655B3C1C6}"/>
                    </a:ext>
                  </a:extLst>
                </p14:cNvPr>
                <p14:cNvContentPartPr/>
                <p14:nvPr/>
              </p14:nvContentPartPr>
              <p14:xfrm>
                <a:off x="4246180" y="5878960"/>
                <a:ext cx="2081160" cy="88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D528F5-D815-5E7E-DF73-FB2655B3C1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0060" y="5872840"/>
                  <a:ext cx="20934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F3114C-116C-7F63-BDB0-DB560AFE6EF9}"/>
                    </a:ext>
                  </a:extLst>
                </p14:cNvPr>
                <p14:cNvContentPartPr/>
                <p14:nvPr/>
              </p14:nvContentPartPr>
              <p14:xfrm>
                <a:off x="3867820" y="4451560"/>
                <a:ext cx="348120" cy="33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F3114C-116C-7F63-BDB0-DB560AFE6EF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700" y="4445440"/>
                  <a:ext cx="360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E8E28E-B0B0-3CCF-246B-87552BA7914C}"/>
                    </a:ext>
                  </a:extLst>
                </p14:cNvPr>
                <p14:cNvContentPartPr/>
                <p14:nvPr/>
              </p14:nvContentPartPr>
              <p14:xfrm>
                <a:off x="4264180" y="4733800"/>
                <a:ext cx="8928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E8E28E-B0B0-3CCF-246B-87552BA791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8060" y="4727680"/>
                  <a:ext cx="10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58CB33-AFBF-A861-6267-D83CB4367C3C}"/>
                    </a:ext>
                  </a:extLst>
                </p14:cNvPr>
                <p14:cNvContentPartPr/>
                <p14:nvPr/>
              </p14:nvContentPartPr>
              <p14:xfrm>
                <a:off x="5002540" y="5448760"/>
                <a:ext cx="29304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58CB33-AFBF-A861-6267-D83CB4367C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6420" y="5442640"/>
                  <a:ext cx="305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021A5C-4BA8-5F95-9333-CCB77A0982C7}"/>
                    </a:ext>
                  </a:extLst>
                </p14:cNvPr>
                <p14:cNvContentPartPr/>
                <p14:nvPr/>
              </p14:nvContentPartPr>
              <p14:xfrm>
                <a:off x="5349940" y="5710120"/>
                <a:ext cx="9792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021A5C-4BA8-5F95-9333-CCB77A0982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0" y="5704000"/>
                  <a:ext cx="110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205766-67FF-B366-EE23-0133BFAEFDF7}"/>
                    </a:ext>
                  </a:extLst>
                </p14:cNvPr>
                <p14:cNvContentPartPr/>
                <p14:nvPr/>
              </p14:nvContentPartPr>
              <p14:xfrm>
                <a:off x="6637300" y="4972120"/>
                <a:ext cx="4910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205766-67FF-B366-EE23-0133BFAEFD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1180" y="4966000"/>
                  <a:ext cx="50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E3B2DB-0851-9572-804A-3422B9ED483B}"/>
                    </a:ext>
                  </a:extLst>
                </p14:cNvPr>
                <p14:cNvContentPartPr/>
                <p14:nvPr/>
              </p14:nvContentPartPr>
              <p14:xfrm>
                <a:off x="6649900" y="5068600"/>
                <a:ext cx="444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E3B2DB-0851-9572-804A-3422B9ED48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43780" y="5062480"/>
                  <a:ext cx="457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9C0518-1EF6-862F-42BD-CF7E769E9CC1}"/>
                    </a:ext>
                  </a:extLst>
                </p14:cNvPr>
                <p14:cNvContentPartPr/>
                <p14:nvPr/>
              </p14:nvContentPartPr>
              <p14:xfrm>
                <a:off x="6917380" y="4878880"/>
                <a:ext cx="383040" cy="38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9C0518-1EF6-862F-42BD-CF7E769E9C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260" y="4872760"/>
                  <a:ext cx="3952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31E701-C13A-9429-8DE0-8C01AB48C363}"/>
              </a:ext>
            </a:extLst>
          </p:cNvPr>
          <p:cNvGrpSpPr/>
          <p:nvPr/>
        </p:nvGrpSpPr>
        <p:grpSpPr>
          <a:xfrm>
            <a:off x="8101780" y="4178680"/>
            <a:ext cx="1383480" cy="498240"/>
            <a:chOff x="8101780" y="4178680"/>
            <a:chExt cx="13834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F2F64D-7EC8-84C1-47E9-BD3C982C6891}"/>
                    </a:ext>
                  </a:extLst>
                </p14:cNvPr>
                <p14:cNvContentPartPr/>
                <p14:nvPr/>
              </p14:nvContentPartPr>
              <p14:xfrm>
                <a:off x="8101780" y="4178680"/>
                <a:ext cx="339480" cy="47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F2F64D-7EC8-84C1-47E9-BD3C982C689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5660" y="4172560"/>
                  <a:ext cx="351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18FA5E-711A-EE59-1EC2-96A26788B3A1}"/>
                    </a:ext>
                  </a:extLst>
                </p14:cNvPr>
                <p14:cNvContentPartPr/>
                <p14:nvPr/>
              </p14:nvContentPartPr>
              <p14:xfrm>
                <a:off x="8605780" y="4549120"/>
                <a:ext cx="36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18FA5E-711A-EE59-1EC2-96A26788B3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9660" y="4543000"/>
                  <a:ext cx="1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8AC004C-EAF5-AEFD-B937-88177E457C4C}"/>
                    </a:ext>
                  </a:extLst>
                </p14:cNvPr>
                <p14:cNvContentPartPr/>
                <p14:nvPr/>
              </p14:nvContentPartPr>
              <p14:xfrm>
                <a:off x="8935900" y="4342480"/>
                <a:ext cx="549360" cy="187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8AC004C-EAF5-AEFD-B937-88177E457C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29780" y="4336360"/>
                  <a:ext cx="56160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40DE1C1-C06F-2F2D-9A09-0DF3AF5883E2}"/>
                  </a:ext>
                </a:extLst>
              </p14:cNvPr>
              <p14:cNvContentPartPr/>
              <p14:nvPr/>
            </p14:nvContentPartPr>
            <p14:xfrm>
              <a:off x="8672020" y="4889320"/>
              <a:ext cx="378720" cy="460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40DE1C1-C06F-2F2D-9A09-0DF3AF5883E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65900" y="4883200"/>
                <a:ext cx="3909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27A5EB6-D0D2-4CF4-CDBB-E3AF673F7142}"/>
                  </a:ext>
                </a:extLst>
              </p14:cNvPr>
              <p14:cNvContentPartPr/>
              <p14:nvPr/>
            </p14:nvContentPartPr>
            <p14:xfrm>
              <a:off x="4484140" y="4860880"/>
              <a:ext cx="535680" cy="731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27A5EB6-D0D2-4CF4-CDBB-E3AF673F714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78020" y="4854760"/>
                <a:ext cx="547920" cy="74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7A6EA06-E7DE-AB14-EA87-A86BA64615C9}"/>
              </a:ext>
            </a:extLst>
          </p:cNvPr>
          <p:cNvGrpSpPr/>
          <p:nvPr/>
        </p:nvGrpSpPr>
        <p:grpSpPr>
          <a:xfrm>
            <a:off x="9652660" y="4252480"/>
            <a:ext cx="674280" cy="396000"/>
            <a:chOff x="9652660" y="4252480"/>
            <a:chExt cx="674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45AC3F-96F3-E7D8-D62B-A3CA9CF3C771}"/>
                    </a:ext>
                  </a:extLst>
                </p14:cNvPr>
                <p14:cNvContentPartPr/>
                <p14:nvPr/>
              </p14:nvContentPartPr>
              <p14:xfrm>
                <a:off x="9652660" y="4252480"/>
                <a:ext cx="259200" cy="336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45AC3F-96F3-E7D8-D62B-A3CA9CF3C7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540" y="4246360"/>
                  <a:ext cx="271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BD9843-838C-1F3B-CFE5-141F3D42BB86}"/>
                    </a:ext>
                  </a:extLst>
                </p14:cNvPr>
                <p14:cNvContentPartPr/>
                <p14:nvPr/>
              </p14:nvContentPartPr>
              <p14:xfrm>
                <a:off x="10070620" y="4530040"/>
                <a:ext cx="256320" cy="11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BD9843-838C-1F3B-CFE5-141F3D42BB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64500" y="4523920"/>
                  <a:ext cx="268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34F182E-F28E-EF0B-7F7D-A3FC194740E5}"/>
              </a:ext>
            </a:extLst>
          </p:cNvPr>
          <p:cNvGrpSpPr/>
          <p:nvPr/>
        </p:nvGrpSpPr>
        <p:grpSpPr>
          <a:xfrm>
            <a:off x="9258820" y="5184880"/>
            <a:ext cx="646560" cy="588600"/>
            <a:chOff x="9258820" y="5184880"/>
            <a:chExt cx="64656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BDDE38-FBDE-0A39-CBC1-3C9C9E6AAF2A}"/>
                    </a:ext>
                  </a:extLst>
                </p14:cNvPr>
                <p14:cNvContentPartPr/>
                <p14:nvPr/>
              </p14:nvContentPartPr>
              <p14:xfrm>
                <a:off x="9258820" y="5184880"/>
                <a:ext cx="32256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BDDE38-FBDE-0A39-CBC1-3C9C9E6AAF2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52700" y="5178760"/>
                  <a:ext cx="334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E09DDA-409F-F8E3-AF94-3696CEFC0284}"/>
                    </a:ext>
                  </a:extLst>
                </p14:cNvPr>
                <p14:cNvContentPartPr/>
                <p14:nvPr/>
              </p14:nvContentPartPr>
              <p14:xfrm>
                <a:off x="9763540" y="5529400"/>
                <a:ext cx="141840" cy="244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E09DDA-409F-F8E3-AF94-3696CEFC02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57420" y="5523280"/>
                  <a:ext cx="15408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D47BE2-A277-FCEF-AD05-62288BBA6A56}"/>
                  </a:ext>
                </a:extLst>
              </p:cNvPr>
              <p:cNvSpPr txBox="1"/>
              <p:nvPr/>
            </p:nvSpPr>
            <p:spPr>
              <a:xfrm>
                <a:off x="775300" y="3172939"/>
                <a:ext cx="11041700" cy="861774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b="1" dirty="0"/>
                  <a:t>Theorem: For each </a:t>
                </a:r>
                <a:r>
                  <a:rPr lang="en-US" sz="2500" b="1" dirty="0" err="1"/>
                  <a:t>s.c.c.</a:t>
                </a:r>
                <a:r>
                  <a:rPr lang="en-US" sz="2500" b="1" dirty="0"/>
                  <a:t> C, if C is aperiodic then there is a unique stationary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500" b="1" dirty="0"/>
                  <a:t> supported on C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D47BE2-A277-FCEF-AD05-62288BBA6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00" y="3172939"/>
                <a:ext cx="11041700" cy="861774"/>
              </a:xfrm>
              <a:prstGeom prst="rect">
                <a:avLst/>
              </a:prstGeom>
              <a:blipFill>
                <a:blip r:embed="rId70"/>
                <a:stretch>
                  <a:fillRect l="-918" t="-5714" b="-1428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390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4C84-7BAB-8919-A26E-96BDA2EB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FFE0-EC5C-79B2-E5B7-588102A0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53" y="365125"/>
            <a:ext cx="10515600" cy="1325563"/>
          </a:xfrm>
        </p:spPr>
        <p:txBody>
          <a:bodyPr/>
          <a:lstStyle/>
          <a:p>
            <a:r>
              <a:rPr lang="en-US" dirty="0"/>
              <a:t>Computing stationary distribution(s)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855D6-F8FB-141E-E8FA-0FBACBE8B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7477" y="1840615"/>
                <a:ext cx="1099604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stationary distribution satisfies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Can prove it is top eigenvalue of P.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Power method to get top eigenvector of P! Same approach as for PCA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855D6-F8FB-141E-E8FA-0FBACBE8B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7477" y="1840615"/>
                <a:ext cx="10996047" cy="4351338"/>
              </a:xfrm>
              <a:blipFill>
                <a:blip r:embed="rId2"/>
                <a:stretch>
                  <a:fillRect l="-115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441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70E-4B48-89E3-9178-B96AA81B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84CD6-7695-B8C6-A11A-5561449A9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7"/>
                <a:ext cx="5770605" cy="499066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u="sng" dirty="0"/>
                  <a:t>Goal:</a:t>
                </a:r>
                <a:r>
                  <a:rPr lang="en-US" dirty="0"/>
                  <a:t> Compute the top eigenvector of P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Algorithm</a:t>
                </a:r>
                <a:r>
                  <a:rPr lang="en-US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until convergence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[If P has multiple top eigenvectors, then different initial vectors will converge to diff. eigenvectors]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84CD6-7695-B8C6-A11A-5561449A9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7"/>
                <a:ext cx="5770605" cy="4990667"/>
              </a:xfrm>
              <a:blipFill>
                <a:blip r:embed="rId2"/>
                <a:stretch>
                  <a:fillRect l="-2198" t="-2785" b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C774F31E-CC4F-979E-F75C-17E7783B7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252" y="1537385"/>
            <a:ext cx="6352748" cy="476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416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C605-2A17-394C-4119-4680C314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4617"/>
            <a:ext cx="11882240" cy="1325563"/>
          </a:xfrm>
        </p:spPr>
        <p:txBody>
          <a:bodyPr/>
          <a:lstStyle/>
          <a:p>
            <a:r>
              <a:rPr lang="en-US" dirty="0"/>
              <a:t>Absorbing Markov chains + absorption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5DDE9-82F0-3341-5F2A-053C2F621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61" y="1264256"/>
            <a:ext cx="11563584" cy="2486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Definition 1: An </a:t>
            </a:r>
            <a:r>
              <a:rPr lang="en-US" b="1" dirty="0"/>
              <a:t>absorbing state </a:t>
            </a:r>
            <a:r>
              <a:rPr lang="en-US" dirty="0"/>
              <a:t>is a recurrent </a:t>
            </a:r>
            <a:r>
              <a:rPr lang="en-US" dirty="0" err="1"/>
              <a:t>s.c.c.</a:t>
            </a:r>
            <a:r>
              <a:rPr lang="en-US" dirty="0"/>
              <a:t> </a:t>
            </a:r>
            <a:r>
              <a:rPr lang="en-US" u="sng" dirty="0"/>
              <a:t>with a single vertex</a:t>
            </a:r>
          </a:p>
          <a:p>
            <a:pPr marL="0" indent="0">
              <a:buNone/>
            </a:pPr>
            <a:r>
              <a:rPr lang="en-US" dirty="0"/>
              <a:t>Definition 2: An </a:t>
            </a:r>
            <a:r>
              <a:rPr lang="en-US" b="1" dirty="0"/>
              <a:t>absorbing Markov chain</a:t>
            </a:r>
            <a:r>
              <a:rPr lang="en-US" dirty="0"/>
              <a:t> is a Markov chain where every recurrent </a:t>
            </a:r>
            <a:r>
              <a:rPr lang="en-US" dirty="0" err="1"/>
              <a:t>s.c.c.</a:t>
            </a:r>
            <a:r>
              <a:rPr lang="en-US" dirty="0"/>
              <a:t> has a single node (</a:t>
            </a:r>
            <a:r>
              <a:rPr lang="en-US" dirty="0" err="1"/>
              <a:t>ie</a:t>
            </a:r>
            <a:r>
              <a:rPr lang="en-US" dirty="0"/>
              <a:t> is an absorbing state)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2E10E0-E4CE-9421-0AED-F6731D27D47F}"/>
              </a:ext>
            </a:extLst>
          </p:cNvPr>
          <p:cNvGrpSpPr/>
          <p:nvPr/>
        </p:nvGrpSpPr>
        <p:grpSpPr>
          <a:xfrm>
            <a:off x="1267180" y="4105960"/>
            <a:ext cx="8513280" cy="2557800"/>
            <a:chOff x="1267180" y="4105960"/>
            <a:chExt cx="8513280" cy="25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E81BE5-EE99-867C-7079-B2116BAFD4CD}"/>
                    </a:ext>
                  </a:extLst>
                </p14:cNvPr>
                <p14:cNvContentPartPr/>
                <p14:nvPr/>
              </p14:nvContentPartPr>
              <p14:xfrm>
                <a:off x="1267180" y="5093800"/>
                <a:ext cx="1084680" cy="1059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E81BE5-EE99-867C-7079-B2116BAFD4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1060" y="5087680"/>
                  <a:ext cx="1096920" cy="10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5F3181-B77E-0BF7-BFDA-6CD05E8B7EEF}"/>
                    </a:ext>
                  </a:extLst>
                </p14:cNvPr>
                <p14:cNvContentPartPr/>
                <p14:nvPr/>
              </p14:nvContentPartPr>
              <p14:xfrm>
                <a:off x="2626540" y="4900840"/>
                <a:ext cx="1354320" cy="578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5F3181-B77E-0BF7-BFDA-6CD05E8B7E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0420" y="4894720"/>
                  <a:ext cx="13665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287232-0A80-456C-F23E-ECD7802A7BF2}"/>
                    </a:ext>
                  </a:extLst>
                </p14:cNvPr>
                <p14:cNvContentPartPr/>
                <p14:nvPr/>
              </p14:nvContentPartPr>
              <p14:xfrm>
                <a:off x="4363540" y="4105960"/>
                <a:ext cx="1040400" cy="821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287232-0A80-456C-F23E-ECD7802A7B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57420" y="4099840"/>
                  <a:ext cx="105264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E78A09-CE7F-D678-BE20-2F949B39A709}"/>
                    </a:ext>
                  </a:extLst>
                </p14:cNvPr>
                <p14:cNvContentPartPr/>
                <p14:nvPr/>
              </p14:nvContentPartPr>
              <p14:xfrm>
                <a:off x="2860180" y="5702560"/>
                <a:ext cx="1962360" cy="659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E78A09-CE7F-D678-BE20-2F949B39A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54060" y="5696440"/>
                  <a:ext cx="197460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C71EA2-F547-1931-8AD7-24D9FB9A20FA}"/>
                    </a:ext>
                  </a:extLst>
                </p14:cNvPr>
                <p14:cNvContentPartPr/>
                <p14:nvPr/>
              </p14:nvContentPartPr>
              <p14:xfrm>
                <a:off x="5066260" y="5822080"/>
                <a:ext cx="1002600" cy="84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C71EA2-F547-1931-8AD7-24D9FB9A20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60140" y="5815960"/>
                  <a:ext cx="101484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75E000-5B66-19F9-02D7-5D52C9684740}"/>
                    </a:ext>
                  </a:extLst>
                </p14:cNvPr>
                <p14:cNvContentPartPr/>
                <p14:nvPr/>
              </p14:nvContentPartPr>
              <p14:xfrm>
                <a:off x="6271180" y="6134920"/>
                <a:ext cx="161100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75E000-5B66-19F9-02D7-5D52C96847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65060" y="6128800"/>
                  <a:ext cx="1623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7F2370-50D5-C1D0-0CAF-5A4FBFD908AC}"/>
                    </a:ext>
                  </a:extLst>
                </p14:cNvPr>
                <p14:cNvContentPartPr/>
                <p14:nvPr/>
              </p14:nvContentPartPr>
              <p14:xfrm>
                <a:off x="7726660" y="6008200"/>
                <a:ext cx="272880" cy="160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7F2370-50D5-C1D0-0CAF-5A4FBFD908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20540" y="6002080"/>
                  <a:ext cx="285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D0DDF1-1A7F-5830-50E5-FFDAAEEE806D}"/>
                    </a:ext>
                  </a:extLst>
                </p14:cNvPr>
                <p14:cNvContentPartPr/>
                <p14:nvPr/>
              </p14:nvContentPartPr>
              <p14:xfrm>
                <a:off x="8266300" y="5886160"/>
                <a:ext cx="1103040" cy="753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D0DDF1-1A7F-5830-50E5-FFDAAEEE80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60180" y="5880040"/>
                  <a:ext cx="111528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642CB1-A0CA-88BF-96A9-6AC63F645919}"/>
                    </a:ext>
                  </a:extLst>
                </p14:cNvPr>
                <p14:cNvContentPartPr/>
                <p14:nvPr/>
              </p14:nvContentPartPr>
              <p14:xfrm>
                <a:off x="8998540" y="5384680"/>
                <a:ext cx="781920" cy="91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642CB1-A0CA-88BF-96A9-6AC63F6459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92420" y="5378560"/>
                  <a:ext cx="794160" cy="9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D114376-4CC1-088E-2B28-7320EE6E96BE}"/>
                  </a:ext>
                </a:extLst>
              </p14:cNvPr>
              <p14:cNvContentPartPr/>
              <p14:nvPr/>
            </p14:nvContentPartPr>
            <p14:xfrm>
              <a:off x="5351740" y="3783400"/>
              <a:ext cx="711360" cy="86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D114376-4CC1-088E-2B28-7320EE6E96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45620" y="3777280"/>
                <a:ext cx="723600" cy="879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F63A45B-F7DD-AEC0-4105-95EDA061E30D}"/>
              </a:ext>
            </a:extLst>
          </p:cNvPr>
          <p:cNvSpPr txBox="1"/>
          <p:nvPr/>
        </p:nvSpPr>
        <p:spPr>
          <a:xfrm>
            <a:off x="3527707" y="3736628"/>
            <a:ext cx="173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Absorbing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68B05-2C8E-945F-A2F1-14FDE7BB95BE}"/>
              </a:ext>
            </a:extLst>
          </p:cNvPr>
          <p:cNvSpPr txBox="1"/>
          <p:nvPr/>
        </p:nvSpPr>
        <p:spPr>
          <a:xfrm>
            <a:off x="7259602" y="5483708"/>
            <a:ext cx="173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Absorbing state</a:t>
            </a:r>
          </a:p>
        </p:txBody>
      </p:sp>
    </p:spTree>
    <p:extLst>
      <p:ext uri="{BB962C8B-B14F-4D97-AF65-F5344CB8AC3E}">
        <p14:creationId xmlns:p14="http://schemas.microsoft.com/office/powerpoint/2010/main" val="3109163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4B7F-DE09-EBDC-4BA3-651EB619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0D71-FC15-BBA6-CF67-D449046E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4617"/>
            <a:ext cx="11882240" cy="1325563"/>
          </a:xfrm>
        </p:spPr>
        <p:txBody>
          <a:bodyPr/>
          <a:lstStyle/>
          <a:p>
            <a:r>
              <a:rPr lang="en-US" dirty="0"/>
              <a:t>Absorbing Markov chains + absorption probabilities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68F235-6B71-E149-DB73-48D7C0987369}"/>
              </a:ext>
            </a:extLst>
          </p:cNvPr>
          <p:cNvGrpSpPr/>
          <p:nvPr/>
        </p:nvGrpSpPr>
        <p:grpSpPr>
          <a:xfrm>
            <a:off x="860300" y="4229100"/>
            <a:ext cx="8309100" cy="2660151"/>
            <a:chOff x="860300" y="3783400"/>
            <a:chExt cx="8920160" cy="310585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F81CDA4-9ABB-9E4D-2B62-53B3AE84836F}"/>
                </a:ext>
              </a:extLst>
            </p:cNvPr>
            <p:cNvGrpSpPr/>
            <p:nvPr/>
          </p:nvGrpSpPr>
          <p:grpSpPr>
            <a:xfrm>
              <a:off x="1267180" y="4105960"/>
              <a:ext cx="8513280" cy="2557800"/>
              <a:chOff x="1267180" y="4105960"/>
              <a:chExt cx="8513280" cy="2557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FAB9F0EA-4D42-CEB1-D154-1E9A82EBA32F}"/>
                      </a:ext>
                    </a:extLst>
                  </p14:cNvPr>
                  <p14:cNvContentPartPr/>
                  <p14:nvPr/>
                </p14:nvContentPartPr>
                <p14:xfrm>
                  <a:off x="1267180" y="5093800"/>
                  <a:ext cx="1084680" cy="105912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FAB9F0EA-4D42-CEB1-D154-1E9A82EBA32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60611" y="5086655"/>
                    <a:ext cx="1097818" cy="10734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7D054697-CB76-23A3-B68C-38519D73757D}"/>
                      </a:ext>
                    </a:extLst>
                  </p14:cNvPr>
                  <p14:cNvContentPartPr/>
                  <p14:nvPr/>
                </p14:nvContentPartPr>
                <p14:xfrm>
                  <a:off x="2626540" y="4900840"/>
                  <a:ext cx="1354320" cy="57888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7D054697-CB76-23A3-B68C-38519D73757D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19969" y="4893699"/>
                    <a:ext cx="1367461" cy="5931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19AD97AF-CF3B-13E3-06DC-56B766906AAD}"/>
                      </a:ext>
                    </a:extLst>
                  </p14:cNvPr>
                  <p14:cNvContentPartPr/>
                  <p14:nvPr/>
                </p14:nvContentPartPr>
                <p14:xfrm>
                  <a:off x="4363540" y="4105960"/>
                  <a:ext cx="1040400" cy="82152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19AD97AF-CF3B-13E3-06DC-56B766906AAD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356970" y="4098816"/>
                    <a:ext cx="1053540" cy="8358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8583C32-4738-DFB2-75FC-38B8ECE03CE1}"/>
                      </a:ext>
                    </a:extLst>
                  </p14:cNvPr>
                  <p14:cNvContentPartPr/>
                  <p14:nvPr/>
                </p14:nvContentPartPr>
                <p14:xfrm>
                  <a:off x="2860180" y="5702560"/>
                  <a:ext cx="1962360" cy="65988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8583C32-4738-DFB2-75FC-38B8ECE03CE1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853609" y="5695415"/>
                    <a:ext cx="1975502" cy="6741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FD3D2BF8-1559-AF55-E9F8-882D98DE7A51}"/>
                      </a:ext>
                    </a:extLst>
                  </p14:cNvPr>
                  <p14:cNvContentPartPr/>
                  <p14:nvPr/>
                </p14:nvContentPartPr>
                <p14:xfrm>
                  <a:off x="5066260" y="5822080"/>
                  <a:ext cx="1002600" cy="84168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FD3D2BF8-1559-AF55-E9F8-882D98DE7A51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5059689" y="5814936"/>
                    <a:ext cx="1015741" cy="8559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0C79B52A-D109-99E4-DF54-54CBF4E887A0}"/>
                      </a:ext>
                    </a:extLst>
                  </p14:cNvPr>
                  <p14:cNvContentPartPr/>
                  <p14:nvPr/>
                </p14:nvContentPartPr>
                <p14:xfrm>
                  <a:off x="6271180" y="6134920"/>
                  <a:ext cx="1611000" cy="3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0C79B52A-D109-99E4-DF54-54CBF4E887A0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264609" y="6128800"/>
                    <a:ext cx="1624142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0FFDE7BF-764A-18CD-3259-6D92C1AF4725}"/>
                      </a:ext>
                    </a:extLst>
                  </p14:cNvPr>
                  <p14:cNvContentPartPr/>
                  <p14:nvPr/>
                </p14:nvContentPartPr>
                <p14:xfrm>
                  <a:off x="7726660" y="6008200"/>
                  <a:ext cx="272880" cy="1602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0FFDE7BF-764A-18CD-3259-6D92C1AF4725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720089" y="6001052"/>
                    <a:ext cx="286022" cy="1744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E6CC323D-F516-9DF7-B9E0-F1165E7B8373}"/>
                      </a:ext>
                    </a:extLst>
                  </p14:cNvPr>
                  <p14:cNvContentPartPr/>
                  <p14:nvPr/>
                </p14:nvContentPartPr>
                <p14:xfrm>
                  <a:off x="8266300" y="5886160"/>
                  <a:ext cx="1103040" cy="75348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E6CC323D-F516-9DF7-B9E0-F1165E7B8373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259730" y="5879016"/>
                    <a:ext cx="1116181" cy="7677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58654C54-EA89-7C2F-544A-D816B5C6D502}"/>
                      </a:ext>
                    </a:extLst>
                  </p14:cNvPr>
                  <p14:cNvContentPartPr/>
                  <p14:nvPr/>
                </p14:nvContentPartPr>
                <p14:xfrm>
                  <a:off x="8998540" y="5384680"/>
                  <a:ext cx="781920" cy="91620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58654C54-EA89-7C2F-544A-D816B5C6D502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991969" y="5377535"/>
                    <a:ext cx="795062" cy="930489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49B1BC-AC2B-91D7-5A20-243B707E2E4E}"/>
                    </a:ext>
                  </a:extLst>
                </p14:cNvPr>
                <p14:cNvContentPartPr/>
                <p14:nvPr/>
              </p14:nvContentPartPr>
              <p14:xfrm>
                <a:off x="5351740" y="3783400"/>
                <a:ext cx="711360" cy="867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49B1BC-AC2B-91D7-5A20-243B707E2E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5171" y="3776257"/>
                  <a:ext cx="724498" cy="881526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081D07-C4F7-2B9D-36DE-10302B58BEA6}"/>
                </a:ext>
              </a:extLst>
            </p:cNvPr>
            <p:cNvSpPr txBox="1"/>
            <p:nvPr/>
          </p:nvSpPr>
          <p:spPr>
            <a:xfrm>
              <a:off x="860300" y="6242920"/>
              <a:ext cx="19623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Undifferentiated cell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E64C34-7F0C-EC31-796D-AD62732D3134}"/>
                </a:ext>
              </a:extLst>
            </p:cNvPr>
            <p:cNvSpPr txBox="1"/>
            <p:nvPr/>
          </p:nvSpPr>
          <p:spPr>
            <a:xfrm>
              <a:off x="4527160" y="4209363"/>
              <a:ext cx="10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Cell type 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BAD5-4DB5-5502-FCAA-5A1E9284905C}"/>
                </a:ext>
              </a:extLst>
            </p:cNvPr>
            <p:cNvSpPr txBox="1"/>
            <p:nvPr/>
          </p:nvSpPr>
          <p:spPr>
            <a:xfrm>
              <a:off x="5087140" y="5911144"/>
              <a:ext cx="10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Cell type B1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E3AAEA-F24F-D2EB-0DA7-3D32030FA307}"/>
                </a:ext>
              </a:extLst>
            </p:cNvPr>
            <p:cNvSpPr txBox="1"/>
            <p:nvPr/>
          </p:nvSpPr>
          <p:spPr>
            <a:xfrm>
              <a:off x="8414620" y="5964169"/>
              <a:ext cx="10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Cell type B2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F7605E1-0D7F-C414-F262-6F43CBD230FB}"/>
              </a:ext>
            </a:extLst>
          </p:cNvPr>
          <p:cNvSpPr txBox="1"/>
          <p:nvPr/>
        </p:nvSpPr>
        <p:spPr>
          <a:xfrm>
            <a:off x="774417" y="3410368"/>
            <a:ext cx="10252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Oftentimes we want to calculate the </a:t>
            </a:r>
            <a:r>
              <a:rPr lang="en-US" sz="2500" b="1" dirty="0">
                <a:solidFill>
                  <a:srgbClr val="FF0000"/>
                </a:solidFill>
              </a:rPr>
              <a:t>probability of ending up in an absorbing state</a:t>
            </a:r>
          </a:p>
          <a:p>
            <a:endParaRPr lang="en-US" sz="2500" dirty="0">
              <a:solidFill>
                <a:srgbClr val="FF0000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90E5105-448C-28D0-776B-ECF4F43D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61" y="1264256"/>
            <a:ext cx="11563584" cy="2486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Definition 1: An </a:t>
            </a:r>
            <a:r>
              <a:rPr lang="en-US" b="1" dirty="0"/>
              <a:t>absorbing state </a:t>
            </a:r>
            <a:r>
              <a:rPr lang="en-US" dirty="0"/>
              <a:t>is a recurrent </a:t>
            </a:r>
            <a:r>
              <a:rPr lang="en-US" dirty="0" err="1"/>
              <a:t>s.c.c.</a:t>
            </a:r>
            <a:r>
              <a:rPr lang="en-US" dirty="0"/>
              <a:t> </a:t>
            </a:r>
            <a:r>
              <a:rPr lang="en-US" u="sng" dirty="0"/>
              <a:t>with a single vertex</a:t>
            </a:r>
          </a:p>
          <a:p>
            <a:pPr lvl="1"/>
            <a:r>
              <a:rPr lang="en-US" dirty="0"/>
              <a:t>e.g. cell type A and cell type B2 below</a:t>
            </a:r>
          </a:p>
          <a:p>
            <a:pPr marL="0" indent="0">
              <a:buNone/>
            </a:pPr>
            <a:r>
              <a:rPr lang="en-US" dirty="0"/>
              <a:t>Definition 1: An </a:t>
            </a:r>
            <a:r>
              <a:rPr lang="en-US" b="1" dirty="0"/>
              <a:t>absorbing Markov chain</a:t>
            </a:r>
            <a:r>
              <a:rPr lang="en-US" dirty="0"/>
              <a:t> is a Markov chain where every recurrent </a:t>
            </a:r>
            <a:r>
              <a:rPr lang="en-US" dirty="0" err="1"/>
              <a:t>s.c.c.</a:t>
            </a:r>
            <a:r>
              <a:rPr lang="en-US" dirty="0"/>
              <a:t> has a single node (</a:t>
            </a:r>
            <a:r>
              <a:rPr lang="en-US" dirty="0" err="1"/>
              <a:t>ie</a:t>
            </a:r>
            <a:r>
              <a:rPr lang="en-US" dirty="0"/>
              <a:t> is an absorbing state)</a:t>
            </a:r>
          </a:p>
        </p:txBody>
      </p:sp>
    </p:spTree>
    <p:extLst>
      <p:ext uri="{BB962C8B-B14F-4D97-AF65-F5344CB8AC3E}">
        <p14:creationId xmlns:p14="http://schemas.microsoft.com/office/powerpoint/2010/main" val="3008012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F21C-39B5-F67B-2B7F-2973399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11938000" cy="1325563"/>
          </a:xfrm>
        </p:spPr>
        <p:txBody>
          <a:bodyPr/>
          <a:lstStyle/>
          <a:p>
            <a:r>
              <a:rPr lang="en-US" dirty="0"/>
              <a:t>Absorbing Markov chains + absorption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7B3-B34C-8D7E-4A67-82A9F30994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300" y="1239395"/>
                <a:ext cx="11595100" cy="535507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there are t transient states and s absorbing states. We can write probability transition matrix P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Q is t x t matrix giving transition probabilities between transient states</a:t>
                </a:r>
              </a:p>
              <a:p>
                <a:r>
                  <a:rPr lang="en-US" dirty="0"/>
                  <a:t>R is s x t matrix giving transition probabilities from transient -&gt; absorbing</a:t>
                </a:r>
              </a:p>
              <a:p>
                <a:r>
                  <a:rPr lang="en-US" dirty="0" err="1"/>
                  <a:t>I</a:t>
                </a:r>
                <a:r>
                  <a:rPr lang="en-US" baseline="-25000" dirty="0" err="1"/>
                  <a:t>sxs</a:t>
                </a:r>
                <a:r>
                  <a:rPr lang="en-US" dirty="0"/>
                  <a:t> is s x s identity matrix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Theorem (homework):</a:t>
                </a:r>
                <a:r>
                  <a:rPr lang="en-US" dirty="0"/>
                  <a:t> Let B be a matrix with entry </a:t>
                </a:r>
                <a:r>
                  <a:rPr lang="en-US" dirty="0" err="1"/>
                  <a:t>b</a:t>
                </a:r>
                <a:r>
                  <a:rPr lang="en-US" baseline="-25000" dirty="0" err="1"/>
                  <a:t>ij</a:t>
                </a:r>
                <a:r>
                  <a:rPr lang="en-US" dirty="0"/>
                  <a:t> being the probability of reaching absorbing state </a:t>
                </a:r>
                <a:r>
                  <a:rPr lang="en-US" dirty="0" err="1"/>
                  <a:t>i</a:t>
                </a:r>
                <a:r>
                  <a:rPr lang="en-US" dirty="0"/>
                  <a:t> starting at state j. </a:t>
                </a:r>
              </a:p>
              <a:p>
                <a:pPr marL="0" indent="0">
                  <a:buNone/>
                </a:pPr>
                <a:r>
                  <a:rPr lang="en-US" u="sng" dirty="0"/>
                  <a:t>Then B = RN where </a:t>
                </a:r>
                <a14:m>
                  <m:oMath xmlns:m="http://schemas.openxmlformats.org/officeDocument/2006/math"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  <m:sup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u="sng" dirty="0"/>
                  <a:t> is called the </a:t>
                </a:r>
                <a:r>
                  <a:rPr lang="en-US" b="1" u="sng" dirty="0"/>
                  <a:t>fundamental matrix </a:t>
                </a:r>
                <a:r>
                  <a:rPr lang="en-US" u="sng" dirty="0"/>
                  <a:t> of the Markov chain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7B3-B34C-8D7E-4A67-82A9F3099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1239395"/>
                <a:ext cx="11595100" cy="5355079"/>
              </a:xfrm>
              <a:blipFill>
                <a:blip r:embed="rId2"/>
                <a:stretch>
                  <a:fillRect l="-1094" t="-2600" r="-1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106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2760-06FD-BA35-CFBB-1BE09319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90500"/>
            <a:ext cx="118745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“Palantir” algorithm models cell differentiation w/ absorbing Markov chains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2C088-487B-4CD4-865B-80C093D19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562"/>
          <a:stretch>
            <a:fillRect/>
          </a:stretch>
        </p:blipFill>
        <p:spPr>
          <a:xfrm>
            <a:off x="5708650" y="2008829"/>
            <a:ext cx="6483350" cy="886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D9A18-CC7C-EBB5-0460-066A52406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50" y="3229559"/>
            <a:ext cx="6238875" cy="892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82371F-2F2B-460A-D95D-D311FDC2F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4455838"/>
            <a:ext cx="6483350" cy="1933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A813B-B940-9153-36DC-74FD7AB2E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390" y="882266"/>
            <a:ext cx="3232879" cy="6638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9D5B13-2842-CB8A-F936-A9F081FE4D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927" y="1403927"/>
            <a:ext cx="56134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50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538E-E732-EF7B-AD9E-DE728847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A6FA-18AA-A0C5-2262-941A439D5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500"/>
            <a:ext cx="12192000" cy="1325563"/>
          </a:xfrm>
        </p:spPr>
        <p:txBody>
          <a:bodyPr>
            <a:normAutofit/>
          </a:bodyPr>
          <a:lstStyle/>
          <a:p>
            <a:r>
              <a:rPr lang="en-US" sz="3500" dirty="0" err="1"/>
              <a:t>CellRank</a:t>
            </a:r>
            <a:r>
              <a:rPr lang="en-US" sz="3500" dirty="0"/>
              <a:t> models cell differentiation using absorbing Markov chains</a:t>
            </a:r>
          </a:p>
        </p:txBody>
      </p:sp>
      <p:pic>
        <p:nvPicPr>
          <p:cNvPr id="3" name="Picture 2" descr="Fig. 1: Combining RNA velocity with cell–cell similarity to determine initial and terminal states and compute a global map of cellular fate potential.">
            <a:extLst>
              <a:ext uri="{FF2B5EF4-FFF2-40B4-BE49-F238E27FC236}">
                <a16:creationId xmlns:a16="http://schemas.microsoft.com/office/drawing/2014/main" id="{178FB0BB-9CE7-E36E-2421-293AD943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531"/>
          <a:stretch>
            <a:fillRect/>
          </a:stretch>
        </p:blipFill>
        <p:spPr>
          <a:xfrm>
            <a:off x="244474" y="1695202"/>
            <a:ext cx="5464175" cy="49208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F075B6-2825-A013-9A10-FDDF2623EC66}"/>
              </a:ext>
            </a:extLst>
          </p:cNvPr>
          <p:cNvSpPr/>
          <p:nvPr/>
        </p:nvSpPr>
        <p:spPr>
          <a:xfrm>
            <a:off x="3048000" y="5956300"/>
            <a:ext cx="2921000" cy="901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4A4A5-D4AC-6638-216C-18318772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063" y="2463849"/>
            <a:ext cx="6161937" cy="2544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DD8F1F-5135-562A-5D64-3A3CEC24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24" y="5816337"/>
            <a:ext cx="3124665" cy="8511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09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5019</TotalTime>
  <Words>1844</Words>
  <Application>Microsoft Macintosh PowerPoint</Application>
  <PresentationFormat>Widescreen</PresentationFormat>
  <Paragraphs>309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Comic Sans MS</vt:lpstr>
      <vt:lpstr>Wingdings</vt:lpstr>
      <vt:lpstr>Office Theme</vt:lpstr>
      <vt:lpstr>Markov chains + trajectory inference</vt:lpstr>
      <vt:lpstr>Last time: diffusion maps, a random walk based distance</vt:lpstr>
      <vt:lpstr>Last time: diffusion maps, a random walk based distance</vt:lpstr>
      <vt:lpstr>Last time: application to single cell data</vt:lpstr>
      <vt:lpstr>PHATE embedding method uses diffusion maps distance + MDS</vt:lpstr>
      <vt:lpstr>Last time: trajectory inference</vt:lpstr>
      <vt:lpstr>Popular TI methods use diffusion</vt:lpstr>
      <vt:lpstr>Last time: t-SNE and UMAP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UMAP and t-SNE lie on attraction-repulsion spectrum</vt:lpstr>
      <vt:lpstr>Example of typical UMAP plots in single cell</vt:lpstr>
      <vt:lpstr>UMAP plots are often over-interpreted</vt:lpstr>
      <vt:lpstr>PowerPoint Presentation</vt:lpstr>
      <vt:lpstr>Random walks on directed graphs (Markov chains)</vt:lpstr>
      <vt:lpstr>Random walks on directed graphs (Markov chains)</vt:lpstr>
      <vt:lpstr>Random walks on directed graphs (Markov chains)</vt:lpstr>
      <vt:lpstr>Classification of states in Markov chain</vt:lpstr>
      <vt:lpstr>Classification of states in Markov chain</vt:lpstr>
      <vt:lpstr>Classification of states in Markov chain</vt:lpstr>
      <vt:lpstr>Fundamental theorem of Markov chains (existence/uniqueness of stationary distribution)</vt:lpstr>
      <vt:lpstr>Examples of non-irreducible/aperiodic Markov chains</vt:lpstr>
      <vt:lpstr>More general theorem of Markov chains</vt:lpstr>
      <vt:lpstr>More general theorem of Markov chains</vt:lpstr>
      <vt:lpstr>More general theorem of Markov chains</vt:lpstr>
      <vt:lpstr>More general theorem of Markov chains</vt:lpstr>
      <vt:lpstr>Computing stationary distribution(s)</vt:lpstr>
      <vt:lpstr>Power method</vt:lpstr>
      <vt:lpstr>Absorbing Markov chains + absorption probabilities</vt:lpstr>
      <vt:lpstr>Absorbing Markov chains + absorption probabilities</vt:lpstr>
      <vt:lpstr>Absorbing Markov chains + absorption probabilities</vt:lpstr>
      <vt:lpstr>“Palantir” algorithm models cell differentiation w/ absorbing Markov chains</vt:lpstr>
      <vt:lpstr>CellRank models cell differentiation using absorbing Markov chains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19</cp:revision>
  <dcterms:created xsi:type="dcterms:W3CDTF">2026-08-21T16:27:19Z</dcterms:created>
  <dcterms:modified xsi:type="dcterms:W3CDTF">2026-10-20T21:39:11Z</dcterms:modified>
</cp:coreProperties>
</file>